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6" r:id="rId3"/>
    <p:sldId id="279" r:id="rId4"/>
    <p:sldId id="272" r:id="rId5"/>
    <p:sldId id="280" r:id="rId6"/>
    <p:sldId id="282" r:id="rId7"/>
    <p:sldId id="283" r:id="rId8"/>
    <p:sldId id="285" r:id="rId9"/>
    <p:sldId id="286" r:id="rId10"/>
    <p:sldId id="287" r:id="rId11"/>
    <p:sldId id="288" r:id="rId12"/>
    <p:sldId id="289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95CFE1B-B890-4AE2-B144-3F68C1BDBB8D}">
          <p14:sldIdLst>
            <p14:sldId id="256"/>
          </p14:sldIdLst>
        </p14:section>
        <p14:section name="LISFLOOD-OS" id="{521BDB2D-7FB7-4E45-AF6A-713FC813F434}">
          <p14:sldIdLst>
            <p14:sldId id="276"/>
            <p14:sldId id="279"/>
          </p14:sldIdLst>
        </p14:section>
        <p14:section name="Gloogle Flood Hub" id="{2494D262-5C4B-433C-89E5-363816D4998A}">
          <p14:sldIdLst>
            <p14:sldId id="272"/>
          </p14:sldIdLst>
        </p14:section>
        <p14:section name="Calibration" id="{028DC4A3-41C7-4A0C-A5AB-FAB8570B15DC}">
          <p14:sldIdLst>
            <p14:sldId id="280"/>
            <p14:sldId id="282"/>
            <p14:sldId id="283"/>
          </p14:sldIdLst>
        </p14:section>
        <p14:section name="Paramter learning" id="{BE2C99EA-CDE2-4380-8673-9EDA13E8964C}">
          <p14:sldIdLst>
            <p14:sldId id="285"/>
            <p14:sldId id="286"/>
            <p14:sldId id="287"/>
            <p14:sldId id="288"/>
            <p14:sldId id="289"/>
          </p14:sldIdLst>
        </p14:section>
        <p14:section name="Other approaches" id="{02B119F9-55AE-4800-A8C1-DACEDEB06D79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4472C4"/>
    <a:srgbClr val="993366"/>
    <a:srgbClr val="D9D9D9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CBE4C-FBF5-4D9C-94FB-530A34F84ECE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EEE55-152B-4EC7-9F2E-35311E21D9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1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152B-F9FB-433B-A2E0-F380F2DC0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A4366-06B3-435A-8FA1-C41B2AC12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8D18-3B85-4BCC-8937-39A98417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D2C1-3381-4949-9C05-0BF7D778AA46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553FD-CF29-413E-B06D-D9BBFD5CB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97E7A-84E3-41C9-BD77-CA9494AE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E45B-2361-474F-8938-1AC08E3D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400B-9FE4-470E-92CC-14426E47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9ADDB-10CE-4C6E-A06D-EDB2BD0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E812-952E-49F6-8757-06DEF9216D46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A9C8-3A0A-4EE1-8CF6-C989528F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D46A3-4E69-48F4-97D3-06216560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1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207D-32E0-4CAD-A0DC-6EF160EF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FF7E-7DF8-4F4A-A112-0A3609117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96E9-36C2-4639-B47B-B65D0232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038CF-84EE-4924-B040-12F370921513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EF22-0EEA-4CB0-9860-9891718F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036B7-101F-4C52-98BC-2DA0A0349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8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01CC-1FB6-4279-9E10-B5A085BB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B5A5-A27D-4E7F-841D-64EE33E4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60583-29C3-46E3-ABA2-D96AF780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57241-3E26-4C04-B988-A25D141B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FACB-68C4-48DE-AF62-9FB1E966FBD2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A75E6-80F0-4819-AADA-1E33AF1D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6A224-6383-4210-B228-C06E8712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7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5BB4-3F71-4035-9173-A1AC9397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6F13A-64D2-462F-A89C-D94F54E2A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9F80B-6DB7-46DC-B9A6-82AB6F38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E42A7-2CE5-4F42-84DC-BF0F64848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302B9-A1DC-41F3-8567-8B4F6969E4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7C29A-7D5B-4420-8DAB-AFA7BE96F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6FA0-AD96-49DF-A023-8F5D8D7E14CF}" type="datetime1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44BAB-A452-4F96-8FF9-EDAC0ADD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95353-962B-4437-8FFB-211B2B572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6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450D-356E-433B-B023-07BC67F3A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490B60-ECB4-4966-A7E2-677BD7E8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9136-5C3E-4F93-9CB1-30B2894F2CE8}" type="datetime1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F8848-604A-4C67-B4B7-4ADE2136C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82E5A-98AC-4408-85D8-B96A2774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5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A015CA-C613-493E-872B-C3213CBF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229DC-051E-4570-8A0A-B9D5E742E900}" type="datetime1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ED28-BA21-49CD-83BA-7ED2E6E6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125BA-3AE1-4A7D-AB3D-DB6CF0C5E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EB76-BDE5-42DB-B0EE-DB84C3A2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9D90-EAC1-4A7F-8A36-2AC76B6BE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EC9F-F560-4A9D-8978-95EF07E8E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7C641-FB01-4749-B475-16BB8EFB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7E573-FBCC-4372-9502-B40681BD8A8F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A798D-8CA9-4808-9CC2-C9B657048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19353-D498-4664-A6CD-18F32221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7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B5DD-E1E3-41CA-9BCD-A262C874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B854B-4433-4F06-B539-49D0BFF24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7F073-3A6F-42B5-8C6B-08339EE2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9685-180B-46D9-B88B-F7DF3CE0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FF89-EBC6-4D63-BA54-9BD8D0A7B612}" type="datetime1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651-6A5B-4642-ADE6-D191D75D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C01E-9B3F-4560-A62D-6A03023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21A4-6B9C-43C6-83D6-96AF45E7F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4C6E0-1B89-44B8-9A7D-B8A64BF66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4A910-0DE6-4FC9-91EC-ECFDC7E3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A20DD-628D-42F3-9E4D-BC6B9D2E7677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329FC-AD8A-4204-9752-37491FCE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27165-959F-496D-A4A0-28692668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9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F1E44-7990-433A-AE77-38ED240E2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97B01-D664-43B1-B8D8-50E074E9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695B3-EC7C-4832-B2CA-F30DC67E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3AAB-D7A6-4F7D-ABDA-8B8B1FB7679C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AEB8E-E5E4-47AE-AEDD-EFE4C373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FCD5F-3609-4051-A6FA-59E487F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1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BBC3D-5CF7-4E16-857E-657A538F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38EED-7341-4E94-8BC3-BB021E77F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8CF8-9A7A-43DC-94B5-A772AC57A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3C7DD-409D-46C7-92B6-0BB1EFDAC08F}" type="datetime1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C058A-E453-4227-AEBE-19825191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194D9-448C-4C4D-87EB-D93ADB655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EEBD8-EA60-4AF7-8849-E8F8B3432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0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hyperlink" Target="https://github.com/ec-jrc/lisflood-code" TargetMode="Externa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8.xml"/><Relationship Id="rId4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hyperlink" Target="https://github.com/ec-jrc/lisflood-code" TargetMode="Externa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8363CA-9485-4F0B-8A22-B4A1131AC596}"/>
              </a:ext>
            </a:extLst>
          </p:cNvPr>
          <p:cNvSpPr/>
          <p:nvPr/>
        </p:nvSpPr>
        <p:spPr>
          <a:xfrm>
            <a:off x="0" y="0"/>
            <a:ext cx="4181839" cy="6858000"/>
          </a:xfrm>
          <a:prstGeom prst="rect">
            <a:avLst/>
          </a:prstGeom>
          <a:solidFill>
            <a:srgbClr val="C55A1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983C1-323B-42AC-BA36-E9C3BD6370EB}"/>
              </a:ext>
            </a:extLst>
          </p:cNvPr>
          <p:cNvSpPr txBox="1"/>
          <p:nvPr/>
        </p:nvSpPr>
        <p:spPr>
          <a:xfrm>
            <a:off x="0" y="476859"/>
            <a:ext cx="4181839" cy="1077218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Deep learning in LISFLOOD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D9B70-F3A9-45A9-AF9B-3CCF7EBEAD7B}"/>
              </a:ext>
            </a:extLst>
          </p:cNvPr>
          <p:cNvSpPr txBox="1"/>
          <p:nvPr/>
        </p:nvSpPr>
        <p:spPr>
          <a:xfrm>
            <a:off x="1104406" y="5341107"/>
            <a:ext cx="2862028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Jesús Casado Rodríguez</a:t>
            </a:r>
          </a:p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JRC-E1</a:t>
            </a:r>
          </a:p>
          <a:p>
            <a:r>
              <a:rPr lang="es-ES" sz="1600" dirty="0">
                <a:solidFill>
                  <a:schemeClr val="bg1"/>
                </a:solidFill>
                <a:latin typeface="+mj-lt"/>
              </a:rPr>
              <a:t>28.02.2024</a:t>
            </a:r>
            <a:endParaRPr lang="en-US" sz="1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EC12D-8020-4FDD-8990-6DDBA79677A6}"/>
              </a:ext>
            </a:extLst>
          </p:cNvPr>
          <p:cNvSpPr txBox="1"/>
          <p:nvPr/>
        </p:nvSpPr>
        <p:spPr>
          <a:xfrm>
            <a:off x="136525" y="2126838"/>
            <a:ext cx="4045314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LISFLOOD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Google Flood Hub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Calibration of hydrological models</a:t>
            </a:r>
          </a:p>
          <a:p>
            <a:pPr marL="274638" indent="-274638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Parameter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CE5A88-22B6-42EC-8373-97681112C4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525" y="5363032"/>
            <a:ext cx="752476" cy="772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0DBFF3-4F4A-4123-9A83-410BE658EB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35179"/>
            <a:ext cx="10255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9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D646D4D0-49DC-47B8-8E57-B07FA228FFD5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LISFLOOD-OS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FB05B8D-6499-4394-9B9D-6F23B3B4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2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1C6A6-CE9F-4B04-81CE-AAB80180625B}"/>
              </a:ext>
            </a:extLst>
          </p:cNvPr>
          <p:cNvSpPr txBox="1"/>
          <p:nvPr/>
        </p:nvSpPr>
        <p:spPr>
          <a:xfrm>
            <a:off x="670559" y="1029506"/>
            <a:ext cx="999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LISFLOOD is 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spatially distributed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physically based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rainfall-runoff model, developed by the                        Joint Research Centre (JRC) of the European Commission since 1997 -  </a:t>
            </a:r>
            <a:r>
              <a:rPr lang="en-US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Ad De </a:t>
            </a:r>
            <a:r>
              <a:rPr lang="en-US" i="1" u="sng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Roo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, Van Der </a:t>
            </a:r>
            <a:r>
              <a:rPr lang="en-US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Knijff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, </a:t>
            </a:r>
            <a:r>
              <a:rPr lang="en-US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Younis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4A1176-E423-43A6-A78C-114115755C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" t="1389" r="46382" b="1030"/>
          <a:stretch/>
        </p:blipFill>
        <p:spPr>
          <a:xfrm>
            <a:off x="6953250" y="1833559"/>
            <a:ext cx="5238750" cy="4610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853BD8-2D7C-4AAC-BD7D-075DC11B66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406" y="4402954"/>
            <a:ext cx="1831081" cy="177047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CFD323F-958D-43D7-85CD-4F0200AD5F5C}"/>
              </a:ext>
            </a:extLst>
          </p:cNvPr>
          <p:cNvGrpSpPr/>
          <p:nvPr/>
        </p:nvGrpSpPr>
        <p:grpSpPr>
          <a:xfrm>
            <a:off x="4094198" y="4673181"/>
            <a:ext cx="1589602" cy="1770478"/>
            <a:chOff x="6470199" y="-283197"/>
            <a:chExt cx="1983782" cy="220951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B2DB6C-C013-45F9-B5DD-D1A7C07CDF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4" t="22043" r="71256" b="27706"/>
            <a:stretch/>
          </p:blipFill>
          <p:spPr>
            <a:xfrm>
              <a:off x="6470199" y="-283197"/>
              <a:ext cx="1983782" cy="220951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0412F91-E983-4EF2-81B7-DFBC009B93C6}"/>
                </a:ext>
              </a:extLst>
            </p:cNvPr>
            <p:cNvSpPr/>
            <p:nvPr/>
          </p:nvSpPr>
          <p:spPr>
            <a:xfrm>
              <a:off x="7013743" y="270623"/>
              <a:ext cx="480882" cy="427398"/>
            </a:xfrm>
            <a:prstGeom prst="rect">
              <a:avLst/>
            </a:prstGeom>
            <a:solidFill>
              <a:srgbClr val="00B0F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A74A1F9-162C-4C6B-8C19-E89A8B763F9A}"/>
                </a:ext>
              </a:extLst>
            </p:cNvPr>
            <p:cNvGrpSpPr/>
            <p:nvPr/>
          </p:nvGrpSpPr>
          <p:grpSpPr>
            <a:xfrm>
              <a:off x="6601047" y="-187075"/>
              <a:ext cx="891897" cy="889345"/>
              <a:chOff x="4619903" y="640080"/>
              <a:chExt cx="891897" cy="889345"/>
            </a:xfrm>
            <a:solidFill>
              <a:srgbClr val="92D050">
                <a:alpha val="50196"/>
              </a:srgbClr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21B80A-564E-4C7C-8E3D-246437CF21B3}"/>
                  </a:ext>
                </a:extLst>
              </p:cNvPr>
              <p:cNvSpPr/>
              <p:nvPr/>
            </p:nvSpPr>
            <p:spPr>
              <a:xfrm>
                <a:off x="4619903" y="640080"/>
                <a:ext cx="891897" cy="46170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7741EC-62CD-4159-97F4-7D4FA90D8012}"/>
                  </a:ext>
                </a:extLst>
              </p:cNvPr>
              <p:cNvSpPr/>
              <p:nvPr/>
            </p:nvSpPr>
            <p:spPr>
              <a:xfrm>
                <a:off x="4619903" y="1102027"/>
                <a:ext cx="414377" cy="42739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828107-1A20-4D60-BEE1-74E667C47E13}"/>
                </a:ext>
              </a:extLst>
            </p:cNvPr>
            <p:cNvSpPr/>
            <p:nvPr/>
          </p:nvSpPr>
          <p:spPr>
            <a:xfrm>
              <a:off x="6601047" y="695478"/>
              <a:ext cx="891897" cy="770069"/>
            </a:xfrm>
            <a:prstGeom prst="rect">
              <a:avLst/>
            </a:prstGeom>
            <a:solidFill>
              <a:schemeClr val="accent5"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6F39134-7AC6-4F26-BC55-45F8749762C4}"/>
                </a:ext>
              </a:extLst>
            </p:cNvPr>
            <p:cNvSpPr/>
            <p:nvPr/>
          </p:nvSpPr>
          <p:spPr>
            <a:xfrm>
              <a:off x="7492944" y="-175227"/>
              <a:ext cx="891897" cy="1640774"/>
            </a:xfrm>
            <a:prstGeom prst="rect">
              <a:avLst/>
            </a:prstGeom>
            <a:solidFill>
              <a:schemeClr val="tx1">
                <a:lumMod val="40000"/>
                <a:lumOff val="6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EC20114-098B-485D-B443-92976176E672}"/>
              </a:ext>
            </a:extLst>
          </p:cNvPr>
          <p:cNvSpPr txBox="1"/>
          <p:nvPr/>
        </p:nvSpPr>
        <p:spPr>
          <a:xfrm>
            <a:off x="670051" y="1819516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Hydrological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processes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1CCA9F-047D-4F55-B57C-74D71D8EBB51}"/>
              </a:ext>
            </a:extLst>
          </p:cNvPr>
          <p:cNvSpPr txBox="1"/>
          <p:nvPr/>
        </p:nvSpPr>
        <p:spPr>
          <a:xfrm>
            <a:off x="670559" y="2281744"/>
            <a:ext cx="565365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Main components:</a:t>
            </a:r>
          </a:p>
          <a:p>
            <a:pPr marL="449263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3 soil layers</a:t>
            </a:r>
          </a:p>
          <a:p>
            <a:pPr marL="449263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 ground water storages</a:t>
            </a:r>
          </a:p>
          <a:p>
            <a:pPr marL="449263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Surface runoff routing</a:t>
            </a:r>
          </a:p>
          <a:p>
            <a:pPr marL="449263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Channel routing</a:t>
            </a:r>
          </a:p>
          <a:p>
            <a:pPr marL="449263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Sub-grid land use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FA3C03-680B-44BE-B014-4C353B48F73E}"/>
              </a:ext>
            </a:extLst>
          </p:cNvPr>
          <p:cNvSpPr txBox="1"/>
          <p:nvPr/>
        </p:nvSpPr>
        <p:spPr>
          <a:xfrm>
            <a:off x="674922" y="4036070"/>
            <a:ext cx="3702878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Other modules:</a:t>
            </a:r>
          </a:p>
          <a:p>
            <a:pPr marL="541020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Snow processes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41020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Lakes &amp; reservoirs</a:t>
            </a:r>
          </a:p>
          <a:p>
            <a:pPr marL="541020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Water use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41020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Soil frost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541020" indent="-285750">
              <a:buClr>
                <a:schemeClr val="accent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Calibri Light"/>
                <a:cs typeface="Calibri Light"/>
              </a:rPr>
              <a:t>...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Calibri Light"/>
              <a:cs typeface="Calibri Light" panose="020F03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940E36-0E92-45CE-B433-46F8213AAAF1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83CC65-D159-4BB9-B2B8-2362F200DAFA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A214C0-F084-4E44-B34A-50501045F132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340082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FB05B8D-6499-4394-9B9D-6F23B3B4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3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1C6A6-CE9F-4B04-81CE-AAB80180625B}"/>
              </a:ext>
            </a:extLst>
          </p:cNvPr>
          <p:cNvSpPr txBox="1"/>
          <p:nvPr/>
        </p:nvSpPr>
        <p:spPr>
          <a:xfrm>
            <a:off x="670559" y="1029506"/>
            <a:ext cx="999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LISFLOOD is 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spatially distributed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physically based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rainfall-runoff model, developed by the                        Joint Research Centre (JRC) of the European Commission since 1997 -  </a:t>
            </a:r>
            <a:r>
              <a:rPr lang="en-US" i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Ad De </a:t>
            </a:r>
            <a:r>
              <a:rPr lang="en-US" i="1" u="sng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Roo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, Van Der </a:t>
            </a:r>
            <a:r>
              <a:rPr lang="en-US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Knijff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, </a:t>
            </a:r>
            <a:r>
              <a:rPr lang="en-US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Younis</a:t>
            </a:r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42AF990-A6FC-4C7E-9DC5-80501323536D}"/>
              </a:ext>
            </a:extLst>
          </p:cNvPr>
          <p:cNvGrpSpPr>
            <a:grpSpLocks noChangeAspect="1"/>
          </p:cNvGrpSpPr>
          <p:nvPr/>
        </p:nvGrpSpPr>
        <p:grpSpPr>
          <a:xfrm>
            <a:off x="4855676" y="3393420"/>
            <a:ext cx="1620000" cy="1620000"/>
            <a:chOff x="3161352" y="1577119"/>
            <a:chExt cx="2076757" cy="2076757"/>
          </a:xfrm>
        </p:grpSpPr>
        <p:sp>
          <p:nvSpPr>
            <p:cNvPr id="25" name="Oval 24">
              <a:hlinkClick r:id="rId2"/>
              <a:extLst>
                <a:ext uri="{FF2B5EF4-FFF2-40B4-BE49-F238E27FC236}">
                  <a16:creationId xmlns:a16="http://schemas.microsoft.com/office/drawing/2014/main" id="{25E8D2FD-62E0-496D-9538-CC42CF5F3C25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Oval 4">
              <a:extLst>
                <a:ext uri="{FF2B5EF4-FFF2-40B4-BE49-F238E27FC236}">
                  <a16:creationId xmlns:a16="http://schemas.microsoft.com/office/drawing/2014/main" id="{69368AA7-76BB-4DBB-A2E9-8F2E972891BA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LISFLOOD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9739D5D-36DC-40D7-8A43-61B3F932A572}"/>
              </a:ext>
            </a:extLst>
          </p:cNvPr>
          <p:cNvGrpSpPr>
            <a:grpSpLocks noChangeAspect="1"/>
          </p:cNvGrpSpPr>
          <p:nvPr/>
        </p:nvGrpSpPr>
        <p:grpSpPr>
          <a:xfrm>
            <a:off x="3359789" y="1791741"/>
            <a:ext cx="1260000" cy="1260000"/>
            <a:chOff x="366752" y="1816577"/>
            <a:chExt cx="1491473" cy="1491473"/>
          </a:xfrm>
        </p:grpSpPr>
        <p:sp>
          <p:nvSpPr>
            <p:cNvPr id="29" name="Oval 28">
              <a:hlinkClick r:id="rId3" action="ppaction://hlinksldjump"/>
              <a:extLst>
                <a:ext uri="{FF2B5EF4-FFF2-40B4-BE49-F238E27FC236}">
                  <a16:creationId xmlns:a16="http://schemas.microsoft.com/office/drawing/2014/main" id="{DE1CB140-CBA5-4907-8FDA-C089E5DA5483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Oval 4">
              <a:extLst>
                <a:ext uri="{FF2B5EF4-FFF2-40B4-BE49-F238E27FC236}">
                  <a16:creationId xmlns:a16="http://schemas.microsoft.com/office/drawing/2014/main" id="{E7FE0F88-92F5-42E3-BFFB-A9E5AC63F883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physical properties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9ED637-691C-4F34-84D7-9955E9557241}"/>
              </a:ext>
            </a:extLst>
          </p:cNvPr>
          <p:cNvGrpSpPr>
            <a:grpSpLocks noChangeAspect="1"/>
          </p:cNvGrpSpPr>
          <p:nvPr/>
        </p:nvGrpSpPr>
        <p:grpSpPr>
          <a:xfrm>
            <a:off x="2450211" y="2822778"/>
            <a:ext cx="1260000" cy="1260000"/>
            <a:chOff x="366752" y="1816577"/>
            <a:chExt cx="1491473" cy="1491473"/>
          </a:xfrm>
        </p:grpSpPr>
        <p:sp>
          <p:nvSpPr>
            <p:cNvPr id="32" name="Oval 31">
              <a:hlinkClick r:id="rId4" action="ppaction://hlinksldjump"/>
              <a:extLst>
                <a:ext uri="{FF2B5EF4-FFF2-40B4-BE49-F238E27FC236}">
                  <a16:creationId xmlns:a16="http://schemas.microsoft.com/office/drawing/2014/main" id="{C8DF948D-8435-4EC1-9C5C-4CBAED5AA3E1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Oval 4">
              <a:extLst>
                <a:ext uri="{FF2B5EF4-FFF2-40B4-BE49-F238E27FC236}">
                  <a16:creationId xmlns:a16="http://schemas.microsoft.com/office/drawing/2014/main" id="{93CE72F0-FC60-4F1D-9615-058E8C19C7BA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/>
                <a:t>meteorology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33A8F5-67B1-426C-9727-1518569287FD}"/>
              </a:ext>
            </a:extLst>
          </p:cNvPr>
          <p:cNvGrpSpPr>
            <a:grpSpLocks noChangeAspect="1"/>
          </p:cNvGrpSpPr>
          <p:nvPr/>
        </p:nvGrpSpPr>
        <p:grpSpPr>
          <a:xfrm>
            <a:off x="3359789" y="5198494"/>
            <a:ext cx="1260000" cy="1260000"/>
            <a:chOff x="366752" y="1816577"/>
            <a:chExt cx="1491473" cy="1491473"/>
          </a:xfrm>
        </p:grpSpPr>
        <p:sp>
          <p:nvSpPr>
            <p:cNvPr id="35" name="Oval 34">
              <a:hlinkClick r:id="rId5" action="ppaction://hlinksldjump"/>
              <a:extLst>
                <a:ext uri="{FF2B5EF4-FFF2-40B4-BE49-F238E27FC236}">
                  <a16:creationId xmlns:a16="http://schemas.microsoft.com/office/drawing/2014/main" id="{91D2ACAF-AEEB-4E8D-B59A-5649B734BEA4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6" name="Oval 4">
              <a:extLst>
                <a:ext uri="{FF2B5EF4-FFF2-40B4-BE49-F238E27FC236}">
                  <a16:creationId xmlns:a16="http://schemas.microsoft.com/office/drawing/2014/main" id="{EBD74371-055D-4982-B398-8341B89AB5F7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/>
                <a:t>m</a:t>
              </a:r>
              <a:r>
                <a:rPr lang="en-GB" kern="1200" dirty="0"/>
                <a:t>odel parameters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696ED784-1554-4540-8ECC-FCC2C84BF048}"/>
              </a:ext>
            </a:extLst>
          </p:cNvPr>
          <p:cNvSpPr>
            <a:spLocks noChangeAspect="1"/>
          </p:cNvSpPr>
          <p:nvPr/>
        </p:nvSpPr>
        <p:spPr>
          <a:xfrm>
            <a:off x="7531174" y="3578057"/>
            <a:ext cx="1260000" cy="1260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fluxes &amp; storages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DB0559-EEA4-453B-8716-21E47E7432AA}"/>
              </a:ext>
            </a:extLst>
          </p:cNvPr>
          <p:cNvCxnSpPr>
            <a:cxnSpLocks/>
            <a:stCxn id="29" idx="5"/>
            <a:endCxn id="26" idx="1"/>
          </p:cNvCxnSpPr>
          <p:nvPr/>
        </p:nvCxnSpPr>
        <p:spPr>
          <a:xfrm>
            <a:off x="4435266" y="2867218"/>
            <a:ext cx="420410" cy="133620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67F69F-5A69-4AD9-ACBB-1D7CA450DACF}"/>
              </a:ext>
            </a:extLst>
          </p:cNvPr>
          <p:cNvCxnSpPr>
            <a:cxnSpLocks/>
            <a:stCxn id="33" idx="3"/>
            <a:endCxn id="26" idx="1"/>
          </p:cNvCxnSpPr>
          <p:nvPr/>
        </p:nvCxnSpPr>
        <p:spPr>
          <a:xfrm>
            <a:off x="3710211" y="3452779"/>
            <a:ext cx="1145465" cy="75064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93351A-938F-4986-A4DB-D212E70D1D37}"/>
              </a:ext>
            </a:extLst>
          </p:cNvPr>
          <p:cNvCxnSpPr>
            <a:cxnSpLocks/>
            <a:stCxn id="35" idx="7"/>
            <a:endCxn id="26" idx="1"/>
          </p:cNvCxnSpPr>
          <p:nvPr/>
        </p:nvCxnSpPr>
        <p:spPr>
          <a:xfrm flipV="1">
            <a:off x="4435266" y="4203420"/>
            <a:ext cx="420410" cy="117959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BEAEE0-5829-4AC1-A02A-164C67DA47FF}"/>
              </a:ext>
            </a:extLst>
          </p:cNvPr>
          <p:cNvCxnSpPr>
            <a:stCxn id="25" idx="6"/>
            <a:endCxn id="37" idx="2"/>
          </p:cNvCxnSpPr>
          <p:nvPr/>
        </p:nvCxnSpPr>
        <p:spPr>
          <a:xfrm>
            <a:off x="6475676" y="4203420"/>
            <a:ext cx="1055498" cy="463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5F3BCA0-64C1-4D15-86D1-9DA9007A93A8}"/>
              </a:ext>
            </a:extLst>
          </p:cNvPr>
          <p:cNvSpPr txBox="1"/>
          <p:nvPr/>
        </p:nvSpPr>
        <p:spPr>
          <a:xfrm>
            <a:off x="670559" y="1765858"/>
            <a:ext cx="2187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buClr>
                <a:schemeClr val="accent5"/>
              </a:buClr>
              <a:defRPr sz="2400">
                <a:solidFill>
                  <a:schemeClr val="accent5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 LISFLOOD run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BD606D-48A9-4C73-A039-C404D4D43A98}"/>
              </a:ext>
            </a:extLst>
          </p:cNvPr>
          <p:cNvSpPr txBox="1"/>
          <p:nvPr/>
        </p:nvSpPr>
        <p:spPr>
          <a:xfrm rot="20882640">
            <a:off x="6418593" y="2256167"/>
            <a:ext cx="169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Spatially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distributed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!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1F67E4-B3B8-43CC-8FD1-8F19548380A9}"/>
              </a:ext>
            </a:extLst>
          </p:cNvPr>
          <p:cNvSpPr txBox="1"/>
          <p:nvPr/>
        </p:nvSpPr>
        <p:spPr>
          <a:xfrm>
            <a:off x="7518440" y="4926991"/>
            <a:ext cx="22870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Discharge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Soil moisture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Reservoir storage</a:t>
            </a: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Snow water equivalent</a:t>
            </a:r>
          </a:p>
          <a:p>
            <a:r>
              <a:rPr lang="en-US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…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AEBBA4D-C1FE-46E9-A529-4517A7E95645}"/>
              </a:ext>
            </a:extLst>
          </p:cNvPr>
          <p:cNvGrpSpPr>
            <a:grpSpLocks noChangeAspect="1"/>
          </p:cNvGrpSpPr>
          <p:nvPr/>
        </p:nvGrpSpPr>
        <p:grpSpPr>
          <a:xfrm>
            <a:off x="2450211" y="4198682"/>
            <a:ext cx="1260000" cy="1260000"/>
            <a:chOff x="366752" y="1816577"/>
            <a:chExt cx="1491473" cy="1491473"/>
          </a:xfrm>
        </p:grpSpPr>
        <p:sp>
          <p:nvSpPr>
            <p:cNvPr id="58" name="Oval 57">
              <a:hlinkClick r:id="rId4" action="ppaction://hlinksldjump"/>
              <a:extLst>
                <a:ext uri="{FF2B5EF4-FFF2-40B4-BE49-F238E27FC236}">
                  <a16:creationId xmlns:a16="http://schemas.microsoft.com/office/drawing/2014/main" id="{B5648B5A-A276-4A2F-80D0-5822AB2DF7F4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9" name="Oval 4">
              <a:extLst>
                <a:ext uri="{FF2B5EF4-FFF2-40B4-BE49-F238E27FC236}">
                  <a16:creationId xmlns:a16="http://schemas.microsoft.com/office/drawing/2014/main" id="{639EF02D-8603-421C-9250-BA7482AAEAD4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/>
                <a:t>initial conditions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1D97FD7-8625-4D66-85D5-FA42E01A3FA2}"/>
              </a:ext>
            </a:extLst>
          </p:cNvPr>
          <p:cNvCxnSpPr>
            <a:cxnSpLocks/>
            <a:stCxn id="59" idx="3"/>
            <a:endCxn id="26" idx="1"/>
          </p:cNvCxnSpPr>
          <p:nvPr/>
        </p:nvCxnSpPr>
        <p:spPr>
          <a:xfrm flipV="1">
            <a:off x="3710211" y="4203420"/>
            <a:ext cx="1145465" cy="62526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109A979-3EC0-4556-9B90-3C6B0012F899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LISFLOOD-OS</a:t>
            </a:r>
          </a:p>
        </p:txBody>
      </p:sp>
      <p:sp>
        <p:nvSpPr>
          <p:cNvPr id="64" name="TextBox 63">
            <a:hlinkClick r:id="rId6" action="ppaction://hlinksldjump"/>
            <a:extLst>
              <a:ext uri="{FF2B5EF4-FFF2-40B4-BE49-F238E27FC236}">
                <a16:creationId xmlns:a16="http://schemas.microsoft.com/office/drawing/2014/main" id="{BBF27823-1384-4149-82B8-ABE19DFB781A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7E03EC-6583-4D49-A20C-BE68B201D0B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C9D1B4-E618-4892-BFFF-79BA8DA7E458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410815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4" grpId="0"/>
      <p:bldP spid="2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4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45086-773A-471B-B772-A6918BE84469}"/>
              </a:ext>
            </a:extLst>
          </p:cNvPr>
          <p:cNvSpPr txBox="1"/>
          <p:nvPr/>
        </p:nvSpPr>
        <p:spPr>
          <a:xfrm>
            <a:off x="670559" y="1029506"/>
            <a:ext cx="999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alibri Light" panose="020F0302020204030204" pitchFamily="34" charset="0"/>
              </a:rPr>
              <a:t>NeuralHydrology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is a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lumped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data-driven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streamflow model developed initially by Frederik </a:t>
            </a:r>
            <a:r>
              <a:rPr lang="en-US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Kratzert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(2018) and now used in Google Flood Hub.</a:t>
            </a:r>
            <a:endParaRPr lang="en-US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9FE697C-E088-459C-B01F-07FFBA17B715}"/>
              </a:ext>
            </a:extLst>
          </p:cNvPr>
          <p:cNvGrpSpPr>
            <a:grpSpLocks noChangeAspect="1"/>
          </p:cNvGrpSpPr>
          <p:nvPr/>
        </p:nvGrpSpPr>
        <p:grpSpPr>
          <a:xfrm>
            <a:off x="3110090" y="3231953"/>
            <a:ext cx="1620000" cy="1620000"/>
            <a:chOff x="3161352" y="1577119"/>
            <a:chExt cx="2076757" cy="2076757"/>
          </a:xfrm>
        </p:grpSpPr>
        <p:sp>
          <p:nvSpPr>
            <p:cNvPr id="14" name="Oval 13">
              <a:hlinkClick r:id="rId2"/>
              <a:extLst>
                <a:ext uri="{FF2B5EF4-FFF2-40B4-BE49-F238E27FC236}">
                  <a16:creationId xmlns:a16="http://schemas.microsoft.com/office/drawing/2014/main" id="{341370CD-4A3A-4984-BDB1-6D9E45FB8FD7}"/>
                </a:ext>
              </a:extLst>
            </p:cNvPr>
            <p:cNvSpPr/>
            <p:nvPr/>
          </p:nvSpPr>
          <p:spPr>
            <a:xfrm>
              <a:off x="3161352" y="1577119"/>
              <a:ext cx="2076757" cy="2076757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A2EA427C-CC47-4F92-AA6C-13F8D2F796AD}"/>
                </a:ext>
              </a:extLst>
            </p:cNvPr>
            <p:cNvSpPr txBox="1"/>
            <p:nvPr/>
          </p:nvSpPr>
          <p:spPr>
            <a:xfrm>
              <a:off x="3161352" y="1881253"/>
              <a:ext cx="2003579" cy="14684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(FC) 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+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 LSTM 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+</a:t>
              </a:r>
            </a:p>
            <a:p>
              <a:pPr lvl="0" algn="ctr" defTabSz="1466850">
                <a:lnSpc>
                  <a:spcPct val="90000"/>
                </a:lnSpc>
                <a:spcBef>
                  <a:spcPct val="0"/>
                </a:spcBef>
              </a:pPr>
              <a:r>
                <a:rPr lang="en-GB" sz="2000" kern="1200" dirty="0"/>
                <a:t> FC</a:t>
              </a:r>
              <a:endParaRPr lang="en-GB" sz="1600" kern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60D18BA-B514-41FC-917E-69555E70FFD1}"/>
              </a:ext>
            </a:extLst>
          </p:cNvPr>
          <p:cNvGrpSpPr>
            <a:grpSpLocks noChangeAspect="1"/>
          </p:cNvGrpSpPr>
          <p:nvPr/>
        </p:nvGrpSpPr>
        <p:grpSpPr>
          <a:xfrm>
            <a:off x="1329183" y="1975632"/>
            <a:ext cx="1296000" cy="1296000"/>
            <a:chOff x="366752" y="1816577"/>
            <a:chExt cx="1491473" cy="1491473"/>
          </a:xfrm>
        </p:grpSpPr>
        <p:sp>
          <p:nvSpPr>
            <p:cNvPr id="17" name="Oval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9F14EB72-79E0-4480-9996-25C6CF9FBB02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31E3AE64-81AC-4EF1-AA01-56D7A6290889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kern="1200" dirty="0"/>
                <a:t>physical properties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C656D3-7E71-4206-902C-788209B29089}"/>
              </a:ext>
            </a:extLst>
          </p:cNvPr>
          <p:cNvGrpSpPr>
            <a:grpSpLocks noChangeAspect="1"/>
          </p:cNvGrpSpPr>
          <p:nvPr/>
        </p:nvGrpSpPr>
        <p:grpSpPr>
          <a:xfrm>
            <a:off x="670559" y="3393953"/>
            <a:ext cx="1296000" cy="1296000"/>
            <a:chOff x="366752" y="1816577"/>
            <a:chExt cx="1491473" cy="1491473"/>
          </a:xfrm>
        </p:grpSpPr>
        <p:sp>
          <p:nvSpPr>
            <p:cNvPr id="20" name="Oval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7CA61165-4676-497A-8986-323770D85ACC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165BE890-0DAA-4B61-AB03-E21E24BA694F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kern="1200" dirty="0"/>
                <a:t>meteorology</a:t>
              </a:r>
              <a:endParaRPr lang="en-GB" sz="1400" kern="12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2E9EA0A9-765B-4722-A5B6-70D971DD15A7}"/>
              </a:ext>
            </a:extLst>
          </p:cNvPr>
          <p:cNvSpPr>
            <a:spLocks noChangeAspect="1"/>
          </p:cNvSpPr>
          <p:nvPr/>
        </p:nvSpPr>
        <p:spPr>
          <a:xfrm>
            <a:off x="5659996" y="3393952"/>
            <a:ext cx="1296000" cy="129600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d</a:t>
            </a:r>
            <a:r>
              <a:rPr lang="en-GB" dirty="0" err="1"/>
              <a:t>ischarge</a:t>
            </a:r>
            <a:r>
              <a:rPr lang="en-GB" dirty="0"/>
              <a:t>/ stage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9417C7-62BA-4C04-95C6-86447C3A40F2}"/>
              </a:ext>
            </a:extLst>
          </p:cNvPr>
          <p:cNvCxnSpPr>
            <a:cxnSpLocks/>
            <a:stCxn id="17" idx="5"/>
            <a:endCxn id="15" idx="1"/>
          </p:cNvCxnSpPr>
          <p:nvPr/>
        </p:nvCxnSpPr>
        <p:spPr>
          <a:xfrm>
            <a:off x="2435388" y="3081837"/>
            <a:ext cx="674702" cy="96011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A6197B-0CC3-4E9D-A782-1D193DA19B00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 flipV="1">
            <a:off x="1966559" y="4041953"/>
            <a:ext cx="1143531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247273-3161-4032-9AEC-AD96EC3E3AC0}"/>
              </a:ext>
            </a:extLst>
          </p:cNvPr>
          <p:cNvCxnSpPr>
            <a:stCxn id="14" idx="6"/>
            <a:endCxn id="25" idx="2"/>
          </p:cNvCxnSpPr>
          <p:nvPr/>
        </p:nvCxnSpPr>
        <p:spPr>
          <a:xfrm flipV="1">
            <a:off x="4730090" y="4041952"/>
            <a:ext cx="929906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6BB864C-42CA-45FD-B60C-F45164023B79}"/>
              </a:ext>
            </a:extLst>
          </p:cNvPr>
          <p:cNvGrpSpPr>
            <a:grpSpLocks noChangeAspect="1"/>
          </p:cNvGrpSpPr>
          <p:nvPr/>
        </p:nvGrpSpPr>
        <p:grpSpPr>
          <a:xfrm>
            <a:off x="1342065" y="4812274"/>
            <a:ext cx="1296000" cy="1296000"/>
            <a:chOff x="366752" y="1816577"/>
            <a:chExt cx="1491473" cy="1491473"/>
          </a:xfrm>
        </p:grpSpPr>
        <p:sp>
          <p:nvSpPr>
            <p:cNvPr id="36" name="Oval 35">
              <a:hlinkClick r:id="rId4" action="ppaction://hlinksldjump"/>
              <a:extLst>
                <a:ext uri="{FF2B5EF4-FFF2-40B4-BE49-F238E27FC236}">
                  <a16:creationId xmlns:a16="http://schemas.microsoft.com/office/drawing/2014/main" id="{15940FAB-64CC-485C-A6E0-EFE5511A75E6}"/>
                </a:ext>
              </a:extLst>
            </p:cNvPr>
            <p:cNvSpPr/>
            <p:nvPr/>
          </p:nvSpPr>
          <p:spPr>
            <a:xfrm>
              <a:off x="366752" y="1816577"/>
              <a:ext cx="1491473" cy="14914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Oval 4">
              <a:extLst>
                <a:ext uri="{FF2B5EF4-FFF2-40B4-BE49-F238E27FC236}">
                  <a16:creationId xmlns:a16="http://schemas.microsoft.com/office/drawing/2014/main" id="{A1685536-C8FA-4498-A1BD-B539FAC45159}"/>
                </a:ext>
              </a:extLst>
            </p:cNvPr>
            <p:cNvSpPr txBox="1"/>
            <p:nvPr/>
          </p:nvSpPr>
          <p:spPr>
            <a:xfrm>
              <a:off x="366752" y="2034998"/>
              <a:ext cx="1491473" cy="105463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</a:pPr>
              <a:r>
                <a:rPr lang="en-GB" dirty="0">
                  <a:solidFill>
                    <a:schemeClr val="bg2">
                      <a:lumMod val="50000"/>
                    </a:schemeClr>
                  </a:solidFill>
                </a:rPr>
                <a:t>d</a:t>
              </a:r>
              <a:r>
                <a:rPr lang="en-GB" kern="1200" dirty="0">
                  <a:solidFill>
                    <a:schemeClr val="bg2">
                      <a:lumMod val="50000"/>
                    </a:schemeClr>
                  </a:solidFill>
                </a:rPr>
                <a:t>ischarge/ stage</a:t>
              </a:r>
              <a:endParaRPr lang="en-GB" sz="1400" kern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9F0213-2B7E-41A8-87FC-88772CF9100B}"/>
              </a:ext>
            </a:extLst>
          </p:cNvPr>
          <p:cNvCxnSpPr>
            <a:cxnSpLocks/>
            <a:stCxn id="36" idx="7"/>
            <a:endCxn id="15" idx="1"/>
          </p:cNvCxnSpPr>
          <p:nvPr/>
        </p:nvCxnSpPr>
        <p:spPr>
          <a:xfrm flipV="1">
            <a:off x="2448270" y="4041953"/>
            <a:ext cx="661820" cy="96011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4BAF549-9ADE-43DC-B0F8-1E6C0777D568}"/>
              </a:ext>
            </a:extLst>
          </p:cNvPr>
          <p:cNvSpPr txBox="1"/>
          <p:nvPr/>
        </p:nvSpPr>
        <p:spPr>
          <a:xfrm rot="21091053">
            <a:off x="4624164" y="2188229"/>
            <a:ext cx="169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Lumped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!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CDFA70F-15EC-44E8-944C-0959190EBFC0}"/>
              </a:ext>
            </a:extLst>
          </p:cNvPr>
          <p:cNvSpPr txBox="1"/>
          <p:nvPr/>
        </p:nvSpPr>
        <p:spPr>
          <a:xfrm>
            <a:off x="7436570" y="3798439"/>
            <a:ext cx="411099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j-lt"/>
                <a:cs typeface="Calibri Light" panose="020F0302020204030204" pitchFamily="34" charset="0"/>
              </a:rPr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Black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Only produces </a:t>
            </a:r>
            <a:r>
              <a:rPr lang="en-US" dirty="0" smtClean="0">
                <a:latin typeface="+mj-lt"/>
                <a:cs typeface="Calibri Light" panose="020F0302020204030204" pitchFamily="34" charset="0"/>
              </a:rPr>
              <a:t>discharge/stage </a:t>
            </a:r>
            <a:r>
              <a:rPr lang="en-US" dirty="0">
                <a:latin typeface="+mj-lt"/>
                <a:cs typeface="Calibri Light" panose="020F0302020204030204" pitchFamily="34" charset="0"/>
              </a:rPr>
              <a:t>-&gt; fluxes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+mj-lt"/>
                <a:cs typeface="Calibri Light" panose="020F0302020204030204" pitchFamily="34" charset="0"/>
              </a:rPr>
              <a:t>(hidden state may have correlation with hydrological storages)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Only produces outputs at specific, predefined points.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7A3985-B473-4613-88BA-838A7A65CCD5}"/>
              </a:ext>
            </a:extLst>
          </p:cNvPr>
          <p:cNvSpPr txBox="1"/>
          <p:nvPr/>
        </p:nvSpPr>
        <p:spPr>
          <a:xfrm>
            <a:off x="7436570" y="2044865"/>
            <a:ext cx="411099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j-lt"/>
                <a:cs typeface="Calibri Light" panose="020F0302020204030204" pitchFamily="34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Computation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Generalization: it learns from multiple catchments simultaneously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Performance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0A94B46-D4FB-481F-8928-1902D0C721B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404B26-C9E0-41E0-98A5-774F0E1187D3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C9E3AD-ACD1-4829-AC93-746C9D8ED5CD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8653FC-3EDC-4A9B-86AF-A02254FF6C08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123954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 animBg="1"/>
      <p:bldP spid="39" grpId="0"/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val 78">
            <a:extLst>
              <a:ext uri="{FF2B5EF4-FFF2-40B4-BE49-F238E27FC236}">
                <a16:creationId xmlns:a16="http://schemas.microsoft.com/office/drawing/2014/main" id="{6F812D34-755C-42E5-A461-25D74F6941E1}"/>
              </a:ext>
            </a:extLst>
          </p:cNvPr>
          <p:cNvSpPr>
            <a:spLocks noChangeAspect="1"/>
          </p:cNvSpPr>
          <p:nvPr/>
        </p:nvSpPr>
        <p:spPr>
          <a:xfrm>
            <a:off x="3421435" y="5184034"/>
            <a:ext cx="936598" cy="93659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600" dirty="0"/>
              <a:t>weights bias</a:t>
            </a:r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5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683187-CF7E-44FA-AC93-80F17375550A}"/>
              </a:ext>
            </a:extLst>
          </p:cNvPr>
          <p:cNvSpPr txBox="1"/>
          <p:nvPr/>
        </p:nvSpPr>
        <p:spPr>
          <a:xfrm>
            <a:off x="670559" y="853551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Process-based models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5AAE6-A3D9-4D4D-9792-7064A30D813C}"/>
              </a:ext>
            </a:extLst>
          </p:cNvPr>
          <p:cNvSpPr txBox="1"/>
          <p:nvPr/>
        </p:nvSpPr>
        <p:spPr>
          <a:xfrm>
            <a:off x="670559" y="3818780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Deep learning models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8C5483-64E8-4A91-A916-4EF5D5C852E3}"/>
              </a:ext>
            </a:extLst>
          </p:cNvPr>
          <p:cNvSpPr>
            <a:spLocks noChangeAspect="1"/>
          </p:cNvSpPr>
          <p:nvPr/>
        </p:nvSpPr>
        <p:spPr>
          <a:xfrm>
            <a:off x="1978387" y="1439388"/>
            <a:ext cx="936598" cy="93659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inputs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69DD0A-F496-4C2D-9499-A90C162D5CBB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4367298" y="2431776"/>
            <a:ext cx="515716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36A7AF7-B3E9-4F2D-A875-AD21881DD291}"/>
              </a:ext>
            </a:extLst>
          </p:cNvPr>
          <p:cNvSpPr>
            <a:spLocks noChangeAspect="1"/>
          </p:cNvSpPr>
          <p:nvPr/>
        </p:nvSpPr>
        <p:spPr>
          <a:xfrm>
            <a:off x="1978387" y="2499597"/>
            <a:ext cx="936598" cy="93659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/>
              <a:t>parameters</a:t>
            </a:r>
            <a:endParaRPr lang="en-GB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B2D0B28-4964-40FD-B501-DCA9B0484380}"/>
              </a:ext>
            </a:extLst>
          </p:cNvPr>
          <p:cNvSpPr>
            <a:spLocks noChangeAspect="1"/>
          </p:cNvSpPr>
          <p:nvPr/>
        </p:nvSpPr>
        <p:spPr>
          <a:xfrm>
            <a:off x="3430700" y="1963477"/>
            <a:ext cx="936598" cy="93659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model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F2AB4A5-04DC-4C54-B64A-B24BE4B148DD}"/>
              </a:ext>
            </a:extLst>
          </p:cNvPr>
          <p:cNvSpPr>
            <a:spLocks noChangeAspect="1"/>
          </p:cNvSpPr>
          <p:nvPr/>
        </p:nvSpPr>
        <p:spPr>
          <a:xfrm>
            <a:off x="4883014" y="1963477"/>
            <a:ext cx="936598" cy="93659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sim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450F28-C1EC-465E-991B-AC0D4D0B6097}"/>
              </a:ext>
            </a:extLst>
          </p:cNvPr>
          <p:cNvSpPr>
            <a:spLocks noChangeAspect="1"/>
          </p:cNvSpPr>
          <p:nvPr/>
        </p:nvSpPr>
        <p:spPr>
          <a:xfrm>
            <a:off x="6335328" y="1963477"/>
            <a:ext cx="936598" cy="93659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err="1"/>
              <a:t>obs</a:t>
            </a:r>
            <a:endParaRPr lang="en-GB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F3AE7D2-C974-439D-8F04-847BFEDD3A13}"/>
              </a:ext>
            </a:extLst>
          </p:cNvPr>
          <p:cNvCxnSpPr>
            <a:cxnSpLocks/>
            <a:stCxn id="30" idx="6"/>
            <a:endCxn id="41" idx="2"/>
          </p:cNvCxnSpPr>
          <p:nvPr/>
        </p:nvCxnSpPr>
        <p:spPr>
          <a:xfrm>
            <a:off x="2914985" y="1907687"/>
            <a:ext cx="515715" cy="52408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C3EA17D-709B-4EF8-ACCC-F5F6E924D00B}"/>
              </a:ext>
            </a:extLst>
          </p:cNvPr>
          <p:cNvCxnSpPr>
            <a:cxnSpLocks/>
            <a:stCxn id="32" idx="6"/>
            <a:endCxn id="41" idx="2"/>
          </p:cNvCxnSpPr>
          <p:nvPr/>
        </p:nvCxnSpPr>
        <p:spPr>
          <a:xfrm flipV="1">
            <a:off x="2914985" y="2431776"/>
            <a:ext cx="515715" cy="53612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6EF82B5-35DE-4F79-9C42-7C43A86665AE}"/>
              </a:ext>
            </a:extLst>
          </p:cNvPr>
          <p:cNvCxnSpPr>
            <a:cxnSpLocks/>
            <a:stCxn id="42" idx="6"/>
            <a:endCxn id="43" idx="2"/>
          </p:cNvCxnSpPr>
          <p:nvPr/>
        </p:nvCxnSpPr>
        <p:spPr>
          <a:xfrm>
            <a:off x="5819612" y="2431776"/>
            <a:ext cx="515716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87B31A7-0751-4B42-B2AA-7A93F8491E9C}"/>
              </a:ext>
            </a:extLst>
          </p:cNvPr>
          <p:cNvSpPr txBox="1"/>
          <p:nvPr/>
        </p:nvSpPr>
        <p:spPr>
          <a:xfrm>
            <a:off x="5806912" y="2036211"/>
            <a:ext cx="51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OF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1CC7B9E-2CD3-4650-8D1A-F91640DEE764}"/>
              </a:ext>
            </a:extLst>
          </p:cNvPr>
          <p:cNvCxnSpPr>
            <a:cxnSpLocks/>
            <a:stCxn id="42" idx="4"/>
            <a:endCxn id="32" idx="4"/>
          </p:cNvCxnSpPr>
          <p:nvPr/>
        </p:nvCxnSpPr>
        <p:spPr>
          <a:xfrm rot="5400000">
            <a:off x="3630940" y="1715822"/>
            <a:ext cx="536120" cy="2904627"/>
          </a:xfrm>
          <a:prstGeom prst="bentConnector3">
            <a:avLst>
              <a:gd name="adj1" fmla="val 14264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935292B-4C1F-4646-8D4E-5CCADE4BF35A}"/>
              </a:ext>
            </a:extLst>
          </p:cNvPr>
          <p:cNvSpPr txBox="1"/>
          <p:nvPr/>
        </p:nvSpPr>
        <p:spPr>
          <a:xfrm>
            <a:off x="7787642" y="2169573"/>
            <a:ext cx="4110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Optimization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Catchment specific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15DF8B9-A081-41D0-9063-110C3B0D5941}"/>
              </a:ext>
            </a:extLst>
          </p:cNvPr>
          <p:cNvSpPr>
            <a:spLocks noChangeAspect="1"/>
          </p:cNvSpPr>
          <p:nvPr/>
        </p:nvSpPr>
        <p:spPr>
          <a:xfrm>
            <a:off x="1972280" y="4448698"/>
            <a:ext cx="936598" cy="93659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inputs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EC3F538-5011-433B-BBB9-B6E7CCC76E0E}"/>
              </a:ext>
            </a:extLst>
          </p:cNvPr>
          <p:cNvCxnSpPr>
            <a:cxnSpLocks/>
            <a:stCxn id="67" idx="6"/>
            <a:endCxn id="68" idx="2"/>
          </p:cNvCxnSpPr>
          <p:nvPr/>
        </p:nvCxnSpPr>
        <p:spPr>
          <a:xfrm>
            <a:off x="4367298" y="4909668"/>
            <a:ext cx="515716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118ED2BF-E125-4B48-8777-D9927AD61A11}"/>
              </a:ext>
            </a:extLst>
          </p:cNvPr>
          <p:cNvSpPr>
            <a:spLocks noChangeAspect="1"/>
          </p:cNvSpPr>
          <p:nvPr/>
        </p:nvSpPr>
        <p:spPr>
          <a:xfrm>
            <a:off x="3430700" y="4441369"/>
            <a:ext cx="936598" cy="93659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model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44F36C0-EA8D-43D2-B367-226B6C1DF3DC}"/>
              </a:ext>
            </a:extLst>
          </p:cNvPr>
          <p:cNvSpPr>
            <a:spLocks noChangeAspect="1"/>
          </p:cNvSpPr>
          <p:nvPr/>
        </p:nvSpPr>
        <p:spPr>
          <a:xfrm>
            <a:off x="4883014" y="4441369"/>
            <a:ext cx="936598" cy="936598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/>
              <a:t>sim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C794EA1-008F-4212-BA6D-7391A70BC0EA}"/>
              </a:ext>
            </a:extLst>
          </p:cNvPr>
          <p:cNvSpPr>
            <a:spLocks noChangeAspect="1"/>
          </p:cNvSpPr>
          <p:nvPr/>
        </p:nvSpPr>
        <p:spPr>
          <a:xfrm>
            <a:off x="6335328" y="4441369"/>
            <a:ext cx="936598" cy="936598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dirty="0" err="1"/>
              <a:t>obs</a:t>
            </a:r>
            <a:endParaRPr lang="en-GB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C726E4C-8179-44DA-A9F7-6EE019391365}"/>
              </a:ext>
            </a:extLst>
          </p:cNvPr>
          <p:cNvCxnSpPr>
            <a:cxnSpLocks/>
            <a:stCxn id="64" idx="6"/>
            <a:endCxn id="67" idx="2"/>
          </p:cNvCxnSpPr>
          <p:nvPr/>
        </p:nvCxnSpPr>
        <p:spPr>
          <a:xfrm flipV="1">
            <a:off x="2908878" y="4909668"/>
            <a:ext cx="521822" cy="732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D2EC1AF-6F40-4F29-9CF5-CBFD7A8E5414}"/>
              </a:ext>
            </a:extLst>
          </p:cNvPr>
          <p:cNvCxnSpPr>
            <a:cxnSpLocks/>
            <a:stCxn id="68" idx="6"/>
            <a:endCxn id="69" idx="2"/>
          </p:cNvCxnSpPr>
          <p:nvPr/>
        </p:nvCxnSpPr>
        <p:spPr>
          <a:xfrm>
            <a:off x="5819612" y="4909668"/>
            <a:ext cx="515716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11A832A-B882-4A7F-A2C4-762BCC2C1E96}"/>
              </a:ext>
            </a:extLst>
          </p:cNvPr>
          <p:cNvSpPr txBox="1"/>
          <p:nvPr/>
        </p:nvSpPr>
        <p:spPr>
          <a:xfrm>
            <a:off x="5838142" y="4947045"/>
            <a:ext cx="51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LF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9AB9DEA2-3F7C-4A28-B664-9869300B3EB7}"/>
              </a:ext>
            </a:extLst>
          </p:cNvPr>
          <p:cNvCxnSpPr>
            <a:cxnSpLocks/>
            <a:stCxn id="73" idx="2"/>
            <a:endCxn id="79" idx="4"/>
          </p:cNvCxnSpPr>
          <p:nvPr/>
        </p:nvCxnSpPr>
        <p:spPr>
          <a:xfrm rot="5400000">
            <a:off x="4590740" y="4615371"/>
            <a:ext cx="804255" cy="2206266"/>
          </a:xfrm>
          <a:prstGeom prst="bentConnector3">
            <a:avLst>
              <a:gd name="adj1" fmla="val 12842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A439C45-D9ED-48FC-A015-B59DB1F14FEE}"/>
              </a:ext>
            </a:extLst>
          </p:cNvPr>
          <p:cNvSpPr txBox="1"/>
          <p:nvPr/>
        </p:nvSpPr>
        <p:spPr>
          <a:xfrm>
            <a:off x="4246038" y="6204901"/>
            <a:ext cx="1596718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back propagation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B6FC90-A8DF-40FF-A445-DE80185034EE}"/>
              </a:ext>
            </a:extLst>
          </p:cNvPr>
          <p:cNvSpPr txBox="1"/>
          <p:nvPr/>
        </p:nvSpPr>
        <p:spPr>
          <a:xfrm>
            <a:off x="7769112" y="4621180"/>
            <a:ext cx="4110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Back-propagation of gradients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Calibri Light" panose="020F0302020204030204" pitchFamily="34" charset="0"/>
              </a:rPr>
              <a:t>Multiple catchments simultaneously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392D8B-E9FE-43CD-BF38-1CE8C830CA7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3BB8F50-F76A-4A78-9E49-6C00B474B690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9932E9-57D1-4949-8559-8842149DC2A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4BA71F-CD8A-4F65-A550-F37787B976F0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362296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24" grpId="0"/>
      <p:bldP spid="29" grpId="0"/>
      <p:bldP spid="30" grpId="0" animBg="1"/>
      <p:bldP spid="32" grpId="0" animBg="1"/>
      <p:bldP spid="41" grpId="0" animBg="1"/>
      <p:bldP spid="42" grpId="0" animBg="1"/>
      <p:bldP spid="43" grpId="0" animBg="1"/>
      <p:bldP spid="57" grpId="0"/>
      <p:bldP spid="63" grpId="0"/>
      <p:bldP spid="64" grpId="0" animBg="1"/>
      <p:bldP spid="67" grpId="0" animBg="1"/>
      <p:bldP spid="68" grpId="0" animBg="1"/>
      <p:bldP spid="69" grpId="0" animBg="1"/>
      <p:bldP spid="73" grpId="0"/>
      <p:bldP spid="78" grpId="0" animBg="1"/>
      <p:bldP spid="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BA2EF3F-EC4D-4169-A661-CBFDCA235974}"/>
              </a:ext>
            </a:extLst>
          </p:cNvPr>
          <p:cNvGrpSpPr/>
          <p:nvPr/>
        </p:nvGrpSpPr>
        <p:grpSpPr>
          <a:xfrm>
            <a:off x="1011337" y="1841546"/>
            <a:ext cx="3268103" cy="2230948"/>
            <a:chOff x="1011337" y="1841546"/>
            <a:chExt cx="3268103" cy="2230948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F6533F1-50FF-4900-B643-9941BDF8448B}"/>
                </a:ext>
              </a:extLst>
            </p:cNvPr>
            <p:cNvSpPr/>
            <p:nvPr/>
          </p:nvSpPr>
          <p:spPr>
            <a:xfrm>
              <a:off x="2265326" y="1862355"/>
              <a:ext cx="2014114" cy="2200275"/>
            </a:xfrm>
            <a:custGeom>
              <a:avLst/>
              <a:gdLst>
                <a:gd name="connsiteX0" fmla="*/ 2013561 w 2014114"/>
                <a:gd name="connsiteY0" fmla="*/ 1666875 h 2200275"/>
                <a:gd name="connsiteX1" fmla="*/ 2013561 w 2014114"/>
                <a:gd name="connsiteY1" fmla="*/ 1666875 h 2200275"/>
                <a:gd name="connsiteX2" fmla="*/ 1956411 w 2014114"/>
                <a:gd name="connsiteY2" fmla="*/ 1600200 h 2200275"/>
                <a:gd name="connsiteX3" fmla="*/ 1927836 w 2014114"/>
                <a:gd name="connsiteY3" fmla="*/ 1571625 h 2200275"/>
                <a:gd name="connsiteX4" fmla="*/ 1889736 w 2014114"/>
                <a:gd name="connsiteY4" fmla="*/ 1514475 h 2200275"/>
                <a:gd name="connsiteX5" fmla="*/ 1880211 w 2014114"/>
                <a:gd name="connsiteY5" fmla="*/ 1485900 h 2200275"/>
                <a:gd name="connsiteX6" fmla="*/ 1851636 w 2014114"/>
                <a:gd name="connsiteY6" fmla="*/ 1466850 h 2200275"/>
                <a:gd name="connsiteX7" fmla="*/ 1813536 w 2014114"/>
                <a:gd name="connsiteY7" fmla="*/ 1323975 h 2200275"/>
                <a:gd name="connsiteX8" fmla="*/ 1794486 w 2014114"/>
                <a:gd name="connsiteY8" fmla="*/ 1266825 h 2200275"/>
                <a:gd name="connsiteX9" fmla="*/ 1784961 w 2014114"/>
                <a:gd name="connsiteY9" fmla="*/ 1238250 h 2200275"/>
                <a:gd name="connsiteX10" fmla="*/ 1746861 w 2014114"/>
                <a:gd name="connsiteY10" fmla="*/ 1181100 h 2200275"/>
                <a:gd name="connsiteX11" fmla="*/ 1727811 w 2014114"/>
                <a:gd name="connsiteY11" fmla="*/ 1152525 h 2200275"/>
                <a:gd name="connsiteX12" fmla="*/ 1708761 w 2014114"/>
                <a:gd name="connsiteY12" fmla="*/ 1104900 h 2200275"/>
                <a:gd name="connsiteX13" fmla="*/ 1689711 w 2014114"/>
                <a:gd name="connsiteY13" fmla="*/ 1076325 h 2200275"/>
                <a:gd name="connsiteX14" fmla="*/ 1680186 w 2014114"/>
                <a:gd name="connsiteY14" fmla="*/ 1047750 h 2200275"/>
                <a:gd name="connsiteX15" fmla="*/ 1661136 w 2014114"/>
                <a:gd name="connsiteY15" fmla="*/ 1019175 h 2200275"/>
                <a:gd name="connsiteX16" fmla="*/ 1613511 w 2014114"/>
                <a:gd name="connsiteY16" fmla="*/ 942975 h 2200275"/>
                <a:gd name="connsiteX17" fmla="*/ 1575411 w 2014114"/>
                <a:gd name="connsiteY17" fmla="*/ 895350 h 2200275"/>
                <a:gd name="connsiteX18" fmla="*/ 1565886 w 2014114"/>
                <a:gd name="connsiteY18" fmla="*/ 866775 h 2200275"/>
                <a:gd name="connsiteX19" fmla="*/ 1537311 w 2014114"/>
                <a:gd name="connsiteY19" fmla="*/ 838200 h 2200275"/>
                <a:gd name="connsiteX20" fmla="*/ 1518261 w 2014114"/>
                <a:gd name="connsiteY20" fmla="*/ 800100 h 2200275"/>
                <a:gd name="connsiteX21" fmla="*/ 1461111 w 2014114"/>
                <a:gd name="connsiteY21" fmla="*/ 752475 h 2200275"/>
                <a:gd name="connsiteX22" fmla="*/ 1403961 w 2014114"/>
                <a:gd name="connsiteY22" fmla="*/ 676275 h 2200275"/>
                <a:gd name="connsiteX23" fmla="*/ 1337286 w 2014114"/>
                <a:gd name="connsiteY23" fmla="*/ 619125 h 2200275"/>
                <a:gd name="connsiteX24" fmla="*/ 1318236 w 2014114"/>
                <a:gd name="connsiteY24" fmla="*/ 590550 h 2200275"/>
                <a:gd name="connsiteX25" fmla="*/ 1270611 w 2014114"/>
                <a:gd name="connsiteY25" fmla="*/ 533400 h 2200275"/>
                <a:gd name="connsiteX26" fmla="*/ 1251561 w 2014114"/>
                <a:gd name="connsiteY26" fmla="*/ 504825 h 2200275"/>
                <a:gd name="connsiteX27" fmla="*/ 1222986 w 2014114"/>
                <a:gd name="connsiteY27" fmla="*/ 485775 h 2200275"/>
                <a:gd name="connsiteX28" fmla="*/ 1184886 w 2014114"/>
                <a:gd name="connsiteY28" fmla="*/ 457200 h 2200275"/>
                <a:gd name="connsiteX29" fmla="*/ 1127736 w 2014114"/>
                <a:gd name="connsiteY29" fmla="*/ 419100 h 2200275"/>
                <a:gd name="connsiteX30" fmla="*/ 1108686 w 2014114"/>
                <a:gd name="connsiteY30" fmla="*/ 390525 h 2200275"/>
                <a:gd name="connsiteX31" fmla="*/ 1080111 w 2014114"/>
                <a:gd name="connsiteY31" fmla="*/ 381000 h 2200275"/>
                <a:gd name="connsiteX32" fmla="*/ 1022961 w 2014114"/>
                <a:gd name="connsiteY32" fmla="*/ 342900 h 2200275"/>
                <a:gd name="connsiteX33" fmla="*/ 956286 w 2014114"/>
                <a:gd name="connsiteY33" fmla="*/ 295275 h 2200275"/>
                <a:gd name="connsiteX34" fmla="*/ 899136 w 2014114"/>
                <a:gd name="connsiteY34" fmla="*/ 257175 h 2200275"/>
                <a:gd name="connsiteX35" fmla="*/ 880086 w 2014114"/>
                <a:gd name="connsiteY35" fmla="*/ 228600 h 2200275"/>
                <a:gd name="connsiteX36" fmla="*/ 822936 w 2014114"/>
                <a:gd name="connsiteY36" fmla="*/ 209550 h 2200275"/>
                <a:gd name="connsiteX37" fmla="*/ 765786 w 2014114"/>
                <a:gd name="connsiteY37" fmla="*/ 171450 h 2200275"/>
                <a:gd name="connsiteX38" fmla="*/ 680061 w 2014114"/>
                <a:gd name="connsiteY38" fmla="*/ 114300 h 2200275"/>
                <a:gd name="connsiteX39" fmla="*/ 651486 w 2014114"/>
                <a:gd name="connsiteY39" fmla="*/ 95250 h 2200275"/>
                <a:gd name="connsiteX40" fmla="*/ 622911 w 2014114"/>
                <a:gd name="connsiteY40" fmla="*/ 76200 h 2200275"/>
                <a:gd name="connsiteX41" fmla="*/ 508611 w 2014114"/>
                <a:gd name="connsiteY41" fmla="*/ 38100 h 2200275"/>
                <a:gd name="connsiteX42" fmla="*/ 480036 w 2014114"/>
                <a:gd name="connsiteY42" fmla="*/ 28575 h 2200275"/>
                <a:gd name="connsiteX43" fmla="*/ 451461 w 2014114"/>
                <a:gd name="connsiteY43" fmla="*/ 19050 h 2200275"/>
                <a:gd name="connsiteX44" fmla="*/ 327636 w 2014114"/>
                <a:gd name="connsiteY44" fmla="*/ 0 h 2200275"/>
                <a:gd name="connsiteX45" fmla="*/ 146661 w 2014114"/>
                <a:gd name="connsiteY45" fmla="*/ 9525 h 2200275"/>
                <a:gd name="connsiteX46" fmla="*/ 89511 w 2014114"/>
                <a:gd name="connsiteY46" fmla="*/ 28575 h 2200275"/>
                <a:gd name="connsiteX47" fmla="*/ 70461 w 2014114"/>
                <a:gd name="connsiteY47" fmla="*/ 457200 h 2200275"/>
                <a:gd name="connsiteX48" fmla="*/ 51411 w 2014114"/>
                <a:gd name="connsiteY48" fmla="*/ 752475 h 2200275"/>
                <a:gd name="connsiteX49" fmla="*/ 41886 w 2014114"/>
                <a:gd name="connsiteY49" fmla="*/ 828675 h 2200275"/>
                <a:gd name="connsiteX50" fmla="*/ 13311 w 2014114"/>
                <a:gd name="connsiteY50" fmla="*/ 923925 h 2200275"/>
                <a:gd name="connsiteX51" fmla="*/ 3786 w 2014114"/>
                <a:gd name="connsiteY51" fmla="*/ 990600 h 2200275"/>
                <a:gd name="connsiteX52" fmla="*/ 22836 w 2014114"/>
                <a:gd name="connsiteY52" fmla="*/ 1457325 h 2200275"/>
                <a:gd name="connsiteX53" fmla="*/ 41886 w 2014114"/>
                <a:gd name="connsiteY53" fmla="*/ 1905000 h 2200275"/>
                <a:gd name="connsiteX54" fmla="*/ 32361 w 2014114"/>
                <a:gd name="connsiteY54" fmla="*/ 2152650 h 2200275"/>
                <a:gd name="connsiteX55" fmla="*/ 13311 w 2014114"/>
                <a:gd name="connsiteY55" fmla="*/ 2200275 h 2200275"/>
                <a:gd name="connsiteX56" fmla="*/ 89511 w 2014114"/>
                <a:gd name="connsiteY56" fmla="*/ 2190750 h 2200275"/>
                <a:gd name="connsiteX57" fmla="*/ 137136 w 2014114"/>
                <a:gd name="connsiteY57" fmla="*/ 2181225 h 2200275"/>
                <a:gd name="connsiteX58" fmla="*/ 251436 w 2014114"/>
                <a:gd name="connsiteY58" fmla="*/ 2162175 h 2200275"/>
                <a:gd name="connsiteX59" fmla="*/ 308586 w 2014114"/>
                <a:gd name="connsiteY59" fmla="*/ 2152650 h 2200275"/>
                <a:gd name="connsiteX60" fmla="*/ 441936 w 2014114"/>
                <a:gd name="connsiteY60" fmla="*/ 2133600 h 2200275"/>
                <a:gd name="connsiteX61" fmla="*/ 489561 w 2014114"/>
                <a:gd name="connsiteY61" fmla="*/ 2124075 h 2200275"/>
                <a:gd name="connsiteX62" fmla="*/ 518136 w 2014114"/>
                <a:gd name="connsiteY62" fmla="*/ 2114550 h 2200275"/>
                <a:gd name="connsiteX63" fmla="*/ 594336 w 2014114"/>
                <a:gd name="connsiteY63" fmla="*/ 2105025 h 2200275"/>
                <a:gd name="connsiteX64" fmla="*/ 661011 w 2014114"/>
                <a:gd name="connsiteY64" fmla="*/ 2085975 h 2200275"/>
                <a:gd name="connsiteX65" fmla="*/ 708636 w 2014114"/>
                <a:gd name="connsiteY65" fmla="*/ 2076450 h 2200275"/>
                <a:gd name="connsiteX66" fmla="*/ 765786 w 2014114"/>
                <a:gd name="connsiteY66" fmla="*/ 2057400 h 2200275"/>
                <a:gd name="connsiteX67" fmla="*/ 822936 w 2014114"/>
                <a:gd name="connsiteY67" fmla="*/ 2028825 h 2200275"/>
                <a:gd name="connsiteX68" fmla="*/ 851511 w 2014114"/>
                <a:gd name="connsiteY68" fmla="*/ 2000250 h 2200275"/>
                <a:gd name="connsiteX69" fmla="*/ 908661 w 2014114"/>
                <a:gd name="connsiteY69" fmla="*/ 1981200 h 2200275"/>
                <a:gd name="connsiteX70" fmla="*/ 956286 w 2014114"/>
                <a:gd name="connsiteY70" fmla="*/ 1971675 h 2200275"/>
                <a:gd name="connsiteX71" fmla="*/ 1022961 w 2014114"/>
                <a:gd name="connsiteY71" fmla="*/ 1962150 h 2200275"/>
                <a:gd name="connsiteX72" fmla="*/ 1089636 w 2014114"/>
                <a:gd name="connsiteY72" fmla="*/ 1943100 h 2200275"/>
                <a:gd name="connsiteX73" fmla="*/ 1156311 w 2014114"/>
                <a:gd name="connsiteY73" fmla="*/ 1924050 h 2200275"/>
                <a:gd name="connsiteX74" fmla="*/ 1280136 w 2014114"/>
                <a:gd name="connsiteY74" fmla="*/ 1895475 h 2200275"/>
                <a:gd name="connsiteX75" fmla="*/ 1308711 w 2014114"/>
                <a:gd name="connsiteY75" fmla="*/ 1885950 h 2200275"/>
                <a:gd name="connsiteX76" fmla="*/ 1346811 w 2014114"/>
                <a:gd name="connsiteY76" fmla="*/ 1876425 h 2200275"/>
                <a:gd name="connsiteX77" fmla="*/ 1375386 w 2014114"/>
                <a:gd name="connsiteY77" fmla="*/ 1866900 h 2200275"/>
                <a:gd name="connsiteX78" fmla="*/ 1546836 w 2014114"/>
                <a:gd name="connsiteY78" fmla="*/ 1857375 h 2200275"/>
                <a:gd name="connsiteX79" fmla="*/ 1603986 w 2014114"/>
                <a:gd name="connsiteY79" fmla="*/ 1847850 h 2200275"/>
                <a:gd name="connsiteX80" fmla="*/ 1708761 w 2014114"/>
                <a:gd name="connsiteY80" fmla="*/ 1838325 h 2200275"/>
                <a:gd name="connsiteX81" fmla="*/ 1746861 w 2014114"/>
                <a:gd name="connsiteY81" fmla="*/ 1828800 h 2200275"/>
                <a:gd name="connsiteX82" fmla="*/ 1861161 w 2014114"/>
                <a:gd name="connsiteY82" fmla="*/ 1809750 h 2200275"/>
                <a:gd name="connsiteX83" fmla="*/ 1918311 w 2014114"/>
                <a:gd name="connsiteY83" fmla="*/ 1800225 h 2200275"/>
                <a:gd name="connsiteX84" fmla="*/ 1984986 w 2014114"/>
                <a:gd name="connsiteY84" fmla="*/ 1781175 h 2200275"/>
                <a:gd name="connsiteX85" fmla="*/ 2013561 w 2014114"/>
                <a:gd name="connsiteY85" fmla="*/ 1724025 h 2200275"/>
                <a:gd name="connsiteX86" fmla="*/ 2013561 w 2014114"/>
                <a:gd name="connsiteY86" fmla="*/ 1666875 h 220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014114" h="2200275">
                  <a:moveTo>
                    <a:pt x="2013561" y="1666875"/>
                  </a:moveTo>
                  <a:lnTo>
                    <a:pt x="2013561" y="1666875"/>
                  </a:lnTo>
                  <a:cubicBezTo>
                    <a:pt x="1994511" y="1644650"/>
                    <a:pt x="1975993" y="1621958"/>
                    <a:pt x="1956411" y="1600200"/>
                  </a:cubicBezTo>
                  <a:cubicBezTo>
                    <a:pt x="1947400" y="1590188"/>
                    <a:pt x="1936106" y="1582258"/>
                    <a:pt x="1927836" y="1571625"/>
                  </a:cubicBezTo>
                  <a:cubicBezTo>
                    <a:pt x="1913780" y="1553553"/>
                    <a:pt x="1896976" y="1536195"/>
                    <a:pt x="1889736" y="1514475"/>
                  </a:cubicBezTo>
                  <a:cubicBezTo>
                    <a:pt x="1886561" y="1504950"/>
                    <a:pt x="1886483" y="1493740"/>
                    <a:pt x="1880211" y="1485900"/>
                  </a:cubicBezTo>
                  <a:cubicBezTo>
                    <a:pt x="1873060" y="1476961"/>
                    <a:pt x="1861161" y="1473200"/>
                    <a:pt x="1851636" y="1466850"/>
                  </a:cubicBezTo>
                  <a:cubicBezTo>
                    <a:pt x="1822694" y="1322141"/>
                    <a:pt x="1848064" y="1418927"/>
                    <a:pt x="1813536" y="1323975"/>
                  </a:cubicBezTo>
                  <a:cubicBezTo>
                    <a:pt x="1806674" y="1305104"/>
                    <a:pt x="1800836" y="1285875"/>
                    <a:pt x="1794486" y="1266825"/>
                  </a:cubicBezTo>
                  <a:cubicBezTo>
                    <a:pt x="1791311" y="1257300"/>
                    <a:pt x="1790530" y="1246604"/>
                    <a:pt x="1784961" y="1238250"/>
                  </a:cubicBezTo>
                  <a:lnTo>
                    <a:pt x="1746861" y="1181100"/>
                  </a:lnTo>
                  <a:cubicBezTo>
                    <a:pt x="1740511" y="1171575"/>
                    <a:pt x="1732063" y="1163154"/>
                    <a:pt x="1727811" y="1152525"/>
                  </a:cubicBezTo>
                  <a:cubicBezTo>
                    <a:pt x="1721461" y="1136650"/>
                    <a:pt x="1716407" y="1120193"/>
                    <a:pt x="1708761" y="1104900"/>
                  </a:cubicBezTo>
                  <a:cubicBezTo>
                    <a:pt x="1703641" y="1094661"/>
                    <a:pt x="1694831" y="1086564"/>
                    <a:pt x="1689711" y="1076325"/>
                  </a:cubicBezTo>
                  <a:cubicBezTo>
                    <a:pt x="1685221" y="1067345"/>
                    <a:pt x="1684676" y="1056730"/>
                    <a:pt x="1680186" y="1047750"/>
                  </a:cubicBezTo>
                  <a:cubicBezTo>
                    <a:pt x="1675066" y="1037511"/>
                    <a:pt x="1666256" y="1029414"/>
                    <a:pt x="1661136" y="1019175"/>
                  </a:cubicBezTo>
                  <a:cubicBezTo>
                    <a:pt x="1625057" y="947017"/>
                    <a:pt x="1663651" y="993115"/>
                    <a:pt x="1613511" y="942975"/>
                  </a:cubicBezTo>
                  <a:cubicBezTo>
                    <a:pt x="1589570" y="871151"/>
                    <a:pt x="1624650" y="956898"/>
                    <a:pt x="1575411" y="895350"/>
                  </a:cubicBezTo>
                  <a:cubicBezTo>
                    <a:pt x="1569139" y="887510"/>
                    <a:pt x="1571455" y="875129"/>
                    <a:pt x="1565886" y="866775"/>
                  </a:cubicBezTo>
                  <a:cubicBezTo>
                    <a:pt x="1558414" y="855567"/>
                    <a:pt x="1545141" y="849161"/>
                    <a:pt x="1537311" y="838200"/>
                  </a:cubicBezTo>
                  <a:cubicBezTo>
                    <a:pt x="1529058" y="826646"/>
                    <a:pt x="1526514" y="811654"/>
                    <a:pt x="1518261" y="800100"/>
                  </a:cubicBezTo>
                  <a:cubicBezTo>
                    <a:pt x="1501593" y="776765"/>
                    <a:pt x="1483896" y="767665"/>
                    <a:pt x="1461111" y="752475"/>
                  </a:cubicBezTo>
                  <a:cubicBezTo>
                    <a:pt x="1443524" y="726095"/>
                    <a:pt x="1426587" y="698901"/>
                    <a:pt x="1403961" y="676275"/>
                  </a:cubicBezTo>
                  <a:cubicBezTo>
                    <a:pt x="1340894" y="613208"/>
                    <a:pt x="1389127" y="681334"/>
                    <a:pt x="1337286" y="619125"/>
                  </a:cubicBezTo>
                  <a:cubicBezTo>
                    <a:pt x="1329957" y="610331"/>
                    <a:pt x="1325264" y="599586"/>
                    <a:pt x="1318236" y="590550"/>
                  </a:cubicBezTo>
                  <a:cubicBezTo>
                    <a:pt x="1303012" y="570976"/>
                    <a:pt x="1285835" y="552974"/>
                    <a:pt x="1270611" y="533400"/>
                  </a:cubicBezTo>
                  <a:cubicBezTo>
                    <a:pt x="1263583" y="524364"/>
                    <a:pt x="1259656" y="512920"/>
                    <a:pt x="1251561" y="504825"/>
                  </a:cubicBezTo>
                  <a:cubicBezTo>
                    <a:pt x="1243466" y="496730"/>
                    <a:pt x="1232301" y="492429"/>
                    <a:pt x="1222986" y="485775"/>
                  </a:cubicBezTo>
                  <a:cubicBezTo>
                    <a:pt x="1210068" y="476548"/>
                    <a:pt x="1197891" y="466304"/>
                    <a:pt x="1184886" y="457200"/>
                  </a:cubicBezTo>
                  <a:cubicBezTo>
                    <a:pt x="1166129" y="444070"/>
                    <a:pt x="1127736" y="419100"/>
                    <a:pt x="1127736" y="419100"/>
                  </a:cubicBezTo>
                  <a:cubicBezTo>
                    <a:pt x="1121386" y="409575"/>
                    <a:pt x="1117625" y="397676"/>
                    <a:pt x="1108686" y="390525"/>
                  </a:cubicBezTo>
                  <a:cubicBezTo>
                    <a:pt x="1100846" y="384253"/>
                    <a:pt x="1088888" y="385876"/>
                    <a:pt x="1080111" y="381000"/>
                  </a:cubicBezTo>
                  <a:cubicBezTo>
                    <a:pt x="1060097" y="369881"/>
                    <a:pt x="1039150" y="359089"/>
                    <a:pt x="1022961" y="342900"/>
                  </a:cubicBezTo>
                  <a:cubicBezTo>
                    <a:pt x="948665" y="268604"/>
                    <a:pt x="1044045" y="357960"/>
                    <a:pt x="956286" y="295275"/>
                  </a:cubicBezTo>
                  <a:cubicBezTo>
                    <a:pt x="893856" y="250682"/>
                    <a:pt x="960433" y="277607"/>
                    <a:pt x="899136" y="257175"/>
                  </a:cubicBezTo>
                  <a:cubicBezTo>
                    <a:pt x="892786" y="247650"/>
                    <a:pt x="889794" y="234667"/>
                    <a:pt x="880086" y="228600"/>
                  </a:cubicBezTo>
                  <a:cubicBezTo>
                    <a:pt x="863058" y="217957"/>
                    <a:pt x="839644" y="220689"/>
                    <a:pt x="822936" y="209550"/>
                  </a:cubicBezTo>
                  <a:lnTo>
                    <a:pt x="765786" y="171450"/>
                  </a:lnTo>
                  <a:lnTo>
                    <a:pt x="680061" y="114300"/>
                  </a:lnTo>
                  <a:lnTo>
                    <a:pt x="651486" y="95250"/>
                  </a:lnTo>
                  <a:cubicBezTo>
                    <a:pt x="641961" y="88900"/>
                    <a:pt x="633771" y="79820"/>
                    <a:pt x="622911" y="76200"/>
                  </a:cubicBezTo>
                  <a:lnTo>
                    <a:pt x="508611" y="38100"/>
                  </a:lnTo>
                  <a:lnTo>
                    <a:pt x="480036" y="28575"/>
                  </a:lnTo>
                  <a:cubicBezTo>
                    <a:pt x="470511" y="25400"/>
                    <a:pt x="461306" y="21019"/>
                    <a:pt x="451461" y="19050"/>
                  </a:cubicBezTo>
                  <a:cubicBezTo>
                    <a:pt x="378735" y="4505"/>
                    <a:pt x="419900" y="11533"/>
                    <a:pt x="327636" y="0"/>
                  </a:cubicBezTo>
                  <a:cubicBezTo>
                    <a:pt x="267311" y="3175"/>
                    <a:pt x="206639" y="2328"/>
                    <a:pt x="146661" y="9525"/>
                  </a:cubicBezTo>
                  <a:cubicBezTo>
                    <a:pt x="126724" y="11917"/>
                    <a:pt x="89511" y="28575"/>
                    <a:pt x="89511" y="28575"/>
                  </a:cubicBezTo>
                  <a:cubicBezTo>
                    <a:pt x="37615" y="184262"/>
                    <a:pt x="82745" y="39553"/>
                    <a:pt x="70461" y="457200"/>
                  </a:cubicBezTo>
                  <a:cubicBezTo>
                    <a:pt x="56105" y="945298"/>
                    <a:pt x="77962" y="579893"/>
                    <a:pt x="51411" y="752475"/>
                  </a:cubicBezTo>
                  <a:cubicBezTo>
                    <a:pt x="47519" y="777775"/>
                    <a:pt x="47439" y="803687"/>
                    <a:pt x="41886" y="828675"/>
                  </a:cubicBezTo>
                  <a:cubicBezTo>
                    <a:pt x="34695" y="861034"/>
                    <a:pt x="22836" y="892175"/>
                    <a:pt x="13311" y="923925"/>
                  </a:cubicBezTo>
                  <a:cubicBezTo>
                    <a:pt x="10136" y="946150"/>
                    <a:pt x="3786" y="968149"/>
                    <a:pt x="3786" y="990600"/>
                  </a:cubicBezTo>
                  <a:cubicBezTo>
                    <a:pt x="3786" y="1355688"/>
                    <a:pt x="8406" y="1226441"/>
                    <a:pt x="22836" y="1457325"/>
                  </a:cubicBezTo>
                  <a:cubicBezTo>
                    <a:pt x="33486" y="1627731"/>
                    <a:pt x="35433" y="1724310"/>
                    <a:pt x="41886" y="1905000"/>
                  </a:cubicBezTo>
                  <a:cubicBezTo>
                    <a:pt x="38711" y="1987550"/>
                    <a:pt x="44044" y="2070869"/>
                    <a:pt x="32361" y="2152650"/>
                  </a:cubicBezTo>
                  <a:cubicBezTo>
                    <a:pt x="18820" y="2247434"/>
                    <a:pt x="-20347" y="2099301"/>
                    <a:pt x="13311" y="2200275"/>
                  </a:cubicBezTo>
                  <a:cubicBezTo>
                    <a:pt x="38711" y="2197100"/>
                    <a:pt x="64211" y="2194642"/>
                    <a:pt x="89511" y="2190750"/>
                  </a:cubicBezTo>
                  <a:cubicBezTo>
                    <a:pt x="105512" y="2188288"/>
                    <a:pt x="121193" y="2184038"/>
                    <a:pt x="137136" y="2181225"/>
                  </a:cubicBezTo>
                  <a:lnTo>
                    <a:pt x="251436" y="2162175"/>
                  </a:lnTo>
                  <a:cubicBezTo>
                    <a:pt x="270486" y="2159000"/>
                    <a:pt x="289467" y="2155381"/>
                    <a:pt x="308586" y="2152650"/>
                  </a:cubicBezTo>
                  <a:cubicBezTo>
                    <a:pt x="353036" y="2146300"/>
                    <a:pt x="397907" y="2142406"/>
                    <a:pt x="441936" y="2133600"/>
                  </a:cubicBezTo>
                  <a:cubicBezTo>
                    <a:pt x="457811" y="2130425"/>
                    <a:pt x="473855" y="2128002"/>
                    <a:pt x="489561" y="2124075"/>
                  </a:cubicBezTo>
                  <a:cubicBezTo>
                    <a:pt x="499301" y="2121640"/>
                    <a:pt x="508258" y="2116346"/>
                    <a:pt x="518136" y="2114550"/>
                  </a:cubicBezTo>
                  <a:cubicBezTo>
                    <a:pt x="543321" y="2109971"/>
                    <a:pt x="568936" y="2108200"/>
                    <a:pt x="594336" y="2105025"/>
                  </a:cubicBezTo>
                  <a:cubicBezTo>
                    <a:pt x="626157" y="2094418"/>
                    <a:pt x="625131" y="2093948"/>
                    <a:pt x="661011" y="2085975"/>
                  </a:cubicBezTo>
                  <a:cubicBezTo>
                    <a:pt x="676815" y="2082463"/>
                    <a:pt x="693017" y="2080710"/>
                    <a:pt x="708636" y="2076450"/>
                  </a:cubicBezTo>
                  <a:cubicBezTo>
                    <a:pt x="728009" y="2071166"/>
                    <a:pt x="749078" y="2068539"/>
                    <a:pt x="765786" y="2057400"/>
                  </a:cubicBezTo>
                  <a:cubicBezTo>
                    <a:pt x="802715" y="2032781"/>
                    <a:pt x="783501" y="2041970"/>
                    <a:pt x="822936" y="2028825"/>
                  </a:cubicBezTo>
                  <a:cubicBezTo>
                    <a:pt x="832461" y="2019300"/>
                    <a:pt x="839736" y="2006792"/>
                    <a:pt x="851511" y="2000250"/>
                  </a:cubicBezTo>
                  <a:cubicBezTo>
                    <a:pt x="869064" y="1990498"/>
                    <a:pt x="888970" y="1985138"/>
                    <a:pt x="908661" y="1981200"/>
                  </a:cubicBezTo>
                  <a:cubicBezTo>
                    <a:pt x="924536" y="1978025"/>
                    <a:pt x="940317" y="1974337"/>
                    <a:pt x="956286" y="1971675"/>
                  </a:cubicBezTo>
                  <a:cubicBezTo>
                    <a:pt x="978431" y="1967984"/>
                    <a:pt x="1000872" y="1966166"/>
                    <a:pt x="1022961" y="1962150"/>
                  </a:cubicBezTo>
                  <a:cubicBezTo>
                    <a:pt x="1058277" y="1955729"/>
                    <a:pt x="1058248" y="1952516"/>
                    <a:pt x="1089636" y="1943100"/>
                  </a:cubicBezTo>
                  <a:cubicBezTo>
                    <a:pt x="1111776" y="1936458"/>
                    <a:pt x="1133887" y="1929656"/>
                    <a:pt x="1156311" y="1924050"/>
                  </a:cubicBezTo>
                  <a:cubicBezTo>
                    <a:pt x="1182735" y="1917444"/>
                    <a:pt x="1245873" y="1905264"/>
                    <a:pt x="1280136" y="1895475"/>
                  </a:cubicBezTo>
                  <a:cubicBezTo>
                    <a:pt x="1289790" y="1892717"/>
                    <a:pt x="1299057" y="1888708"/>
                    <a:pt x="1308711" y="1885950"/>
                  </a:cubicBezTo>
                  <a:cubicBezTo>
                    <a:pt x="1321298" y="1882354"/>
                    <a:pt x="1334224" y="1880021"/>
                    <a:pt x="1346811" y="1876425"/>
                  </a:cubicBezTo>
                  <a:cubicBezTo>
                    <a:pt x="1356465" y="1873667"/>
                    <a:pt x="1365391" y="1867852"/>
                    <a:pt x="1375386" y="1866900"/>
                  </a:cubicBezTo>
                  <a:cubicBezTo>
                    <a:pt x="1432366" y="1861473"/>
                    <a:pt x="1489686" y="1860550"/>
                    <a:pt x="1546836" y="1857375"/>
                  </a:cubicBezTo>
                  <a:cubicBezTo>
                    <a:pt x="1565886" y="1854200"/>
                    <a:pt x="1584806" y="1850107"/>
                    <a:pt x="1603986" y="1847850"/>
                  </a:cubicBezTo>
                  <a:cubicBezTo>
                    <a:pt x="1638815" y="1843752"/>
                    <a:pt x="1674000" y="1842960"/>
                    <a:pt x="1708761" y="1838325"/>
                  </a:cubicBezTo>
                  <a:cubicBezTo>
                    <a:pt x="1721737" y="1836595"/>
                    <a:pt x="1733994" y="1831212"/>
                    <a:pt x="1746861" y="1828800"/>
                  </a:cubicBezTo>
                  <a:cubicBezTo>
                    <a:pt x="1784825" y="1821682"/>
                    <a:pt x="1823061" y="1816100"/>
                    <a:pt x="1861161" y="1809750"/>
                  </a:cubicBezTo>
                  <a:cubicBezTo>
                    <a:pt x="1880211" y="1806575"/>
                    <a:pt x="1899575" y="1804909"/>
                    <a:pt x="1918311" y="1800225"/>
                  </a:cubicBezTo>
                  <a:cubicBezTo>
                    <a:pt x="1966151" y="1788265"/>
                    <a:pt x="1943992" y="1794840"/>
                    <a:pt x="1984986" y="1781175"/>
                  </a:cubicBezTo>
                  <a:cubicBezTo>
                    <a:pt x="2001041" y="1757093"/>
                    <a:pt x="2007927" y="1752193"/>
                    <a:pt x="2013561" y="1724025"/>
                  </a:cubicBezTo>
                  <a:cubicBezTo>
                    <a:pt x="2014806" y="1717798"/>
                    <a:pt x="2013561" y="1676400"/>
                    <a:pt x="2013561" y="1666875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2E411D6-0F14-4AF8-AC20-7A3384AA911D}"/>
                </a:ext>
              </a:extLst>
            </p:cNvPr>
            <p:cNvSpPr/>
            <p:nvPr/>
          </p:nvSpPr>
          <p:spPr>
            <a:xfrm>
              <a:off x="1449851" y="1841546"/>
              <a:ext cx="1419837" cy="2211559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6E33BA7-670B-453F-872B-9E740BA653AB}"/>
                </a:ext>
              </a:extLst>
            </p:cNvPr>
            <p:cNvSpPr/>
            <p:nvPr/>
          </p:nvSpPr>
          <p:spPr>
            <a:xfrm>
              <a:off x="1011337" y="2224305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B1B1F6-369B-422F-A647-A0F898429358}"/>
              </a:ext>
            </a:extLst>
          </p:cNvPr>
          <p:cNvGrpSpPr/>
          <p:nvPr/>
        </p:nvGrpSpPr>
        <p:grpSpPr>
          <a:xfrm>
            <a:off x="7972657" y="4110256"/>
            <a:ext cx="2940878" cy="2357196"/>
            <a:chOff x="2984592" y="4267522"/>
            <a:chExt cx="2940878" cy="235719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6F6F6D4-03B4-4DF3-AF77-A711FD567CA7}"/>
                </a:ext>
              </a:extLst>
            </p:cNvPr>
            <p:cNvGrpSpPr/>
            <p:nvPr/>
          </p:nvGrpSpPr>
          <p:grpSpPr>
            <a:xfrm>
              <a:off x="2984592" y="4267522"/>
              <a:ext cx="2855706" cy="2357196"/>
              <a:chOff x="2984592" y="4267522"/>
              <a:chExt cx="2855706" cy="2357196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DBA479F-CB1B-4424-8A9E-E31B7A7A09BA}"/>
                  </a:ext>
                </a:extLst>
              </p:cNvPr>
              <p:cNvSpPr/>
              <p:nvPr/>
            </p:nvSpPr>
            <p:spPr>
              <a:xfrm>
                <a:off x="3826184" y="4370513"/>
                <a:ext cx="2014114" cy="2200275"/>
              </a:xfrm>
              <a:custGeom>
                <a:avLst/>
                <a:gdLst>
                  <a:gd name="connsiteX0" fmla="*/ 2013561 w 2014114"/>
                  <a:gd name="connsiteY0" fmla="*/ 1666875 h 2200275"/>
                  <a:gd name="connsiteX1" fmla="*/ 2013561 w 2014114"/>
                  <a:gd name="connsiteY1" fmla="*/ 1666875 h 2200275"/>
                  <a:gd name="connsiteX2" fmla="*/ 1956411 w 2014114"/>
                  <a:gd name="connsiteY2" fmla="*/ 1600200 h 2200275"/>
                  <a:gd name="connsiteX3" fmla="*/ 1927836 w 2014114"/>
                  <a:gd name="connsiteY3" fmla="*/ 1571625 h 2200275"/>
                  <a:gd name="connsiteX4" fmla="*/ 1889736 w 2014114"/>
                  <a:gd name="connsiteY4" fmla="*/ 1514475 h 2200275"/>
                  <a:gd name="connsiteX5" fmla="*/ 1880211 w 2014114"/>
                  <a:gd name="connsiteY5" fmla="*/ 1485900 h 2200275"/>
                  <a:gd name="connsiteX6" fmla="*/ 1851636 w 2014114"/>
                  <a:gd name="connsiteY6" fmla="*/ 1466850 h 2200275"/>
                  <a:gd name="connsiteX7" fmla="*/ 1813536 w 2014114"/>
                  <a:gd name="connsiteY7" fmla="*/ 1323975 h 2200275"/>
                  <a:gd name="connsiteX8" fmla="*/ 1794486 w 2014114"/>
                  <a:gd name="connsiteY8" fmla="*/ 1266825 h 2200275"/>
                  <a:gd name="connsiteX9" fmla="*/ 1784961 w 2014114"/>
                  <a:gd name="connsiteY9" fmla="*/ 1238250 h 2200275"/>
                  <a:gd name="connsiteX10" fmla="*/ 1746861 w 2014114"/>
                  <a:gd name="connsiteY10" fmla="*/ 1181100 h 2200275"/>
                  <a:gd name="connsiteX11" fmla="*/ 1727811 w 2014114"/>
                  <a:gd name="connsiteY11" fmla="*/ 1152525 h 2200275"/>
                  <a:gd name="connsiteX12" fmla="*/ 1708761 w 2014114"/>
                  <a:gd name="connsiteY12" fmla="*/ 1104900 h 2200275"/>
                  <a:gd name="connsiteX13" fmla="*/ 1689711 w 2014114"/>
                  <a:gd name="connsiteY13" fmla="*/ 1076325 h 2200275"/>
                  <a:gd name="connsiteX14" fmla="*/ 1680186 w 2014114"/>
                  <a:gd name="connsiteY14" fmla="*/ 1047750 h 2200275"/>
                  <a:gd name="connsiteX15" fmla="*/ 1661136 w 2014114"/>
                  <a:gd name="connsiteY15" fmla="*/ 1019175 h 2200275"/>
                  <a:gd name="connsiteX16" fmla="*/ 1613511 w 2014114"/>
                  <a:gd name="connsiteY16" fmla="*/ 942975 h 2200275"/>
                  <a:gd name="connsiteX17" fmla="*/ 1575411 w 2014114"/>
                  <a:gd name="connsiteY17" fmla="*/ 895350 h 2200275"/>
                  <a:gd name="connsiteX18" fmla="*/ 1565886 w 2014114"/>
                  <a:gd name="connsiteY18" fmla="*/ 866775 h 2200275"/>
                  <a:gd name="connsiteX19" fmla="*/ 1537311 w 2014114"/>
                  <a:gd name="connsiteY19" fmla="*/ 838200 h 2200275"/>
                  <a:gd name="connsiteX20" fmla="*/ 1518261 w 2014114"/>
                  <a:gd name="connsiteY20" fmla="*/ 800100 h 2200275"/>
                  <a:gd name="connsiteX21" fmla="*/ 1461111 w 2014114"/>
                  <a:gd name="connsiteY21" fmla="*/ 752475 h 2200275"/>
                  <a:gd name="connsiteX22" fmla="*/ 1403961 w 2014114"/>
                  <a:gd name="connsiteY22" fmla="*/ 676275 h 2200275"/>
                  <a:gd name="connsiteX23" fmla="*/ 1337286 w 2014114"/>
                  <a:gd name="connsiteY23" fmla="*/ 619125 h 2200275"/>
                  <a:gd name="connsiteX24" fmla="*/ 1318236 w 2014114"/>
                  <a:gd name="connsiteY24" fmla="*/ 590550 h 2200275"/>
                  <a:gd name="connsiteX25" fmla="*/ 1270611 w 2014114"/>
                  <a:gd name="connsiteY25" fmla="*/ 533400 h 2200275"/>
                  <a:gd name="connsiteX26" fmla="*/ 1251561 w 2014114"/>
                  <a:gd name="connsiteY26" fmla="*/ 504825 h 2200275"/>
                  <a:gd name="connsiteX27" fmla="*/ 1222986 w 2014114"/>
                  <a:gd name="connsiteY27" fmla="*/ 485775 h 2200275"/>
                  <a:gd name="connsiteX28" fmla="*/ 1184886 w 2014114"/>
                  <a:gd name="connsiteY28" fmla="*/ 457200 h 2200275"/>
                  <a:gd name="connsiteX29" fmla="*/ 1127736 w 2014114"/>
                  <a:gd name="connsiteY29" fmla="*/ 419100 h 2200275"/>
                  <a:gd name="connsiteX30" fmla="*/ 1108686 w 2014114"/>
                  <a:gd name="connsiteY30" fmla="*/ 390525 h 2200275"/>
                  <a:gd name="connsiteX31" fmla="*/ 1080111 w 2014114"/>
                  <a:gd name="connsiteY31" fmla="*/ 381000 h 2200275"/>
                  <a:gd name="connsiteX32" fmla="*/ 1022961 w 2014114"/>
                  <a:gd name="connsiteY32" fmla="*/ 342900 h 2200275"/>
                  <a:gd name="connsiteX33" fmla="*/ 956286 w 2014114"/>
                  <a:gd name="connsiteY33" fmla="*/ 295275 h 2200275"/>
                  <a:gd name="connsiteX34" fmla="*/ 899136 w 2014114"/>
                  <a:gd name="connsiteY34" fmla="*/ 257175 h 2200275"/>
                  <a:gd name="connsiteX35" fmla="*/ 880086 w 2014114"/>
                  <a:gd name="connsiteY35" fmla="*/ 228600 h 2200275"/>
                  <a:gd name="connsiteX36" fmla="*/ 822936 w 2014114"/>
                  <a:gd name="connsiteY36" fmla="*/ 209550 h 2200275"/>
                  <a:gd name="connsiteX37" fmla="*/ 765786 w 2014114"/>
                  <a:gd name="connsiteY37" fmla="*/ 171450 h 2200275"/>
                  <a:gd name="connsiteX38" fmla="*/ 680061 w 2014114"/>
                  <a:gd name="connsiteY38" fmla="*/ 114300 h 2200275"/>
                  <a:gd name="connsiteX39" fmla="*/ 651486 w 2014114"/>
                  <a:gd name="connsiteY39" fmla="*/ 95250 h 2200275"/>
                  <a:gd name="connsiteX40" fmla="*/ 622911 w 2014114"/>
                  <a:gd name="connsiteY40" fmla="*/ 76200 h 2200275"/>
                  <a:gd name="connsiteX41" fmla="*/ 508611 w 2014114"/>
                  <a:gd name="connsiteY41" fmla="*/ 38100 h 2200275"/>
                  <a:gd name="connsiteX42" fmla="*/ 480036 w 2014114"/>
                  <a:gd name="connsiteY42" fmla="*/ 28575 h 2200275"/>
                  <a:gd name="connsiteX43" fmla="*/ 451461 w 2014114"/>
                  <a:gd name="connsiteY43" fmla="*/ 19050 h 2200275"/>
                  <a:gd name="connsiteX44" fmla="*/ 327636 w 2014114"/>
                  <a:gd name="connsiteY44" fmla="*/ 0 h 2200275"/>
                  <a:gd name="connsiteX45" fmla="*/ 146661 w 2014114"/>
                  <a:gd name="connsiteY45" fmla="*/ 9525 h 2200275"/>
                  <a:gd name="connsiteX46" fmla="*/ 89511 w 2014114"/>
                  <a:gd name="connsiteY46" fmla="*/ 28575 h 2200275"/>
                  <a:gd name="connsiteX47" fmla="*/ 70461 w 2014114"/>
                  <a:gd name="connsiteY47" fmla="*/ 457200 h 2200275"/>
                  <a:gd name="connsiteX48" fmla="*/ 51411 w 2014114"/>
                  <a:gd name="connsiteY48" fmla="*/ 752475 h 2200275"/>
                  <a:gd name="connsiteX49" fmla="*/ 41886 w 2014114"/>
                  <a:gd name="connsiteY49" fmla="*/ 828675 h 2200275"/>
                  <a:gd name="connsiteX50" fmla="*/ 13311 w 2014114"/>
                  <a:gd name="connsiteY50" fmla="*/ 923925 h 2200275"/>
                  <a:gd name="connsiteX51" fmla="*/ 3786 w 2014114"/>
                  <a:gd name="connsiteY51" fmla="*/ 990600 h 2200275"/>
                  <a:gd name="connsiteX52" fmla="*/ 22836 w 2014114"/>
                  <a:gd name="connsiteY52" fmla="*/ 1457325 h 2200275"/>
                  <a:gd name="connsiteX53" fmla="*/ 41886 w 2014114"/>
                  <a:gd name="connsiteY53" fmla="*/ 1905000 h 2200275"/>
                  <a:gd name="connsiteX54" fmla="*/ 32361 w 2014114"/>
                  <a:gd name="connsiteY54" fmla="*/ 2152650 h 2200275"/>
                  <a:gd name="connsiteX55" fmla="*/ 13311 w 2014114"/>
                  <a:gd name="connsiteY55" fmla="*/ 2200275 h 2200275"/>
                  <a:gd name="connsiteX56" fmla="*/ 89511 w 2014114"/>
                  <a:gd name="connsiteY56" fmla="*/ 2190750 h 2200275"/>
                  <a:gd name="connsiteX57" fmla="*/ 137136 w 2014114"/>
                  <a:gd name="connsiteY57" fmla="*/ 2181225 h 2200275"/>
                  <a:gd name="connsiteX58" fmla="*/ 251436 w 2014114"/>
                  <a:gd name="connsiteY58" fmla="*/ 2162175 h 2200275"/>
                  <a:gd name="connsiteX59" fmla="*/ 308586 w 2014114"/>
                  <a:gd name="connsiteY59" fmla="*/ 2152650 h 2200275"/>
                  <a:gd name="connsiteX60" fmla="*/ 441936 w 2014114"/>
                  <a:gd name="connsiteY60" fmla="*/ 2133600 h 2200275"/>
                  <a:gd name="connsiteX61" fmla="*/ 489561 w 2014114"/>
                  <a:gd name="connsiteY61" fmla="*/ 2124075 h 2200275"/>
                  <a:gd name="connsiteX62" fmla="*/ 518136 w 2014114"/>
                  <a:gd name="connsiteY62" fmla="*/ 2114550 h 2200275"/>
                  <a:gd name="connsiteX63" fmla="*/ 594336 w 2014114"/>
                  <a:gd name="connsiteY63" fmla="*/ 2105025 h 2200275"/>
                  <a:gd name="connsiteX64" fmla="*/ 661011 w 2014114"/>
                  <a:gd name="connsiteY64" fmla="*/ 2085975 h 2200275"/>
                  <a:gd name="connsiteX65" fmla="*/ 708636 w 2014114"/>
                  <a:gd name="connsiteY65" fmla="*/ 2076450 h 2200275"/>
                  <a:gd name="connsiteX66" fmla="*/ 765786 w 2014114"/>
                  <a:gd name="connsiteY66" fmla="*/ 2057400 h 2200275"/>
                  <a:gd name="connsiteX67" fmla="*/ 822936 w 2014114"/>
                  <a:gd name="connsiteY67" fmla="*/ 2028825 h 2200275"/>
                  <a:gd name="connsiteX68" fmla="*/ 851511 w 2014114"/>
                  <a:gd name="connsiteY68" fmla="*/ 2000250 h 2200275"/>
                  <a:gd name="connsiteX69" fmla="*/ 908661 w 2014114"/>
                  <a:gd name="connsiteY69" fmla="*/ 1981200 h 2200275"/>
                  <a:gd name="connsiteX70" fmla="*/ 956286 w 2014114"/>
                  <a:gd name="connsiteY70" fmla="*/ 1971675 h 2200275"/>
                  <a:gd name="connsiteX71" fmla="*/ 1022961 w 2014114"/>
                  <a:gd name="connsiteY71" fmla="*/ 1962150 h 2200275"/>
                  <a:gd name="connsiteX72" fmla="*/ 1089636 w 2014114"/>
                  <a:gd name="connsiteY72" fmla="*/ 1943100 h 2200275"/>
                  <a:gd name="connsiteX73" fmla="*/ 1156311 w 2014114"/>
                  <a:gd name="connsiteY73" fmla="*/ 1924050 h 2200275"/>
                  <a:gd name="connsiteX74" fmla="*/ 1280136 w 2014114"/>
                  <a:gd name="connsiteY74" fmla="*/ 1895475 h 2200275"/>
                  <a:gd name="connsiteX75" fmla="*/ 1308711 w 2014114"/>
                  <a:gd name="connsiteY75" fmla="*/ 1885950 h 2200275"/>
                  <a:gd name="connsiteX76" fmla="*/ 1346811 w 2014114"/>
                  <a:gd name="connsiteY76" fmla="*/ 1876425 h 2200275"/>
                  <a:gd name="connsiteX77" fmla="*/ 1375386 w 2014114"/>
                  <a:gd name="connsiteY77" fmla="*/ 1866900 h 2200275"/>
                  <a:gd name="connsiteX78" fmla="*/ 1546836 w 2014114"/>
                  <a:gd name="connsiteY78" fmla="*/ 1857375 h 2200275"/>
                  <a:gd name="connsiteX79" fmla="*/ 1603986 w 2014114"/>
                  <a:gd name="connsiteY79" fmla="*/ 1847850 h 2200275"/>
                  <a:gd name="connsiteX80" fmla="*/ 1708761 w 2014114"/>
                  <a:gd name="connsiteY80" fmla="*/ 1838325 h 2200275"/>
                  <a:gd name="connsiteX81" fmla="*/ 1746861 w 2014114"/>
                  <a:gd name="connsiteY81" fmla="*/ 1828800 h 2200275"/>
                  <a:gd name="connsiteX82" fmla="*/ 1861161 w 2014114"/>
                  <a:gd name="connsiteY82" fmla="*/ 1809750 h 2200275"/>
                  <a:gd name="connsiteX83" fmla="*/ 1918311 w 2014114"/>
                  <a:gd name="connsiteY83" fmla="*/ 1800225 h 2200275"/>
                  <a:gd name="connsiteX84" fmla="*/ 1984986 w 2014114"/>
                  <a:gd name="connsiteY84" fmla="*/ 1781175 h 2200275"/>
                  <a:gd name="connsiteX85" fmla="*/ 2013561 w 2014114"/>
                  <a:gd name="connsiteY85" fmla="*/ 1724025 h 2200275"/>
                  <a:gd name="connsiteX86" fmla="*/ 2013561 w 2014114"/>
                  <a:gd name="connsiteY86" fmla="*/ 1666875 h 2200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014114" h="2200275">
                    <a:moveTo>
                      <a:pt x="2013561" y="1666875"/>
                    </a:moveTo>
                    <a:lnTo>
                      <a:pt x="2013561" y="1666875"/>
                    </a:lnTo>
                    <a:cubicBezTo>
                      <a:pt x="1994511" y="1644650"/>
                      <a:pt x="1975993" y="1621958"/>
                      <a:pt x="1956411" y="1600200"/>
                    </a:cubicBezTo>
                    <a:cubicBezTo>
                      <a:pt x="1947400" y="1590188"/>
                      <a:pt x="1936106" y="1582258"/>
                      <a:pt x="1927836" y="1571625"/>
                    </a:cubicBezTo>
                    <a:cubicBezTo>
                      <a:pt x="1913780" y="1553553"/>
                      <a:pt x="1896976" y="1536195"/>
                      <a:pt x="1889736" y="1514475"/>
                    </a:cubicBezTo>
                    <a:cubicBezTo>
                      <a:pt x="1886561" y="1504950"/>
                      <a:pt x="1886483" y="1493740"/>
                      <a:pt x="1880211" y="1485900"/>
                    </a:cubicBezTo>
                    <a:cubicBezTo>
                      <a:pt x="1873060" y="1476961"/>
                      <a:pt x="1861161" y="1473200"/>
                      <a:pt x="1851636" y="1466850"/>
                    </a:cubicBezTo>
                    <a:cubicBezTo>
                      <a:pt x="1822694" y="1322141"/>
                      <a:pt x="1848064" y="1418927"/>
                      <a:pt x="1813536" y="1323975"/>
                    </a:cubicBezTo>
                    <a:cubicBezTo>
                      <a:pt x="1806674" y="1305104"/>
                      <a:pt x="1800836" y="1285875"/>
                      <a:pt x="1794486" y="1266825"/>
                    </a:cubicBezTo>
                    <a:cubicBezTo>
                      <a:pt x="1791311" y="1257300"/>
                      <a:pt x="1790530" y="1246604"/>
                      <a:pt x="1784961" y="1238250"/>
                    </a:cubicBezTo>
                    <a:lnTo>
                      <a:pt x="1746861" y="1181100"/>
                    </a:lnTo>
                    <a:cubicBezTo>
                      <a:pt x="1740511" y="1171575"/>
                      <a:pt x="1732063" y="1163154"/>
                      <a:pt x="1727811" y="1152525"/>
                    </a:cubicBezTo>
                    <a:cubicBezTo>
                      <a:pt x="1721461" y="1136650"/>
                      <a:pt x="1716407" y="1120193"/>
                      <a:pt x="1708761" y="1104900"/>
                    </a:cubicBezTo>
                    <a:cubicBezTo>
                      <a:pt x="1703641" y="1094661"/>
                      <a:pt x="1694831" y="1086564"/>
                      <a:pt x="1689711" y="1076325"/>
                    </a:cubicBezTo>
                    <a:cubicBezTo>
                      <a:pt x="1685221" y="1067345"/>
                      <a:pt x="1684676" y="1056730"/>
                      <a:pt x="1680186" y="1047750"/>
                    </a:cubicBezTo>
                    <a:cubicBezTo>
                      <a:pt x="1675066" y="1037511"/>
                      <a:pt x="1666256" y="1029414"/>
                      <a:pt x="1661136" y="1019175"/>
                    </a:cubicBezTo>
                    <a:cubicBezTo>
                      <a:pt x="1625057" y="947017"/>
                      <a:pt x="1663651" y="993115"/>
                      <a:pt x="1613511" y="942975"/>
                    </a:cubicBezTo>
                    <a:cubicBezTo>
                      <a:pt x="1589570" y="871151"/>
                      <a:pt x="1624650" y="956898"/>
                      <a:pt x="1575411" y="895350"/>
                    </a:cubicBezTo>
                    <a:cubicBezTo>
                      <a:pt x="1569139" y="887510"/>
                      <a:pt x="1571455" y="875129"/>
                      <a:pt x="1565886" y="866775"/>
                    </a:cubicBezTo>
                    <a:cubicBezTo>
                      <a:pt x="1558414" y="855567"/>
                      <a:pt x="1545141" y="849161"/>
                      <a:pt x="1537311" y="838200"/>
                    </a:cubicBezTo>
                    <a:cubicBezTo>
                      <a:pt x="1529058" y="826646"/>
                      <a:pt x="1526514" y="811654"/>
                      <a:pt x="1518261" y="800100"/>
                    </a:cubicBezTo>
                    <a:cubicBezTo>
                      <a:pt x="1501593" y="776765"/>
                      <a:pt x="1483896" y="767665"/>
                      <a:pt x="1461111" y="752475"/>
                    </a:cubicBezTo>
                    <a:cubicBezTo>
                      <a:pt x="1443524" y="726095"/>
                      <a:pt x="1426587" y="698901"/>
                      <a:pt x="1403961" y="676275"/>
                    </a:cubicBezTo>
                    <a:cubicBezTo>
                      <a:pt x="1340894" y="613208"/>
                      <a:pt x="1389127" y="681334"/>
                      <a:pt x="1337286" y="619125"/>
                    </a:cubicBezTo>
                    <a:cubicBezTo>
                      <a:pt x="1329957" y="610331"/>
                      <a:pt x="1325264" y="599586"/>
                      <a:pt x="1318236" y="590550"/>
                    </a:cubicBezTo>
                    <a:cubicBezTo>
                      <a:pt x="1303012" y="570976"/>
                      <a:pt x="1285835" y="552974"/>
                      <a:pt x="1270611" y="533400"/>
                    </a:cubicBezTo>
                    <a:cubicBezTo>
                      <a:pt x="1263583" y="524364"/>
                      <a:pt x="1259656" y="512920"/>
                      <a:pt x="1251561" y="504825"/>
                    </a:cubicBezTo>
                    <a:cubicBezTo>
                      <a:pt x="1243466" y="496730"/>
                      <a:pt x="1232301" y="492429"/>
                      <a:pt x="1222986" y="485775"/>
                    </a:cubicBezTo>
                    <a:cubicBezTo>
                      <a:pt x="1210068" y="476548"/>
                      <a:pt x="1197891" y="466304"/>
                      <a:pt x="1184886" y="457200"/>
                    </a:cubicBezTo>
                    <a:cubicBezTo>
                      <a:pt x="1166129" y="444070"/>
                      <a:pt x="1127736" y="419100"/>
                      <a:pt x="1127736" y="419100"/>
                    </a:cubicBezTo>
                    <a:cubicBezTo>
                      <a:pt x="1121386" y="409575"/>
                      <a:pt x="1117625" y="397676"/>
                      <a:pt x="1108686" y="390525"/>
                    </a:cubicBezTo>
                    <a:cubicBezTo>
                      <a:pt x="1100846" y="384253"/>
                      <a:pt x="1088888" y="385876"/>
                      <a:pt x="1080111" y="381000"/>
                    </a:cubicBezTo>
                    <a:cubicBezTo>
                      <a:pt x="1060097" y="369881"/>
                      <a:pt x="1039150" y="359089"/>
                      <a:pt x="1022961" y="342900"/>
                    </a:cubicBezTo>
                    <a:cubicBezTo>
                      <a:pt x="948665" y="268604"/>
                      <a:pt x="1044045" y="357960"/>
                      <a:pt x="956286" y="295275"/>
                    </a:cubicBezTo>
                    <a:cubicBezTo>
                      <a:pt x="893856" y="250682"/>
                      <a:pt x="960433" y="277607"/>
                      <a:pt x="899136" y="257175"/>
                    </a:cubicBezTo>
                    <a:cubicBezTo>
                      <a:pt x="892786" y="247650"/>
                      <a:pt x="889794" y="234667"/>
                      <a:pt x="880086" y="228600"/>
                    </a:cubicBezTo>
                    <a:cubicBezTo>
                      <a:pt x="863058" y="217957"/>
                      <a:pt x="839644" y="220689"/>
                      <a:pt x="822936" y="209550"/>
                    </a:cubicBezTo>
                    <a:lnTo>
                      <a:pt x="765786" y="171450"/>
                    </a:lnTo>
                    <a:lnTo>
                      <a:pt x="680061" y="114300"/>
                    </a:lnTo>
                    <a:lnTo>
                      <a:pt x="651486" y="95250"/>
                    </a:lnTo>
                    <a:cubicBezTo>
                      <a:pt x="641961" y="88900"/>
                      <a:pt x="633771" y="79820"/>
                      <a:pt x="622911" y="76200"/>
                    </a:cubicBezTo>
                    <a:lnTo>
                      <a:pt x="508611" y="38100"/>
                    </a:lnTo>
                    <a:lnTo>
                      <a:pt x="480036" y="28575"/>
                    </a:lnTo>
                    <a:cubicBezTo>
                      <a:pt x="470511" y="25400"/>
                      <a:pt x="461306" y="21019"/>
                      <a:pt x="451461" y="19050"/>
                    </a:cubicBezTo>
                    <a:cubicBezTo>
                      <a:pt x="378735" y="4505"/>
                      <a:pt x="419900" y="11533"/>
                      <a:pt x="327636" y="0"/>
                    </a:cubicBezTo>
                    <a:cubicBezTo>
                      <a:pt x="267311" y="3175"/>
                      <a:pt x="206639" y="2328"/>
                      <a:pt x="146661" y="9525"/>
                    </a:cubicBezTo>
                    <a:cubicBezTo>
                      <a:pt x="126724" y="11917"/>
                      <a:pt x="89511" y="28575"/>
                      <a:pt x="89511" y="28575"/>
                    </a:cubicBezTo>
                    <a:cubicBezTo>
                      <a:pt x="37615" y="184262"/>
                      <a:pt x="82745" y="39553"/>
                      <a:pt x="70461" y="457200"/>
                    </a:cubicBezTo>
                    <a:cubicBezTo>
                      <a:pt x="56105" y="945298"/>
                      <a:pt x="77962" y="579893"/>
                      <a:pt x="51411" y="752475"/>
                    </a:cubicBezTo>
                    <a:cubicBezTo>
                      <a:pt x="47519" y="777775"/>
                      <a:pt x="47439" y="803687"/>
                      <a:pt x="41886" y="828675"/>
                    </a:cubicBezTo>
                    <a:cubicBezTo>
                      <a:pt x="34695" y="861034"/>
                      <a:pt x="22836" y="892175"/>
                      <a:pt x="13311" y="923925"/>
                    </a:cubicBezTo>
                    <a:cubicBezTo>
                      <a:pt x="10136" y="946150"/>
                      <a:pt x="3786" y="968149"/>
                      <a:pt x="3786" y="990600"/>
                    </a:cubicBezTo>
                    <a:cubicBezTo>
                      <a:pt x="3786" y="1355688"/>
                      <a:pt x="8406" y="1226441"/>
                      <a:pt x="22836" y="1457325"/>
                    </a:cubicBezTo>
                    <a:cubicBezTo>
                      <a:pt x="33486" y="1627731"/>
                      <a:pt x="35433" y="1724310"/>
                      <a:pt x="41886" y="1905000"/>
                    </a:cubicBezTo>
                    <a:cubicBezTo>
                      <a:pt x="38711" y="1987550"/>
                      <a:pt x="44044" y="2070869"/>
                      <a:pt x="32361" y="2152650"/>
                    </a:cubicBezTo>
                    <a:cubicBezTo>
                      <a:pt x="18820" y="2247434"/>
                      <a:pt x="-20347" y="2099301"/>
                      <a:pt x="13311" y="2200275"/>
                    </a:cubicBezTo>
                    <a:cubicBezTo>
                      <a:pt x="38711" y="2197100"/>
                      <a:pt x="64211" y="2194642"/>
                      <a:pt x="89511" y="2190750"/>
                    </a:cubicBezTo>
                    <a:cubicBezTo>
                      <a:pt x="105512" y="2188288"/>
                      <a:pt x="121193" y="2184038"/>
                      <a:pt x="137136" y="2181225"/>
                    </a:cubicBezTo>
                    <a:lnTo>
                      <a:pt x="251436" y="2162175"/>
                    </a:lnTo>
                    <a:cubicBezTo>
                      <a:pt x="270486" y="2159000"/>
                      <a:pt x="289467" y="2155381"/>
                      <a:pt x="308586" y="2152650"/>
                    </a:cubicBezTo>
                    <a:cubicBezTo>
                      <a:pt x="353036" y="2146300"/>
                      <a:pt x="397907" y="2142406"/>
                      <a:pt x="441936" y="2133600"/>
                    </a:cubicBezTo>
                    <a:cubicBezTo>
                      <a:pt x="457811" y="2130425"/>
                      <a:pt x="473855" y="2128002"/>
                      <a:pt x="489561" y="2124075"/>
                    </a:cubicBezTo>
                    <a:cubicBezTo>
                      <a:pt x="499301" y="2121640"/>
                      <a:pt x="508258" y="2116346"/>
                      <a:pt x="518136" y="2114550"/>
                    </a:cubicBezTo>
                    <a:cubicBezTo>
                      <a:pt x="543321" y="2109971"/>
                      <a:pt x="568936" y="2108200"/>
                      <a:pt x="594336" y="2105025"/>
                    </a:cubicBezTo>
                    <a:cubicBezTo>
                      <a:pt x="626157" y="2094418"/>
                      <a:pt x="625131" y="2093948"/>
                      <a:pt x="661011" y="2085975"/>
                    </a:cubicBezTo>
                    <a:cubicBezTo>
                      <a:pt x="676815" y="2082463"/>
                      <a:pt x="693017" y="2080710"/>
                      <a:pt x="708636" y="2076450"/>
                    </a:cubicBezTo>
                    <a:cubicBezTo>
                      <a:pt x="728009" y="2071166"/>
                      <a:pt x="749078" y="2068539"/>
                      <a:pt x="765786" y="2057400"/>
                    </a:cubicBezTo>
                    <a:cubicBezTo>
                      <a:pt x="802715" y="2032781"/>
                      <a:pt x="783501" y="2041970"/>
                      <a:pt x="822936" y="2028825"/>
                    </a:cubicBezTo>
                    <a:cubicBezTo>
                      <a:pt x="832461" y="2019300"/>
                      <a:pt x="839736" y="2006792"/>
                      <a:pt x="851511" y="2000250"/>
                    </a:cubicBezTo>
                    <a:cubicBezTo>
                      <a:pt x="869064" y="1990498"/>
                      <a:pt x="888970" y="1985138"/>
                      <a:pt x="908661" y="1981200"/>
                    </a:cubicBezTo>
                    <a:cubicBezTo>
                      <a:pt x="924536" y="1978025"/>
                      <a:pt x="940317" y="1974337"/>
                      <a:pt x="956286" y="1971675"/>
                    </a:cubicBezTo>
                    <a:cubicBezTo>
                      <a:pt x="978431" y="1967984"/>
                      <a:pt x="1000872" y="1966166"/>
                      <a:pt x="1022961" y="1962150"/>
                    </a:cubicBezTo>
                    <a:cubicBezTo>
                      <a:pt x="1058277" y="1955729"/>
                      <a:pt x="1058248" y="1952516"/>
                      <a:pt x="1089636" y="1943100"/>
                    </a:cubicBezTo>
                    <a:cubicBezTo>
                      <a:pt x="1111776" y="1936458"/>
                      <a:pt x="1133887" y="1929656"/>
                      <a:pt x="1156311" y="1924050"/>
                    </a:cubicBezTo>
                    <a:cubicBezTo>
                      <a:pt x="1182735" y="1917444"/>
                      <a:pt x="1245873" y="1905264"/>
                      <a:pt x="1280136" y="1895475"/>
                    </a:cubicBezTo>
                    <a:cubicBezTo>
                      <a:pt x="1289790" y="1892717"/>
                      <a:pt x="1299057" y="1888708"/>
                      <a:pt x="1308711" y="1885950"/>
                    </a:cubicBezTo>
                    <a:cubicBezTo>
                      <a:pt x="1321298" y="1882354"/>
                      <a:pt x="1334224" y="1880021"/>
                      <a:pt x="1346811" y="1876425"/>
                    </a:cubicBezTo>
                    <a:cubicBezTo>
                      <a:pt x="1356465" y="1873667"/>
                      <a:pt x="1365391" y="1867852"/>
                      <a:pt x="1375386" y="1866900"/>
                    </a:cubicBezTo>
                    <a:cubicBezTo>
                      <a:pt x="1432366" y="1861473"/>
                      <a:pt x="1489686" y="1860550"/>
                      <a:pt x="1546836" y="1857375"/>
                    </a:cubicBezTo>
                    <a:cubicBezTo>
                      <a:pt x="1565886" y="1854200"/>
                      <a:pt x="1584806" y="1850107"/>
                      <a:pt x="1603986" y="1847850"/>
                    </a:cubicBezTo>
                    <a:cubicBezTo>
                      <a:pt x="1638815" y="1843752"/>
                      <a:pt x="1674000" y="1842960"/>
                      <a:pt x="1708761" y="1838325"/>
                    </a:cubicBezTo>
                    <a:cubicBezTo>
                      <a:pt x="1721737" y="1836595"/>
                      <a:pt x="1733994" y="1831212"/>
                      <a:pt x="1746861" y="1828800"/>
                    </a:cubicBezTo>
                    <a:cubicBezTo>
                      <a:pt x="1784825" y="1821682"/>
                      <a:pt x="1823061" y="1816100"/>
                      <a:pt x="1861161" y="1809750"/>
                    </a:cubicBezTo>
                    <a:cubicBezTo>
                      <a:pt x="1880211" y="1806575"/>
                      <a:pt x="1899575" y="1804909"/>
                      <a:pt x="1918311" y="1800225"/>
                    </a:cubicBezTo>
                    <a:cubicBezTo>
                      <a:pt x="1966151" y="1788265"/>
                      <a:pt x="1943992" y="1794840"/>
                      <a:pt x="1984986" y="1781175"/>
                    </a:cubicBezTo>
                    <a:cubicBezTo>
                      <a:pt x="2001041" y="1757093"/>
                      <a:pt x="2007927" y="1752193"/>
                      <a:pt x="2013561" y="1724025"/>
                    </a:cubicBezTo>
                    <a:cubicBezTo>
                      <a:pt x="2014806" y="1717798"/>
                      <a:pt x="2013561" y="1676400"/>
                      <a:pt x="2013561" y="1666875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56ED324-6445-4473-85A7-813E506FEDBB}"/>
                  </a:ext>
                </a:extLst>
              </p:cNvPr>
              <p:cNvSpPr/>
              <p:nvPr/>
            </p:nvSpPr>
            <p:spPr>
              <a:xfrm>
                <a:off x="3010709" y="4349704"/>
                <a:ext cx="1419837" cy="2211559"/>
              </a:xfrm>
              <a:custGeom>
                <a:avLst/>
                <a:gdLst>
                  <a:gd name="connsiteX0" fmla="*/ 1409811 w 1419837"/>
                  <a:gd name="connsiteY0" fmla="*/ 1238250 h 2181225"/>
                  <a:gd name="connsiteX1" fmla="*/ 1409811 w 1419837"/>
                  <a:gd name="connsiteY1" fmla="*/ 1238250 h 2181225"/>
                  <a:gd name="connsiteX2" fmla="*/ 1409811 w 1419837"/>
                  <a:gd name="connsiteY2" fmla="*/ 1028700 h 2181225"/>
                  <a:gd name="connsiteX3" fmla="*/ 1390761 w 1419837"/>
                  <a:gd name="connsiteY3" fmla="*/ 971550 h 2181225"/>
                  <a:gd name="connsiteX4" fmla="*/ 1381236 w 1419837"/>
                  <a:gd name="connsiteY4" fmla="*/ 914400 h 2181225"/>
                  <a:gd name="connsiteX5" fmla="*/ 1371711 w 1419837"/>
                  <a:gd name="connsiteY5" fmla="*/ 762000 h 2181225"/>
                  <a:gd name="connsiteX6" fmla="*/ 1352661 w 1419837"/>
                  <a:gd name="connsiteY6" fmla="*/ 714375 h 2181225"/>
                  <a:gd name="connsiteX7" fmla="*/ 1333611 w 1419837"/>
                  <a:gd name="connsiteY7" fmla="*/ 590550 h 2181225"/>
                  <a:gd name="connsiteX8" fmla="*/ 1314561 w 1419837"/>
                  <a:gd name="connsiteY8" fmla="*/ 552450 h 2181225"/>
                  <a:gd name="connsiteX9" fmla="*/ 1295511 w 1419837"/>
                  <a:gd name="connsiteY9" fmla="*/ 419100 h 2181225"/>
                  <a:gd name="connsiteX10" fmla="*/ 1276461 w 1419837"/>
                  <a:gd name="connsiteY10" fmla="*/ 352425 h 2181225"/>
                  <a:gd name="connsiteX11" fmla="*/ 1266936 w 1419837"/>
                  <a:gd name="connsiteY11" fmla="*/ 314325 h 2181225"/>
                  <a:gd name="connsiteX12" fmla="*/ 1228836 w 1419837"/>
                  <a:gd name="connsiteY12" fmla="*/ 257175 h 2181225"/>
                  <a:gd name="connsiteX13" fmla="*/ 1171686 w 1419837"/>
                  <a:gd name="connsiteY13" fmla="*/ 219075 h 2181225"/>
                  <a:gd name="connsiteX14" fmla="*/ 1152636 w 1419837"/>
                  <a:gd name="connsiteY14" fmla="*/ 190500 h 2181225"/>
                  <a:gd name="connsiteX15" fmla="*/ 1143111 w 1419837"/>
                  <a:gd name="connsiteY15" fmla="*/ 161925 h 2181225"/>
                  <a:gd name="connsiteX16" fmla="*/ 1114536 w 1419837"/>
                  <a:gd name="connsiteY16" fmla="*/ 152400 h 2181225"/>
                  <a:gd name="connsiteX17" fmla="*/ 1105011 w 1419837"/>
                  <a:gd name="connsiteY17" fmla="*/ 123825 h 2181225"/>
                  <a:gd name="connsiteX18" fmla="*/ 1047861 w 1419837"/>
                  <a:gd name="connsiteY18" fmla="*/ 85725 h 2181225"/>
                  <a:gd name="connsiteX19" fmla="*/ 1009761 w 1419837"/>
                  <a:gd name="connsiteY19" fmla="*/ 57150 h 2181225"/>
                  <a:gd name="connsiteX20" fmla="*/ 990711 w 1419837"/>
                  <a:gd name="connsiteY20" fmla="*/ 28575 h 2181225"/>
                  <a:gd name="connsiteX21" fmla="*/ 933561 w 1419837"/>
                  <a:gd name="connsiteY21" fmla="*/ 0 h 2181225"/>
                  <a:gd name="connsiteX22" fmla="*/ 419211 w 1419837"/>
                  <a:gd name="connsiteY22" fmla="*/ 9525 h 2181225"/>
                  <a:gd name="connsiteX23" fmla="*/ 371586 w 1419837"/>
                  <a:gd name="connsiteY23" fmla="*/ 57150 h 2181225"/>
                  <a:gd name="connsiteX24" fmla="*/ 343011 w 1419837"/>
                  <a:gd name="connsiteY24" fmla="*/ 66675 h 2181225"/>
                  <a:gd name="connsiteX25" fmla="*/ 323961 w 1419837"/>
                  <a:gd name="connsiteY25" fmla="*/ 95250 h 2181225"/>
                  <a:gd name="connsiteX26" fmla="*/ 266811 w 1419837"/>
                  <a:gd name="connsiteY26" fmla="*/ 114300 h 2181225"/>
                  <a:gd name="connsiteX27" fmla="*/ 219186 w 1419837"/>
                  <a:gd name="connsiteY27" fmla="*/ 152400 h 2181225"/>
                  <a:gd name="connsiteX28" fmla="*/ 162036 w 1419837"/>
                  <a:gd name="connsiteY28" fmla="*/ 190500 h 2181225"/>
                  <a:gd name="connsiteX29" fmla="*/ 95361 w 1419837"/>
                  <a:gd name="connsiteY29" fmla="*/ 257175 h 2181225"/>
                  <a:gd name="connsiteX30" fmla="*/ 66786 w 1419837"/>
                  <a:gd name="connsiteY30" fmla="*/ 314325 h 2181225"/>
                  <a:gd name="connsiteX31" fmla="*/ 9636 w 1419837"/>
                  <a:gd name="connsiteY31" fmla="*/ 352425 h 2181225"/>
                  <a:gd name="connsiteX32" fmla="*/ 111 w 1419837"/>
                  <a:gd name="connsiteY32" fmla="*/ 381000 h 2181225"/>
                  <a:gd name="connsiteX33" fmla="*/ 38211 w 1419837"/>
                  <a:gd name="connsiteY33" fmla="*/ 476250 h 2181225"/>
                  <a:gd name="connsiteX34" fmla="*/ 47736 w 1419837"/>
                  <a:gd name="connsiteY34" fmla="*/ 523875 h 2181225"/>
                  <a:gd name="connsiteX35" fmla="*/ 57261 w 1419837"/>
                  <a:gd name="connsiteY35" fmla="*/ 552450 h 2181225"/>
                  <a:gd name="connsiteX36" fmla="*/ 66786 w 1419837"/>
                  <a:gd name="connsiteY36" fmla="*/ 600075 h 2181225"/>
                  <a:gd name="connsiteX37" fmla="*/ 85836 w 1419837"/>
                  <a:gd name="connsiteY37" fmla="*/ 666750 h 2181225"/>
                  <a:gd name="connsiteX38" fmla="*/ 114411 w 1419837"/>
                  <a:gd name="connsiteY38" fmla="*/ 752475 h 2181225"/>
                  <a:gd name="connsiteX39" fmla="*/ 152511 w 1419837"/>
                  <a:gd name="connsiteY39" fmla="*/ 857250 h 2181225"/>
                  <a:gd name="connsiteX40" fmla="*/ 190611 w 1419837"/>
                  <a:gd name="connsiteY40" fmla="*/ 942975 h 2181225"/>
                  <a:gd name="connsiteX41" fmla="*/ 209661 w 1419837"/>
                  <a:gd name="connsiteY41" fmla="*/ 1047750 h 2181225"/>
                  <a:gd name="connsiteX42" fmla="*/ 228711 w 1419837"/>
                  <a:gd name="connsiteY42" fmla="*/ 1085850 h 2181225"/>
                  <a:gd name="connsiteX43" fmla="*/ 238236 w 1419837"/>
                  <a:gd name="connsiteY43" fmla="*/ 1152525 h 2181225"/>
                  <a:gd name="connsiteX44" fmla="*/ 247761 w 1419837"/>
                  <a:gd name="connsiteY44" fmla="*/ 1200150 h 2181225"/>
                  <a:gd name="connsiteX45" fmla="*/ 276336 w 1419837"/>
                  <a:gd name="connsiteY45" fmla="*/ 1352550 h 2181225"/>
                  <a:gd name="connsiteX46" fmla="*/ 304911 w 1419837"/>
                  <a:gd name="connsiteY46" fmla="*/ 1390650 h 2181225"/>
                  <a:gd name="connsiteX47" fmla="*/ 314436 w 1419837"/>
                  <a:gd name="connsiteY47" fmla="*/ 1419225 h 2181225"/>
                  <a:gd name="connsiteX48" fmla="*/ 323961 w 1419837"/>
                  <a:gd name="connsiteY48" fmla="*/ 1476375 h 2181225"/>
                  <a:gd name="connsiteX49" fmla="*/ 343011 w 1419837"/>
                  <a:gd name="connsiteY49" fmla="*/ 1504950 h 2181225"/>
                  <a:gd name="connsiteX50" fmla="*/ 362061 w 1419837"/>
                  <a:gd name="connsiteY50" fmla="*/ 1571625 h 2181225"/>
                  <a:gd name="connsiteX51" fmla="*/ 371586 w 1419837"/>
                  <a:gd name="connsiteY51" fmla="*/ 1600200 h 2181225"/>
                  <a:gd name="connsiteX52" fmla="*/ 381111 w 1419837"/>
                  <a:gd name="connsiteY52" fmla="*/ 1638300 h 2181225"/>
                  <a:gd name="connsiteX53" fmla="*/ 400161 w 1419837"/>
                  <a:gd name="connsiteY53" fmla="*/ 1685925 h 2181225"/>
                  <a:gd name="connsiteX54" fmla="*/ 428736 w 1419837"/>
                  <a:gd name="connsiteY54" fmla="*/ 1771650 h 2181225"/>
                  <a:gd name="connsiteX55" fmla="*/ 438261 w 1419837"/>
                  <a:gd name="connsiteY55" fmla="*/ 1800225 h 2181225"/>
                  <a:gd name="connsiteX56" fmla="*/ 447786 w 1419837"/>
                  <a:gd name="connsiteY56" fmla="*/ 1828800 h 2181225"/>
                  <a:gd name="connsiteX57" fmla="*/ 476361 w 1419837"/>
                  <a:gd name="connsiteY57" fmla="*/ 1924050 h 2181225"/>
                  <a:gd name="connsiteX58" fmla="*/ 485886 w 1419837"/>
                  <a:gd name="connsiteY58" fmla="*/ 1952625 h 2181225"/>
                  <a:gd name="connsiteX59" fmla="*/ 495411 w 1419837"/>
                  <a:gd name="connsiteY59" fmla="*/ 1981200 h 2181225"/>
                  <a:gd name="connsiteX60" fmla="*/ 514461 w 1419837"/>
                  <a:gd name="connsiteY60" fmla="*/ 2066925 h 2181225"/>
                  <a:gd name="connsiteX61" fmla="*/ 523986 w 1419837"/>
                  <a:gd name="connsiteY61" fmla="*/ 2095500 h 2181225"/>
                  <a:gd name="connsiteX62" fmla="*/ 543036 w 1419837"/>
                  <a:gd name="connsiteY62" fmla="*/ 2124075 h 2181225"/>
                  <a:gd name="connsiteX63" fmla="*/ 600186 w 1419837"/>
                  <a:gd name="connsiteY63" fmla="*/ 2181225 h 2181225"/>
                  <a:gd name="connsiteX64" fmla="*/ 809736 w 1419837"/>
                  <a:gd name="connsiteY64" fmla="*/ 2171700 h 2181225"/>
                  <a:gd name="connsiteX65" fmla="*/ 838311 w 1419837"/>
                  <a:gd name="connsiteY65" fmla="*/ 2162175 h 2181225"/>
                  <a:gd name="connsiteX66" fmla="*/ 885936 w 1419837"/>
                  <a:gd name="connsiteY66" fmla="*/ 2076450 h 2181225"/>
                  <a:gd name="connsiteX67" fmla="*/ 914511 w 1419837"/>
                  <a:gd name="connsiteY67" fmla="*/ 1790700 h 2181225"/>
                  <a:gd name="connsiteX68" fmla="*/ 943086 w 1419837"/>
                  <a:gd name="connsiteY68" fmla="*/ 1704975 h 2181225"/>
                  <a:gd name="connsiteX69" fmla="*/ 952611 w 1419837"/>
                  <a:gd name="connsiteY69" fmla="*/ 1676400 h 2181225"/>
                  <a:gd name="connsiteX70" fmla="*/ 990711 w 1419837"/>
                  <a:gd name="connsiteY70" fmla="*/ 1619250 h 2181225"/>
                  <a:gd name="connsiteX71" fmla="*/ 1038336 w 1419837"/>
                  <a:gd name="connsiteY71" fmla="*/ 1533525 h 2181225"/>
                  <a:gd name="connsiteX72" fmla="*/ 1076436 w 1419837"/>
                  <a:gd name="connsiteY72" fmla="*/ 1476375 h 2181225"/>
                  <a:gd name="connsiteX73" fmla="*/ 1095486 w 1419837"/>
                  <a:gd name="connsiteY73" fmla="*/ 1447800 h 2181225"/>
                  <a:gd name="connsiteX74" fmla="*/ 1124061 w 1419837"/>
                  <a:gd name="connsiteY74" fmla="*/ 1428750 h 2181225"/>
                  <a:gd name="connsiteX75" fmla="*/ 1143111 w 1419837"/>
                  <a:gd name="connsiteY75" fmla="*/ 1400175 h 2181225"/>
                  <a:gd name="connsiteX76" fmla="*/ 1200261 w 1419837"/>
                  <a:gd name="connsiteY76" fmla="*/ 1362075 h 2181225"/>
                  <a:gd name="connsiteX77" fmla="*/ 1219311 w 1419837"/>
                  <a:gd name="connsiteY77" fmla="*/ 1333500 h 2181225"/>
                  <a:gd name="connsiteX78" fmla="*/ 1314561 w 1419837"/>
                  <a:gd name="connsiteY78" fmla="*/ 1304925 h 2181225"/>
                  <a:gd name="connsiteX79" fmla="*/ 1409811 w 1419837"/>
                  <a:gd name="connsiteY79" fmla="*/ 1238250 h 2181225"/>
                  <a:gd name="connsiteX0" fmla="*/ 1409811 w 1419837"/>
                  <a:gd name="connsiteY0" fmla="*/ 1268584 h 2211559"/>
                  <a:gd name="connsiteX1" fmla="*/ 1409811 w 1419837"/>
                  <a:gd name="connsiteY1" fmla="*/ 1268584 h 2211559"/>
                  <a:gd name="connsiteX2" fmla="*/ 1409811 w 1419837"/>
                  <a:gd name="connsiteY2" fmla="*/ 1059034 h 2211559"/>
                  <a:gd name="connsiteX3" fmla="*/ 1390761 w 1419837"/>
                  <a:gd name="connsiteY3" fmla="*/ 1001884 h 2211559"/>
                  <a:gd name="connsiteX4" fmla="*/ 1381236 w 1419837"/>
                  <a:gd name="connsiteY4" fmla="*/ 944734 h 2211559"/>
                  <a:gd name="connsiteX5" fmla="*/ 1371711 w 1419837"/>
                  <a:gd name="connsiteY5" fmla="*/ 792334 h 2211559"/>
                  <a:gd name="connsiteX6" fmla="*/ 1352661 w 1419837"/>
                  <a:gd name="connsiteY6" fmla="*/ 744709 h 2211559"/>
                  <a:gd name="connsiteX7" fmla="*/ 1333611 w 1419837"/>
                  <a:gd name="connsiteY7" fmla="*/ 620884 h 2211559"/>
                  <a:gd name="connsiteX8" fmla="*/ 1314561 w 1419837"/>
                  <a:gd name="connsiteY8" fmla="*/ 582784 h 2211559"/>
                  <a:gd name="connsiteX9" fmla="*/ 1295511 w 1419837"/>
                  <a:gd name="connsiteY9" fmla="*/ 449434 h 2211559"/>
                  <a:gd name="connsiteX10" fmla="*/ 1276461 w 1419837"/>
                  <a:gd name="connsiteY10" fmla="*/ 382759 h 2211559"/>
                  <a:gd name="connsiteX11" fmla="*/ 1266936 w 1419837"/>
                  <a:gd name="connsiteY11" fmla="*/ 344659 h 2211559"/>
                  <a:gd name="connsiteX12" fmla="*/ 1228836 w 1419837"/>
                  <a:gd name="connsiteY12" fmla="*/ 287509 h 2211559"/>
                  <a:gd name="connsiteX13" fmla="*/ 1171686 w 1419837"/>
                  <a:gd name="connsiteY13" fmla="*/ 249409 h 2211559"/>
                  <a:gd name="connsiteX14" fmla="*/ 1152636 w 1419837"/>
                  <a:gd name="connsiteY14" fmla="*/ 220834 h 2211559"/>
                  <a:gd name="connsiteX15" fmla="*/ 1143111 w 1419837"/>
                  <a:gd name="connsiteY15" fmla="*/ 192259 h 2211559"/>
                  <a:gd name="connsiteX16" fmla="*/ 1114536 w 1419837"/>
                  <a:gd name="connsiteY16" fmla="*/ 182734 h 2211559"/>
                  <a:gd name="connsiteX17" fmla="*/ 1105011 w 1419837"/>
                  <a:gd name="connsiteY17" fmla="*/ 154159 h 2211559"/>
                  <a:gd name="connsiteX18" fmla="*/ 1047861 w 1419837"/>
                  <a:gd name="connsiteY18" fmla="*/ 116059 h 2211559"/>
                  <a:gd name="connsiteX19" fmla="*/ 1009761 w 1419837"/>
                  <a:gd name="connsiteY19" fmla="*/ 87484 h 2211559"/>
                  <a:gd name="connsiteX20" fmla="*/ 990711 w 1419837"/>
                  <a:gd name="connsiteY20" fmla="*/ 58909 h 2211559"/>
                  <a:gd name="connsiteX21" fmla="*/ 933561 w 1419837"/>
                  <a:gd name="connsiteY21" fmla="*/ 30334 h 2211559"/>
                  <a:gd name="connsiteX22" fmla="*/ 654161 w 1419837"/>
                  <a:gd name="connsiteY22" fmla="*/ 1759 h 2211559"/>
                  <a:gd name="connsiteX23" fmla="*/ 371586 w 1419837"/>
                  <a:gd name="connsiteY23" fmla="*/ 87484 h 2211559"/>
                  <a:gd name="connsiteX24" fmla="*/ 343011 w 1419837"/>
                  <a:gd name="connsiteY24" fmla="*/ 97009 h 2211559"/>
                  <a:gd name="connsiteX25" fmla="*/ 323961 w 1419837"/>
                  <a:gd name="connsiteY25" fmla="*/ 125584 h 2211559"/>
                  <a:gd name="connsiteX26" fmla="*/ 266811 w 1419837"/>
                  <a:gd name="connsiteY26" fmla="*/ 144634 h 2211559"/>
                  <a:gd name="connsiteX27" fmla="*/ 219186 w 1419837"/>
                  <a:gd name="connsiteY27" fmla="*/ 182734 h 2211559"/>
                  <a:gd name="connsiteX28" fmla="*/ 162036 w 1419837"/>
                  <a:gd name="connsiteY28" fmla="*/ 220834 h 2211559"/>
                  <a:gd name="connsiteX29" fmla="*/ 95361 w 1419837"/>
                  <a:gd name="connsiteY29" fmla="*/ 287509 h 2211559"/>
                  <a:gd name="connsiteX30" fmla="*/ 66786 w 1419837"/>
                  <a:gd name="connsiteY30" fmla="*/ 344659 h 2211559"/>
                  <a:gd name="connsiteX31" fmla="*/ 9636 w 1419837"/>
                  <a:gd name="connsiteY31" fmla="*/ 382759 h 2211559"/>
                  <a:gd name="connsiteX32" fmla="*/ 111 w 1419837"/>
                  <a:gd name="connsiteY32" fmla="*/ 411334 h 2211559"/>
                  <a:gd name="connsiteX33" fmla="*/ 38211 w 1419837"/>
                  <a:gd name="connsiteY33" fmla="*/ 506584 h 2211559"/>
                  <a:gd name="connsiteX34" fmla="*/ 47736 w 1419837"/>
                  <a:gd name="connsiteY34" fmla="*/ 554209 h 2211559"/>
                  <a:gd name="connsiteX35" fmla="*/ 57261 w 1419837"/>
                  <a:gd name="connsiteY35" fmla="*/ 582784 h 2211559"/>
                  <a:gd name="connsiteX36" fmla="*/ 66786 w 1419837"/>
                  <a:gd name="connsiteY36" fmla="*/ 630409 h 2211559"/>
                  <a:gd name="connsiteX37" fmla="*/ 85836 w 1419837"/>
                  <a:gd name="connsiteY37" fmla="*/ 697084 h 2211559"/>
                  <a:gd name="connsiteX38" fmla="*/ 114411 w 1419837"/>
                  <a:gd name="connsiteY38" fmla="*/ 782809 h 2211559"/>
                  <a:gd name="connsiteX39" fmla="*/ 152511 w 1419837"/>
                  <a:gd name="connsiteY39" fmla="*/ 887584 h 2211559"/>
                  <a:gd name="connsiteX40" fmla="*/ 190611 w 1419837"/>
                  <a:gd name="connsiteY40" fmla="*/ 973309 h 2211559"/>
                  <a:gd name="connsiteX41" fmla="*/ 209661 w 1419837"/>
                  <a:gd name="connsiteY41" fmla="*/ 1078084 h 2211559"/>
                  <a:gd name="connsiteX42" fmla="*/ 228711 w 1419837"/>
                  <a:gd name="connsiteY42" fmla="*/ 1116184 h 2211559"/>
                  <a:gd name="connsiteX43" fmla="*/ 238236 w 1419837"/>
                  <a:gd name="connsiteY43" fmla="*/ 1182859 h 2211559"/>
                  <a:gd name="connsiteX44" fmla="*/ 247761 w 1419837"/>
                  <a:gd name="connsiteY44" fmla="*/ 1230484 h 2211559"/>
                  <a:gd name="connsiteX45" fmla="*/ 276336 w 1419837"/>
                  <a:gd name="connsiteY45" fmla="*/ 1382884 h 2211559"/>
                  <a:gd name="connsiteX46" fmla="*/ 304911 w 1419837"/>
                  <a:gd name="connsiteY46" fmla="*/ 1420984 h 2211559"/>
                  <a:gd name="connsiteX47" fmla="*/ 314436 w 1419837"/>
                  <a:gd name="connsiteY47" fmla="*/ 1449559 h 2211559"/>
                  <a:gd name="connsiteX48" fmla="*/ 323961 w 1419837"/>
                  <a:gd name="connsiteY48" fmla="*/ 1506709 h 2211559"/>
                  <a:gd name="connsiteX49" fmla="*/ 343011 w 1419837"/>
                  <a:gd name="connsiteY49" fmla="*/ 1535284 h 2211559"/>
                  <a:gd name="connsiteX50" fmla="*/ 362061 w 1419837"/>
                  <a:gd name="connsiteY50" fmla="*/ 1601959 h 2211559"/>
                  <a:gd name="connsiteX51" fmla="*/ 371586 w 1419837"/>
                  <a:gd name="connsiteY51" fmla="*/ 1630534 h 2211559"/>
                  <a:gd name="connsiteX52" fmla="*/ 381111 w 1419837"/>
                  <a:gd name="connsiteY52" fmla="*/ 1668634 h 2211559"/>
                  <a:gd name="connsiteX53" fmla="*/ 400161 w 1419837"/>
                  <a:gd name="connsiteY53" fmla="*/ 1716259 h 2211559"/>
                  <a:gd name="connsiteX54" fmla="*/ 428736 w 1419837"/>
                  <a:gd name="connsiteY54" fmla="*/ 1801984 h 2211559"/>
                  <a:gd name="connsiteX55" fmla="*/ 438261 w 1419837"/>
                  <a:gd name="connsiteY55" fmla="*/ 1830559 h 2211559"/>
                  <a:gd name="connsiteX56" fmla="*/ 447786 w 1419837"/>
                  <a:gd name="connsiteY56" fmla="*/ 1859134 h 2211559"/>
                  <a:gd name="connsiteX57" fmla="*/ 476361 w 1419837"/>
                  <a:gd name="connsiteY57" fmla="*/ 1954384 h 2211559"/>
                  <a:gd name="connsiteX58" fmla="*/ 485886 w 1419837"/>
                  <a:gd name="connsiteY58" fmla="*/ 1982959 h 2211559"/>
                  <a:gd name="connsiteX59" fmla="*/ 495411 w 1419837"/>
                  <a:gd name="connsiteY59" fmla="*/ 2011534 h 2211559"/>
                  <a:gd name="connsiteX60" fmla="*/ 514461 w 1419837"/>
                  <a:gd name="connsiteY60" fmla="*/ 2097259 h 2211559"/>
                  <a:gd name="connsiteX61" fmla="*/ 523986 w 1419837"/>
                  <a:gd name="connsiteY61" fmla="*/ 2125834 h 2211559"/>
                  <a:gd name="connsiteX62" fmla="*/ 543036 w 1419837"/>
                  <a:gd name="connsiteY62" fmla="*/ 2154409 h 2211559"/>
                  <a:gd name="connsiteX63" fmla="*/ 600186 w 1419837"/>
                  <a:gd name="connsiteY63" fmla="*/ 2211559 h 2211559"/>
                  <a:gd name="connsiteX64" fmla="*/ 809736 w 1419837"/>
                  <a:gd name="connsiteY64" fmla="*/ 2202034 h 2211559"/>
                  <a:gd name="connsiteX65" fmla="*/ 838311 w 1419837"/>
                  <a:gd name="connsiteY65" fmla="*/ 2192509 h 2211559"/>
                  <a:gd name="connsiteX66" fmla="*/ 885936 w 1419837"/>
                  <a:gd name="connsiteY66" fmla="*/ 2106784 h 2211559"/>
                  <a:gd name="connsiteX67" fmla="*/ 914511 w 1419837"/>
                  <a:gd name="connsiteY67" fmla="*/ 1821034 h 2211559"/>
                  <a:gd name="connsiteX68" fmla="*/ 943086 w 1419837"/>
                  <a:gd name="connsiteY68" fmla="*/ 1735309 h 2211559"/>
                  <a:gd name="connsiteX69" fmla="*/ 952611 w 1419837"/>
                  <a:gd name="connsiteY69" fmla="*/ 1706734 h 2211559"/>
                  <a:gd name="connsiteX70" fmla="*/ 990711 w 1419837"/>
                  <a:gd name="connsiteY70" fmla="*/ 1649584 h 2211559"/>
                  <a:gd name="connsiteX71" fmla="*/ 1038336 w 1419837"/>
                  <a:gd name="connsiteY71" fmla="*/ 1563859 h 2211559"/>
                  <a:gd name="connsiteX72" fmla="*/ 1076436 w 1419837"/>
                  <a:gd name="connsiteY72" fmla="*/ 1506709 h 2211559"/>
                  <a:gd name="connsiteX73" fmla="*/ 1095486 w 1419837"/>
                  <a:gd name="connsiteY73" fmla="*/ 1478134 h 2211559"/>
                  <a:gd name="connsiteX74" fmla="*/ 1124061 w 1419837"/>
                  <a:gd name="connsiteY74" fmla="*/ 1459084 h 2211559"/>
                  <a:gd name="connsiteX75" fmla="*/ 1143111 w 1419837"/>
                  <a:gd name="connsiteY75" fmla="*/ 1430509 h 2211559"/>
                  <a:gd name="connsiteX76" fmla="*/ 1200261 w 1419837"/>
                  <a:gd name="connsiteY76" fmla="*/ 1392409 h 2211559"/>
                  <a:gd name="connsiteX77" fmla="*/ 1219311 w 1419837"/>
                  <a:gd name="connsiteY77" fmla="*/ 1363834 h 2211559"/>
                  <a:gd name="connsiteX78" fmla="*/ 1314561 w 1419837"/>
                  <a:gd name="connsiteY78" fmla="*/ 1335259 h 2211559"/>
                  <a:gd name="connsiteX79" fmla="*/ 1409811 w 1419837"/>
                  <a:gd name="connsiteY79" fmla="*/ 1268584 h 2211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419837" h="2211559">
                    <a:moveTo>
                      <a:pt x="1409811" y="1268584"/>
                    </a:moveTo>
                    <a:lnTo>
                      <a:pt x="1409811" y="1268584"/>
                    </a:lnTo>
                    <a:cubicBezTo>
                      <a:pt x="1419330" y="1173396"/>
                      <a:pt x="1426551" y="1159476"/>
                      <a:pt x="1409811" y="1059034"/>
                    </a:cubicBezTo>
                    <a:cubicBezTo>
                      <a:pt x="1406510" y="1039227"/>
                      <a:pt x="1394062" y="1021691"/>
                      <a:pt x="1390761" y="1001884"/>
                    </a:cubicBezTo>
                    <a:lnTo>
                      <a:pt x="1381236" y="944734"/>
                    </a:lnTo>
                    <a:cubicBezTo>
                      <a:pt x="1378061" y="893934"/>
                      <a:pt x="1378909" y="842722"/>
                      <a:pt x="1371711" y="792334"/>
                    </a:cubicBezTo>
                    <a:cubicBezTo>
                      <a:pt x="1369293" y="775408"/>
                      <a:pt x="1356506" y="761369"/>
                      <a:pt x="1352661" y="744709"/>
                    </a:cubicBezTo>
                    <a:cubicBezTo>
                      <a:pt x="1343909" y="706783"/>
                      <a:pt x="1346397" y="659243"/>
                      <a:pt x="1333611" y="620884"/>
                    </a:cubicBezTo>
                    <a:cubicBezTo>
                      <a:pt x="1329121" y="607414"/>
                      <a:pt x="1320911" y="595484"/>
                      <a:pt x="1314561" y="582784"/>
                    </a:cubicBezTo>
                    <a:cubicBezTo>
                      <a:pt x="1308708" y="535960"/>
                      <a:pt x="1304666" y="495211"/>
                      <a:pt x="1295511" y="449434"/>
                    </a:cubicBezTo>
                    <a:cubicBezTo>
                      <a:pt x="1285585" y="399806"/>
                      <a:pt x="1288565" y="425124"/>
                      <a:pt x="1276461" y="382759"/>
                    </a:cubicBezTo>
                    <a:cubicBezTo>
                      <a:pt x="1272865" y="370172"/>
                      <a:pt x="1272790" y="356368"/>
                      <a:pt x="1266936" y="344659"/>
                    </a:cubicBezTo>
                    <a:cubicBezTo>
                      <a:pt x="1256697" y="324181"/>
                      <a:pt x="1247886" y="300209"/>
                      <a:pt x="1228836" y="287509"/>
                    </a:cubicBezTo>
                    <a:lnTo>
                      <a:pt x="1171686" y="249409"/>
                    </a:lnTo>
                    <a:cubicBezTo>
                      <a:pt x="1165336" y="239884"/>
                      <a:pt x="1157756" y="231073"/>
                      <a:pt x="1152636" y="220834"/>
                    </a:cubicBezTo>
                    <a:cubicBezTo>
                      <a:pt x="1148146" y="211854"/>
                      <a:pt x="1150211" y="199359"/>
                      <a:pt x="1143111" y="192259"/>
                    </a:cubicBezTo>
                    <a:cubicBezTo>
                      <a:pt x="1136011" y="185159"/>
                      <a:pt x="1124061" y="185909"/>
                      <a:pt x="1114536" y="182734"/>
                    </a:cubicBezTo>
                    <a:cubicBezTo>
                      <a:pt x="1111361" y="173209"/>
                      <a:pt x="1112111" y="161259"/>
                      <a:pt x="1105011" y="154159"/>
                    </a:cubicBezTo>
                    <a:cubicBezTo>
                      <a:pt x="1088822" y="137970"/>
                      <a:pt x="1066177" y="129796"/>
                      <a:pt x="1047861" y="116059"/>
                    </a:cubicBezTo>
                    <a:cubicBezTo>
                      <a:pt x="1035161" y="106534"/>
                      <a:pt x="1020986" y="98709"/>
                      <a:pt x="1009761" y="87484"/>
                    </a:cubicBezTo>
                    <a:cubicBezTo>
                      <a:pt x="1001666" y="79389"/>
                      <a:pt x="998806" y="67004"/>
                      <a:pt x="990711" y="58909"/>
                    </a:cubicBezTo>
                    <a:cubicBezTo>
                      <a:pt x="972247" y="40445"/>
                      <a:pt x="989653" y="39859"/>
                      <a:pt x="933561" y="30334"/>
                    </a:cubicBezTo>
                    <a:cubicBezTo>
                      <a:pt x="877469" y="20809"/>
                      <a:pt x="825403" y="-7254"/>
                      <a:pt x="654161" y="1759"/>
                    </a:cubicBezTo>
                    <a:cubicBezTo>
                      <a:pt x="623574" y="3369"/>
                      <a:pt x="423444" y="71609"/>
                      <a:pt x="371586" y="87484"/>
                    </a:cubicBezTo>
                    <a:cubicBezTo>
                      <a:pt x="319728" y="103359"/>
                      <a:pt x="352536" y="93834"/>
                      <a:pt x="343011" y="97009"/>
                    </a:cubicBezTo>
                    <a:cubicBezTo>
                      <a:pt x="336661" y="106534"/>
                      <a:pt x="333669" y="119517"/>
                      <a:pt x="323961" y="125584"/>
                    </a:cubicBezTo>
                    <a:cubicBezTo>
                      <a:pt x="306933" y="136227"/>
                      <a:pt x="266811" y="144634"/>
                      <a:pt x="266811" y="144634"/>
                    </a:cubicBezTo>
                    <a:cubicBezTo>
                      <a:pt x="231612" y="197432"/>
                      <a:pt x="267900" y="155671"/>
                      <a:pt x="219186" y="182734"/>
                    </a:cubicBezTo>
                    <a:cubicBezTo>
                      <a:pt x="199172" y="193853"/>
                      <a:pt x="162036" y="220834"/>
                      <a:pt x="162036" y="220834"/>
                    </a:cubicBezTo>
                    <a:cubicBezTo>
                      <a:pt x="118367" y="286338"/>
                      <a:pt x="145656" y="270744"/>
                      <a:pt x="95361" y="287509"/>
                    </a:cubicBezTo>
                    <a:cubicBezTo>
                      <a:pt x="88567" y="307892"/>
                      <a:pt x="84164" y="329453"/>
                      <a:pt x="66786" y="344659"/>
                    </a:cubicBezTo>
                    <a:cubicBezTo>
                      <a:pt x="49556" y="359736"/>
                      <a:pt x="9636" y="382759"/>
                      <a:pt x="9636" y="382759"/>
                    </a:cubicBezTo>
                    <a:cubicBezTo>
                      <a:pt x="6461" y="392284"/>
                      <a:pt x="-998" y="401355"/>
                      <a:pt x="111" y="411334"/>
                    </a:cubicBezTo>
                    <a:cubicBezTo>
                      <a:pt x="3474" y="441600"/>
                      <a:pt x="24448" y="479058"/>
                      <a:pt x="38211" y="506584"/>
                    </a:cubicBezTo>
                    <a:cubicBezTo>
                      <a:pt x="41386" y="522459"/>
                      <a:pt x="43809" y="538503"/>
                      <a:pt x="47736" y="554209"/>
                    </a:cubicBezTo>
                    <a:cubicBezTo>
                      <a:pt x="50171" y="563949"/>
                      <a:pt x="54826" y="573044"/>
                      <a:pt x="57261" y="582784"/>
                    </a:cubicBezTo>
                    <a:cubicBezTo>
                      <a:pt x="61188" y="598490"/>
                      <a:pt x="62859" y="614703"/>
                      <a:pt x="66786" y="630409"/>
                    </a:cubicBezTo>
                    <a:cubicBezTo>
                      <a:pt x="72392" y="652833"/>
                      <a:pt x="80639" y="674562"/>
                      <a:pt x="85836" y="697084"/>
                    </a:cubicBezTo>
                    <a:cubicBezTo>
                      <a:pt x="103953" y="775591"/>
                      <a:pt x="80671" y="732199"/>
                      <a:pt x="114411" y="782809"/>
                    </a:cubicBezTo>
                    <a:cubicBezTo>
                      <a:pt x="133558" y="878543"/>
                      <a:pt x="109533" y="780139"/>
                      <a:pt x="152511" y="887584"/>
                    </a:cubicBezTo>
                    <a:cubicBezTo>
                      <a:pt x="191753" y="985690"/>
                      <a:pt x="119624" y="854998"/>
                      <a:pt x="190611" y="973309"/>
                    </a:cubicBezTo>
                    <a:cubicBezTo>
                      <a:pt x="192210" y="982904"/>
                      <a:pt x="205223" y="1064771"/>
                      <a:pt x="209661" y="1078084"/>
                    </a:cubicBezTo>
                    <a:cubicBezTo>
                      <a:pt x="214151" y="1091554"/>
                      <a:pt x="222361" y="1103484"/>
                      <a:pt x="228711" y="1116184"/>
                    </a:cubicBezTo>
                    <a:cubicBezTo>
                      <a:pt x="231886" y="1138409"/>
                      <a:pt x="234545" y="1160714"/>
                      <a:pt x="238236" y="1182859"/>
                    </a:cubicBezTo>
                    <a:cubicBezTo>
                      <a:pt x="240898" y="1198828"/>
                      <a:pt x="245299" y="1214483"/>
                      <a:pt x="247761" y="1230484"/>
                    </a:cubicBezTo>
                    <a:cubicBezTo>
                      <a:pt x="255569" y="1281238"/>
                      <a:pt x="256155" y="1334450"/>
                      <a:pt x="276336" y="1382884"/>
                    </a:cubicBezTo>
                    <a:cubicBezTo>
                      <a:pt x="282442" y="1397538"/>
                      <a:pt x="295386" y="1408284"/>
                      <a:pt x="304911" y="1420984"/>
                    </a:cubicBezTo>
                    <a:cubicBezTo>
                      <a:pt x="308086" y="1430509"/>
                      <a:pt x="312258" y="1439758"/>
                      <a:pt x="314436" y="1449559"/>
                    </a:cubicBezTo>
                    <a:cubicBezTo>
                      <a:pt x="318626" y="1468412"/>
                      <a:pt x="317854" y="1488387"/>
                      <a:pt x="323961" y="1506709"/>
                    </a:cubicBezTo>
                    <a:cubicBezTo>
                      <a:pt x="327581" y="1517569"/>
                      <a:pt x="337891" y="1525045"/>
                      <a:pt x="343011" y="1535284"/>
                    </a:cubicBezTo>
                    <a:cubicBezTo>
                      <a:pt x="350624" y="1550509"/>
                      <a:pt x="357992" y="1587717"/>
                      <a:pt x="362061" y="1601959"/>
                    </a:cubicBezTo>
                    <a:cubicBezTo>
                      <a:pt x="364819" y="1611613"/>
                      <a:pt x="368828" y="1620880"/>
                      <a:pt x="371586" y="1630534"/>
                    </a:cubicBezTo>
                    <a:cubicBezTo>
                      <a:pt x="375182" y="1643121"/>
                      <a:pt x="376971" y="1656215"/>
                      <a:pt x="381111" y="1668634"/>
                    </a:cubicBezTo>
                    <a:cubicBezTo>
                      <a:pt x="386518" y="1684854"/>
                      <a:pt x="394410" y="1700157"/>
                      <a:pt x="400161" y="1716259"/>
                    </a:cubicBezTo>
                    <a:cubicBezTo>
                      <a:pt x="410292" y="1744625"/>
                      <a:pt x="419211" y="1773409"/>
                      <a:pt x="428736" y="1801984"/>
                    </a:cubicBezTo>
                    <a:lnTo>
                      <a:pt x="438261" y="1830559"/>
                    </a:lnTo>
                    <a:cubicBezTo>
                      <a:pt x="441436" y="1840084"/>
                      <a:pt x="445351" y="1849394"/>
                      <a:pt x="447786" y="1859134"/>
                    </a:cubicBezTo>
                    <a:cubicBezTo>
                      <a:pt x="462181" y="1916715"/>
                      <a:pt x="453171" y="1884815"/>
                      <a:pt x="476361" y="1954384"/>
                    </a:cubicBezTo>
                    <a:lnTo>
                      <a:pt x="485886" y="1982959"/>
                    </a:lnTo>
                    <a:cubicBezTo>
                      <a:pt x="489061" y="1992484"/>
                      <a:pt x="493442" y="2001689"/>
                      <a:pt x="495411" y="2011534"/>
                    </a:cubicBezTo>
                    <a:cubicBezTo>
                      <a:pt x="501958" y="2044270"/>
                      <a:pt x="505493" y="2065872"/>
                      <a:pt x="514461" y="2097259"/>
                    </a:cubicBezTo>
                    <a:cubicBezTo>
                      <a:pt x="517219" y="2106913"/>
                      <a:pt x="519496" y="2116854"/>
                      <a:pt x="523986" y="2125834"/>
                    </a:cubicBezTo>
                    <a:cubicBezTo>
                      <a:pt x="529106" y="2136073"/>
                      <a:pt x="535431" y="2145853"/>
                      <a:pt x="543036" y="2154409"/>
                    </a:cubicBezTo>
                    <a:cubicBezTo>
                      <a:pt x="560934" y="2174545"/>
                      <a:pt x="600186" y="2211559"/>
                      <a:pt x="600186" y="2211559"/>
                    </a:cubicBezTo>
                    <a:cubicBezTo>
                      <a:pt x="670036" y="2208384"/>
                      <a:pt x="740037" y="2207610"/>
                      <a:pt x="809736" y="2202034"/>
                    </a:cubicBezTo>
                    <a:cubicBezTo>
                      <a:pt x="819744" y="2201233"/>
                      <a:pt x="831211" y="2199609"/>
                      <a:pt x="838311" y="2192509"/>
                    </a:cubicBezTo>
                    <a:cubicBezTo>
                      <a:pt x="871063" y="2159757"/>
                      <a:pt x="873958" y="2142717"/>
                      <a:pt x="885936" y="2106784"/>
                    </a:cubicBezTo>
                    <a:cubicBezTo>
                      <a:pt x="889921" y="2058967"/>
                      <a:pt x="906754" y="1844306"/>
                      <a:pt x="914511" y="1821034"/>
                    </a:cubicBezTo>
                    <a:lnTo>
                      <a:pt x="943086" y="1735309"/>
                    </a:lnTo>
                    <a:cubicBezTo>
                      <a:pt x="946261" y="1725784"/>
                      <a:pt x="947042" y="1715088"/>
                      <a:pt x="952611" y="1706734"/>
                    </a:cubicBezTo>
                    <a:cubicBezTo>
                      <a:pt x="965311" y="1687684"/>
                      <a:pt x="983471" y="1671304"/>
                      <a:pt x="990711" y="1649584"/>
                    </a:cubicBezTo>
                    <a:cubicBezTo>
                      <a:pt x="1007476" y="1599289"/>
                      <a:pt x="994667" y="1629363"/>
                      <a:pt x="1038336" y="1563859"/>
                    </a:cubicBezTo>
                    <a:lnTo>
                      <a:pt x="1076436" y="1506709"/>
                    </a:lnTo>
                    <a:cubicBezTo>
                      <a:pt x="1082786" y="1497184"/>
                      <a:pt x="1085961" y="1484484"/>
                      <a:pt x="1095486" y="1478134"/>
                    </a:cubicBezTo>
                    <a:lnTo>
                      <a:pt x="1124061" y="1459084"/>
                    </a:lnTo>
                    <a:cubicBezTo>
                      <a:pt x="1130411" y="1449559"/>
                      <a:pt x="1134496" y="1438047"/>
                      <a:pt x="1143111" y="1430509"/>
                    </a:cubicBezTo>
                    <a:cubicBezTo>
                      <a:pt x="1160341" y="1415432"/>
                      <a:pt x="1200261" y="1392409"/>
                      <a:pt x="1200261" y="1392409"/>
                    </a:cubicBezTo>
                    <a:cubicBezTo>
                      <a:pt x="1206611" y="1382884"/>
                      <a:pt x="1209603" y="1369901"/>
                      <a:pt x="1219311" y="1363834"/>
                    </a:cubicBezTo>
                    <a:cubicBezTo>
                      <a:pt x="1234771" y="1354172"/>
                      <a:pt x="1292255" y="1340835"/>
                      <a:pt x="1314561" y="1335259"/>
                    </a:cubicBezTo>
                    <a:cubicBezTo>
                      <a:pt x="1374353" y="1295398"/>
                      <a:pt x="1393936" y="1279697"/>
                      <a:pt x="1409811" y="126858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DD7B063-9B50-4E75-905A-5476AE97D956}"/>
                  </a:ext>
                </a:extLst>
              </p:cNvPr>
              <p:cNvSpPr/>
              <p:nvPr/>
            </p:nvSpPr>
            <p:spPr>
              <a:xfrm>
                <a:off x="2984592" y="4267522"/>
                <a:ext cx="970188" cy="16962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763D37E-1E18-4BF0-8B43-F7DCB1F36359}"/>
                  </a:ext>
                </a:extLst>
              </p:cNvPr>
              <p:cNvSpPr/>
              <p:nvPr/>
            </p:nvSpPr>
            <p:spPr>
              <a:xfrm>
                <a:off x="2984592" y="5963766"/>
                <a:ext cx="841592" cy="6609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85A6471-1536-437F-81D8-0501C4DE5273}"/>
                </a:ext>
              </a:extLst>
            </p:cNvPr>
            <p:cNvSpPr/>
            <p:nvPr/>
          </p:nvSpPr>
          <p:spPr>
            <a:xfrm>
              <a:off x="4098575" y="5728480"/>
              <a:ext cx="438150" cy="447973"/>
            </a:xfrm>
            <a:custGeom>
              <a:avLst/>
              <a:gdLst>
                <a:gd name="connsiteX0" fmla="*/ 0 w 438150"/>
                <a:gd name="connsiteY0" fmla="*/ 447973 h 447973"/>
                <a:gd name="connsiteX1" fmla="*/ 171450 w 438150"/>
                <a:gd name="connsiteY1" fmla="*/ 286048 h 447973"/>
                <a:gd name="connsiteX2" fmla="*/ 190500 w 438150"/>
                <a:gd name="connsiteY2" fmla="*/ 257473 h 447973"/>
                <a:gd name="connsiteX3" fmla="*/ 247650 w 438150"/>
                <a:gd name="connsiteY3" fmla="*/ 219373 h 447973"/>
                <a:gd name="connsiteX4" fmla="*/ 295275 w 438150"/>
                <a:gd name="connsiteY4" fmla="*/ 162223 h 447973"/>
                <a:gd name="connsiteX5" fmla="*/ 323850 w 438150"/>
                <a:gd name="connsiteY5" fmla="*/ 143173 h 447973"/>
                <a:gd name="connsiteX6" fmla="*/ 400050 w 438150"/>
                <a:gd name="connsiteY6" fmla="*/ 28873 h 447973"/>
                <a:gd name="connsiteX7" fmla="*/ 438150 w 438150"/>
                <a:gd name="connsiteY7" fmla="*/ 298 h 44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447973">
                  <a:moveTo>
                    <a:pt x="0" y="447973"/>
                  </a:moveTo>
                  <a:cubicBezTo>
                    <a:pt x="57150" y="393998"/>
                    <a:pt x="127845" y="351455"/>
                    <a:pt x="171450" y="286048"/>
                  </a:cubicBezTo>
                  <a:cubicBezTo>
                    <a:pt x="177800" y="276523"/>
                    <a:pt x="181885" y="265011"/>
                    <a:pt x="190500" y="257473"/>
                  </a:cubicBezTo>
                  <a:cubicBezTo>
                    <a:pt x="207730" y="242396"/>
                    <a:pt x="247650" y="219373"/>
                    <a:pt x="247650" y="219373"/>
                  </a:cubicBezTo>
                  <a:cubicBezTo>
                    <a:pt x="266381" y="191276"/>
                    <a:pt x="267773" y="185142"/>
                    <a:pt x="295275" y="162223"/>
                  </a:cubicBezTo>
                  <a:cubicBezTo>
                    <a:pt x="304069" y="154894"/>
                    <a:pt x="314325" y="149523"/>
                    <a:pt x="323850" y="143173"/>
                  </a:cubicBezTo>
                  <a:lnTo>
                    <a:pt x="400050" y="28873"/>
                  </a:lnTo>
                  <a:cubicBezTo>
                    <a:pt x="422622" y="-4986"/>
                    <a:pt x="407652" y="298"/>
                    <a:pt x="438150" y="2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6AAB8CC-0876-452F-9301-710558D69746}"/>
                </a:ext>
              </a:extLst>
            </p:cNvPr>
            <p:cNvSpPr/>
            <p:nvPr/>
          </p:nvSpPr>
          <p:spPr>
            <a:xfrm>
              <a:off x="4449095" y="5622098"/>
              <a:ext cx="1417320" cy="450527"/>
            </a:xfrm>
            <a:custGeom>
              <a:avLst/>
              <a:gdLst>
                <a:gd name="connsiteX0" fmla="*/ 0 w 1417320"/>
                <a:gd name="connsiteY0" fmla="*/ 0 h 450527"/>
                <a:gd name="connsiteX1" fmla="*/ 76200 w 1417320"/>
                <a:gd name="connsiteY1" fmla="*/ 106680 h 450527"/>
                <a:gd name="connsiteX2" fmla="*/ 99060 w 1417320"/>
                <a:gd name="connsiteY2" fmla="*/ 114300 h 450527"/>
                <a:gd name="connsiteX3" fmla="*/ 121920 w 1417320"/>
                <a:gd name="connsiteY3" fmla="*/ 129540 h 450527"/>
                <a:gd name="connsiteX4" fmla="*/ 167640 w 1417320"/>
                <a:gd name="connsiteY4" fmla="*/ 144780 h 450527"/>
                <a:gd name="connsiteX5" fmla="*/ 190500 w 1417320"/>
                <a:gd name="connsiteY5" fmla="*/ 152400 h 450527"/>
                <a:gd name="connsiteX6" fmla="*/ 274320 w 1417320"/>
                <a:gd name="connsiteY6" fmla="*/ 175260 h 450527"/>
                <a:gd name="connsiteX7" fmla="*/ 297180 w 1417320"/>
                <a:gd name="connsiteY7" fmla="*/ 182880 h 450527"/>
                <a:gd name="connsiteX8" fmla="*/ 320040 w 1417320"/>
                <a:gd name="connsiteY8" fmla="*/ 190500 h 450527"/>
                <a:gd name="connsiteX9" fmla="*/ 342900 w 1417320"/>
                <a:gd name="connsiteY9" fmla="*/ 205740 h 450527"/>
                <a:gd name="connsiteX10" fmla="*/ 388620 w 1417320"/>
                <a:gd name="connsiteY10" fmla="*/ 220980 h 450527"/>
                <a:gd name="connsiteX11" fmla="*/ 457200 w 1417320"/>
                <a:gd name="connsiteY11" fmla="*/ 266700 h 450527"/>
                <a:gd name="connsiteX12" fmla="*/ 480060 w 1417320"/>
                <a:gd name="connsiteY12" fmla="*/ 281940 h 450527"/>
                <a:gd name="connsiteX13" fmla="*/ 502920 w 1417320"/>
                <a:gd name="connsiteY13" fmla="*/ 289560 h 450527"/>
                <a:gd name="connsiteX14" fmla="*/ 525780 w 1417320"/>
                <a:gd name="connsiteY14" fmla="*/ 304800 h 450527"/>
                <a:gd name="connsiteX15" fmla="*/ 548640 w 1417320"/>
                <a:gd name="connsiteY15" fmla="*/ 312420 h 450527"/>
                <a:gd name="connsiteX16" fmla="*/ 624840 w 1417320"/>
                <a:gd name="connsiteY16" fmla="*/ 327660 h 450527"/>
                <a:gd name="connsiteX17" fmla="*/ 731520 w 1417320"/>
                <a:gd name="connsiteY17" fmla="*/ 358140 h 450527"/>
                <a:gd name="connsiteX18" fmla="*/ 822960 w 1417320"/>
                <a:gd name="connsiteY18" fmla="*/ 365760 h 450527"/>
                <a:gd name="connsiteX19" fmla="*/ 883920 w 1417320"/>
                <a:gd name="connsiteY19" fmla="*/ 373380 h 450527"/>
                <a:gd name="connsiteX20" fmla="*/ 960120 w 1417320"/>
                <a:gd name="connsiteY20" fmla="*/ 381000 h 450527"/>
                <a:gd name="connsiteX21" fmla="*/ 1036320 w 1417320"/>
                <a:gd name="connsiteY21" fmla="*/ 403860 h 450527"/>
                <a:gd name="connsiteX22" fmla="*/ 1059180 w 1417320"/>
                <a:gd name="connsiteY22" fmla="*/ 419100 h 450527"/>
                <a:gd name="connsiteX23" fmla="*/ 1173480 w 1417320"/>
                <a:gd name="connsiteY23" fmla="*/ 434340 h 450527"/>
                <a:gd name="connsiteX24" fmla="*/ 1226820 w 1417320"/>
                <a:gd name="connsiteY24" fmla="*/ 441960 h 450527"/>
                <a:gd name="connsiteX25" fmla="*/ 1257300 w 1417320"/>
                <a:gd name="connsiteY25" fmla="*/ 449580 h 450527"/>
                <a:gd name="connsiteX26" fmla="*/ 1417320 w 1417320"/>
                <a:gd name="connsiteY26" fmla="*/ 449580 h 4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7320" h="450527">
                  <a:moveTo>
                    <a:pt x="0" y="0"/>
                  </a:moveTo>
                  <a:cubicBezTo>
                    <a:pt x="25400" y="35560"/>
                    <a:pt x="47580" y="73657"/>
                    <a:pt x="76200" y="106680"/>
                  </a:cubicBezTo>
                  <a:cubicBezTo>
                    <a:pt x="81461" y="112750"/>
                    <a:pt x="91876" y="110708"/>
                    <a:pt x="99060" y="114300"/>
                  </a:cubicBezTo>
                  <a:cubicBezTo>
                    <a:pt x="107251" y="118396"/>
                    <a:pt x="113551" y="125821"/>
                    <a:pt x="121920" y="129540"/>
                  </a:cubicBezTo>
                  <a:cubicBezTo>
                    <a:pt x="136600" y="136064"/>
                    <a:pt x="152400" y="139700"/>
                    <a:pt x="167640" y="144780"/>
                  </a:cubicBezTo>
                  <a:cubicBezTo>
                    <a:pt x="175260" y="147320"/>
                    <a:pt x="182624" y="150825"/>
                    <a:pt x="190500" y="152400"/>
                  </a:cubicBezTo>
                  <a:cubicBezTo>
                    <a:pt x="244352" y="163170"/>
                    <a:pt x="216313" y="155924"/>
                    <a:pt x="274320" y="175260"/>
                  </a:cubicBezTo>
                  <a:lnTo>
                    <a:pt x="297180" y="182880"/>
                  </a:lnTo>
                  <a:cubicBezTo>
                    <a:pt x="304800" y="185420"/>
                    <a:pt x="313357" y="186045"/>
                    <a:pt x="320040" y="190500"/>
                  </a:cubicBezTo>
                  <a:cubicBezTo>
                    <a:pt x="327660" y="195580"/>
                    <a:pt x="334531" y="202021"/>
                    <a:pt x="342900" y="205740"/>
                  </a:cubicBezTo>
                  <a:cubicBezTo>
                    <a:pt x="357580" y="212264"/>
                    <a:pt x="375254" y="212069"/>
                    <a:pt x="388620" y="220980"/>
                  </a:cubicBezTo>
                  <a:lnTo>
                    <a:pt x="457200" y="266700"/>
                  </a:lnTo>
                  <a:cubicBezTo>
                    <a:pt x="464820" y="271780"/>
                    <a:pt x="471372" y="279044"/>
                    <a:pt x="480060" y="281940"/>
                  </a:cubicBezTo>
                  <a:cubicBezTo>
                    <a:pt x="487680" y="284480"/>
                    <a:pt x="495736" y="285968"/>
                    <a:pt x="502920" y="289560"/>
                  </a:cubicBezTo>
                  <a:cubicBezTo>
                    <a:pt x="511111" y="293656"/>
                    <a:pt x="517589" y="300704"/>
                    <a:pt x="525780" y="304800"/>
                  </a:cubicBezTo>
                  <a:cubicBezTo>
                    <a:pt x="532964" y="308392"/>
                    <a:pt x="540814" y="310614"/>
                    <a:pt x="548640" y="312420"/>
                  </a:cubicBezTo>
                  <a:cubicBezTo>
                    <a:pt x="573880" y="318245"/>
                    <a:pt x="600266" y="319469"/>
                    <a:pt x="624840" y="327660"/>
                  </a:cubicBezTo>
                  <a:cubicBezTo>
                    <a:pt x="651292" y="336477"/>
                    <a:pt x="706005" y="356014"/>
                    <a:pt x="731520" y="358140"/>
                  </a:cubicBezTo>
                  <a:lnTo>
                    <a:pt x="822960" y="365760"/>
                  </a:lnTo>
                  <a:cubicBezTo>
                    <a:pt x="843337" y="367798"/>
                    <a:pt x="863567" y="371119"/>
                    <a:pt x="883920" y="373380"/>
                  </a:cubicBezTo>
                  <a:cubicBezTo>
                    <a:pt x="909291" y="376199"/>
                    <a:pt x="934720" y="378460"/>
                    <a:pt x="960120" y="381000"/>
                  </a:cubicBezTo>
                  <a:cubicBezTo>
                    <a:pt x="1015775" y="399552"/>
                    <a:pt x="990255" y="392344"/>
                    <a:pt x="1036320" y="403860"/>
                  </a:cubicBezTo>
                  <a:cubicBezTo>
                    <a:pt x="1043940" y="408940"/>
                    <a:pt x="1050762" y="415492"/>
                    <a:pt x="1059180" y="419100"/>
                  </a:cubicBezTo>
                  <a:cubicBezTo>
                    <a:pt x="1086662" y="430878"/>
                    <a:pt x="1160176" y="432862"/>
                    <a:pt x="1173480" y="434340"/>
                  </a:cubicBezTo>
                  <a:cubicBezTo>
                    <a:pt x="1191331" y="436323"/>
                    <a:pt x="1209149" y="438747"/>
                    <a:pt x="1226820" y="441960"/>
                  </a:cubicBezTo>
                  <a:cubicBezTo>
                    <a:pt x="1237124" y="443833"/>
                    <a:pt x="1246836" y="449161"/>
                    <a:pt x="1257300" y="449580"/>
                  </a:cubicBezTo>
                  <a:cubicBezTo>
                    <a:pt x="1310597" y="451712"/>
                    <a:pt x="1363980" y="449580"/>
                    <a:pt x="1417320" y="4495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Multiplication Sign 86">
              <a:extLst>
                <a:ext uri="{FF2B5EF4-FFF2-40B4-BE49-F238E27FC236}">
                  <a16:creationId xmlns:a16="http://schemas.microsoft.com/office/drawing/2014/main" id="{C2FCB319-1E55-4EC6-9DF4-C3594CBF91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34794" y="5537835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Multiplication Sign 87">
              <a:extLst>
                <a:ext uri="{FF2B5EF4-FFF2-40B4-BE49-F238E27FC236}">
                  <a16:creationId xmlns:a16="http://schemas.microsoft.com/office/drawing/2014/main" id="{A4DFCD0C-3BBC-4F89-B0A2-79665F1CDD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45470" y="5963765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6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510E19-354C-427C-A8D4-B192F7D382FC}"/>
              </a:ext>
            </a:extLst>
          </p:cNvPr>
          <p:cNvSpPr txBox="1"/>
          <p:nvPr/>
        </p:nvSpPr>
        <p:spPr>
          <a:xfrm>
            <a:off x="670559" y="853551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LISFLOOD calibration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3D912E-B31A-4182-AF49-41688742BA51}"/>
              </a:ext>
            </a:extLst>
          </p:cNvPr>
          <p:cNvGrpSpPr/>
          <p:nvPr/>
        </p:nvGrpSpPr>
        <p:grpSpPr>
          <a:xfrm>
            <a:off x="469784" y="4356255"/>
            <a:ext cx="1238237" cy="1848189"/>
            <a:chOff x="6096000" y="1342294"/>
            <a:chExt cx="1238237" cy="1848189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914EDFB-7760-4615-8F93-F524F007D763}"/>
                </a:ext>
              </a:extLst>
            </p:cNvPr>
            <p:cNvSpPr/>
            <p:nvPr/>
          </p:nvSpPr>
          <p:spPr>
            <a:xfrm>
              <a:off x="6096000" y="1342294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Multiplication Sign 53">
              <a:extLst>
                <a:ext uri="{FF2B5EF4-FFF2-40B4-BE49-F238E27FC236}">
                  <a16:creationId xmlns:a16="http://schemas.microsoft.com/office/drawing/2014/main" id="{2CED6BCE-ECDC-4D0C-A583-AC2D9DEE85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54237" y="1985719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A0EA324-8521-425A-A93B-8B80E8A14AE9}"/>
                </a:ext>
              </a:extLst>
            </p:cNvPr>
            <p:cNvSpPr/>
            <p:nvPr/>
          </p:nvSpPr>
          <p:spPr>
            <a:xfrm>
              <a:off x="6555580" y="2094516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3AB687-6013-46D0-B7FF-2BCB09FB31A0}"/>
              </a:ext>
            </a:extLst>
          </p:cNvPr>
          <p:cNvGrpSpPr/>
          <p:nvPr/>
        </p:nvGrpSpPr>
        <p:grpSpPr>
          <a:xfrm>
            <a:off x="1011721" y="1845737"/>
            <a:ext cx="3268103" cy="2230948"/>
            <a:chOff x="1011721" y="1845737"/>
            <a:chExt cx="3268103" cy="223094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D6CAA6-ED78-4E29-8477-50ED51FEAC70}"/>
                </a:ext>
              </a:extLst>
            </p:cNvPr>
            <p:cNvSpPr/>
            <p:nvPr/>
          </p:nvSpPr>
          <p:spPr>
            <a:xfrm>
              <a:off x="2265710" y="1866546"/>
              <a:ext cx="2014114" cy="2200275"/>
            </a:xfrm>
            <a:custGeom>
              <a:avLst/>
              <a:gdLst>
                <a:gd name="connsiteX0" fmla="*/ 2013561 w 2014114"/>
                <a:gd name="connsiteY0" fmla="*/ 1666875 h 2200275"/>
                <a:gd name="connsiteX1" fmla="*/ 2013561 w 2014114"/>
                <a:gd name="connsiteY1" fmla="*/ 1666875 h 2200275"/>
                <a:gd name="connsiteX2" fmla="*/ 1956411 w 2014114"/>
                <a:gd name="connsiteY2" fmla="*/ 1600200 h 2200275"/>
                <a:gd name="connsiteX3" fmla="*/ 1927836 w 2014114"/>
                <a:gd name="connsiteY3" fmla="*/ 1571625 h 2200275"/>
                <a:gd name="connsiteX4" fmla="*/ 1889736 w 2014114"/>
                <a:gd name="connsiteY4" fmla="*/ 1514475 h 2200275"/>
                <a:gd name="connsiteX5" fmla="*/ 1880211 w 2014114"/>
                <a:gd name="connsiteY5" fmla="*/ 1485900 h 2200275"/>
                <a:gd name="connsiteX6" fmla="*/ 1851636 w 2014114"/>
                <a:gd name="connsiteY6" fmla="*/ 1466850 h 2200275"/>
                <a:gd name="connsiteX7" fmla="*/ 1813536 w 2014114"/>
                <a:gd name="connsiteY7" fmla="*/ 1323975 h 2200275"/>
                <a:gd name="connsiteX8" fmla="*/ 1794486 w 2014114"/>
                <a:gd name="connsiteY8" fmla="*/ 1266825 h 2200275"/>
                <a:gd name="connsiteX9" fmla="*/ 1784961 w 2014114"/>
                <a:gd name="connsiteY9" fmla="*/ 1238250 h 2200275"/>
                <a:gd name="connsiteX10" fmla="*/ 1746861 w 2014114"/>
                <a:gd name="connsiteY10" fmla="*/ 1181100 h 2200275"/>
                <a:gd name="connsiteX11" fmla="*/ 1727811 w 2014114"/>
                <a:gd name="connsiteY11" fmla="*/ 1152525 h 2200275"/>
                <a:gd name="connsiteX12" fmla="*/ 1708761 w 2014114"/>
                <a:gd name="connsiteY12" fmla="*/ 1104900 h 2200275"/>
                <a:gd name="connsiteX13" fmla="*/ 1689711 w 2014114"/>
                <a:gd name="connsiteY13" fmla="*/ 1076325 h 2200275"/>
                <a:gd name="connsiteX14" fmla="*/ 1680186 w 2014114"/>
                <a:gd name="connsiteY14" fmla="*/ 1047750 h 2200275"/>
                <a:gd name="connsiteX15" fmla="*/ 1661136 w 2014114"/>
                <a:gd name="connsiteY15" fmla="*/ 1019175 h 2200275"/>
                <a:gd name="connsiteX16" fmla="*/ 1613511 w 2014114"/>
                <a:gd name="connsiteY16" fmla="*/ 942975 h 2200275"/>
                <a:gd name="connsiteX17" fmla="*/ 1575411 w 2014114"/>
                <a:gd name="connsiteY17" fmla="*/ 895350 h 2200275"/>
                <a:gd name="connsiteX18" fmla="*/ 1565886 w 2014114"/>
                <a:gd name="connsiteY18" fmla="*/ 866775 h 2200275"/>
                <a:gd name="connsiteX19" fmla="*/ 1537311 w 2014114"/>
                <a:gd name="connsiteY19" fmla="*/ 838200 h 2200275"/>
                <a:gd name="connsiteX20" fmla="*/ 1518261 w 2014114"/>
                <a:gd name="connsiteY20" fmla="*/ 800100 h 2200275"/>
                <a:gd name="connsiteX21" fmla="*/ 1461111 w 2014114"/>
                <a:gd name="connsiteY21" fmla="*/ 752475 h 2200275"/>
                <a:gd name="connsiteX22" fmla="*/ 1403961 w 2014114"/>
                <a:gd name="connsiteY22" fmla="*/ 676275 h 2200275"/>
                <a:gd name="connsiteX23" fmla="*/ 1337286 w 2014114"/>
                <a:gd name="connsiteY23" fmla="*/ 619125 h 2200275"/>
                <a:gd name="connsiteX24" fmla="*/ 1318236 w 2014114"/>
                <a:gd name="connsiteY24" fmla="*/ 590550 h 2200275"/>
                <a:gd name="connsiteX25" fmla="*/ 1270611 w 2014114"/>
                <a:gd name="connsiteY25" fmla="*/ 533400 h 2200275"/>
                <a:gd name="connsiteX26" fmla="*/ 1251561 w 2014114"/>
                <a:gd name="connsiteY26" fmla="*/ 504825 h 2200275"/>
                <a:gd name="connsiteX27" fmla="*/ 1222986 w 2014114"/>
                <a:gd name="connsiteY27" fmla="*/ 485775 h 2200275"/>
                <a:gd name="connsiteX28" fmla="*/ 1184886 w 2014114"/>
                <a:gd name="connsiteY28" fmla="*/ 457200 h 2200275"/>
                <a:gd name="connsiteX29" fmla="*/ 1127736 w 2014114"/>
                <a:gd name="connsiteY29" fmla="*/ 419100 h 2200275"/>
                <a:gd name="connsiteX30" fmla="*/ 1108686 w 2014114"/>
                <a:gd name="connsiteY30" fmla="*/ 390525 h 2200275"/>
                <a:gd name="connsiteX31" fmla="*/ 1080111 w 2014114"/>
                <a:gd name="connsiteY31" fmla="*/ 381000 h 2200275"/>
                <a:gd name="connsiteX32" fmla="*/ 1022961 w 2014114"/>
                <a:gd name="connsiteY32" fmla="*/ 342900 h 2200275"/>
                <a:gd name="connsiteX33" fmla="*/ 956286 w 2014114"/>
                <a:gd name="connsiteY33" fmla="*/ 295275 h 2200275"/>
                <a:gd name="connsiteX34" fmla="*/ 899136 w 2014114"/>
                <a:gd name="connsiteY34" fmla="*/ 257175 h 2200275"/>
                <a:gd name="connsiteX35" fmla="*/ 880086 w 2014114"/>
                <a:gd name="connsiteY35" fmla="*/ 228600 h 2200275"/>
                <a:gd name="connsiteX36" fmla="*/ 822936 w 2014114"/>
                <a:gd name="connsiteY36" fmla="*/ 209550 h 2200275"/>
                <a:gd name="connsiteX37" fmla="*/ 765786 w 2014114"/>
                <a:gd name="connsiteY37" fmla="*/ 171450 h 2200275"/>
                <a:gd name="connsiteX38" fmla="*/ 680061 w 2014114"/>
                <a:gd name="connsiteY38" fmla="*/ 114300 h 2200275"/>
                <a:gd name="connsiteX39" fmla="*/ 651486 w 2014114"/>
                <a:gd name="connsiteY39" fmla="*/ 95250 h 2200275"/>
                <a:gd name="connsiteX40" fmla="*/ 622911 w 2014114"/>
                <a:gd name="connsiteY40" fmla="*/ 76200 h 2200275"/>
                <a:gd name="connsiteX41" fmla="*/ 508611 w 2014114"/>
                <a:gd name="connsiteY41" fmla="*/ 38100 h 2200275"/>
                <a:gd name="connsiteX42" fmla="*/ 480036 w 2014114"/>
                <a:gd name="connsiteY42" fmla="*/ 28575 h 2200275"/>
                <a:gd name="connsiteX43" fmla="*/ 451461 w 2014114"/>
                <a:gd name="connsiteY43" fmla="*/ 19050 h 2200275"/>
                <a:gd name="connsiteX44" fmla="*/ 327636 w 2014114"/>
                <a:gd name="connsiteY44" fmla="*/ 0 h 2200275"/>
                <a:gd name="connsiteX45" fmla="*/ 146661 w 2014114"/>
                <a:gd name="connsiteY45" fmla="*/ 9525 h 2200275"/>
                <a:gd name="connsiteX46" fmla="*/ 89511 w 2014114"/>
                <a:gd name="connsiteY46" fmla="*/ 28575 h 2200275"/>
                <a:gd name="connsiteX47" fmla="*/ 70461 w 2014114"/>
                <a:gd name="connsiteY47" fmla="*/ 457200 h 2200275"/>
                <a:gd name="connsiteX48" fmla="*/ 51411 w 2014114"/>
                <a:gd name="connsiteY48" fmla="*/ 752475 h 2200275"/>
                <a:gd name="connsiteX49" fmla="*/ 41886 w 2014114"/>
                <a:gd name="connsiteY49" fmla="*/ 828675 h 2200275"/>
                <a:gd name="connsiteX50" fmla="*/ 13311 w 2014114"/>
                <a:gd name="connsiteY50" fmla="*/ 923925 h 2200275"/>
                <a:gd name="connsiteX51" fmla="*/ 3786 w 2014114"/>
                <a:gd name="connsiteY51" fmla="*/ 990600 h 2200275"/>
                <a:gd name="connsiteX52" fmla="*/ 22836 w 2014114"/>
                <a:gd name="connsiteY52" fmla="*/ 1457325 h 2200275"/>
                <a:gd name="connsiteX53" fmla="*/ 41886 w 2014114"/>
                <a:gd name="connsiteY53" fmla="*/ 1905000 h 2200275"/>
                <a:gd name="connsiteX54" fmla="*/ 32361 w 2014114"/>
                <a:gd name="connsiteY54" fmla="*/ 2152650 h 2200275"/>
                <a:gd name="connsiteX55" fmla="*/ 13311 w 2014114"/>
                <a:gd name="connsiteY55" fmla="*/ 2200275 h 2200275"/>
                <a:gd name="connsiteX56" fmla="*/ 89511 w 2014114"/>
                <a:gd name="connsiteY56" fmla="*/ 2190750 h 2200275"/>
                <a:gd name="connsiteX57" fmla="*/ 137136 w 2014114"/>
                <a:gd name="connsiteY57" fmla="*/ 2181225 h 2200275"/>
                <a:gd name="connsiteX58" fmla="*/ 251436 w 2014114"/>
                <a:gd name="connsiteY58" fmla="*/ 2162175 h 2200275"/>
                <a:gd name="connsiteX59" fmla="*/ 308586 w 2014114"/>
                <a:gd name="connsiteY59" fmla="*/ 2152650 h 2200275"/>
                <a:gd name="connsiteX60" fmla="*/ 441936 w 2014114"/>
                <a:gd name="connsiteY60" fmla="*/ 2133600 h 2200275"/>
                <a:gd name="connsiteX61" fmla="*/ 489561 w 2014114"/>
                <a:gd name="connsiteY61" fmla="*/ 2124075 h 2200275"/>
                <a:gd name="connsiteX62" fmla="*/ 518136 w 2014114"/>
                <a:gd name="connsiteY62" fmla="*/ 2114550 h 2200275"/>
                <a:gd name="connsiteX63" fmla="*/ 594336 w 2014114"/>
                <a:gd name="connsiteY63" fmla="*/ 2105025 h 2200275"/>
                <a:gd name="connsiteX64" fmla="*/ 661011 w 2014114"/>
                <a:gd name="connsiteY64" fmla="*/ 2085975 h 2200275"/>
                <a:gd name="connsiteX65" fmla="*/ 708636 w 2014114"/>
                <a:gd name="connsiteY65" fmla="*/ 2076450 h 2200275"/>
                <a:gd name="connsiteX66" fmla="*/ 765786 w 2014114"/>
                <a:gd name="connsiteY66" fmla="*/ 2057400 h 2200275"/>
                <a:gd name="connsiteX67" fmla="*/ 822936 w 2014114"/>
                <a:gd name="connsiteY67" fmla="*/ 2028825 h 2200275"/>
                <a:gd name="connsiteX68" fmla="*/ 851511 w 2014114"/>
                <a:gd name="connsiteY68" fmla="*/ 2000250 h 2200275"/>
                <a:gd name="connsiteX69" fmla="*/ 908661 w 2014114"/>
                <a:gd name="connsiteY69" fmla="*/ 1981200 h 2200275"/>
                <a:gd name="connsiteX70" fmla="*/ 956286 w 2014114"/>
                <a:gd name="connsiteY70" fmla="*/ 1971675 h 2200275"/>
                <a:gd name="connsiteX71" fmla="*/ 1022961 w 2014114"/>
                <a:gd name="connsiteY71" fmla="*/ 1962150 h 2200275"/>
                <a:gd name="connsiteX72" fmla="*/ 1089636 w 2014114"/>
                <a:gd name="connsiteY72" fmla="*/ 1943100 h 2200275"/>
                <a:gd name="connsiteX73" fmla="*/ 1156311 w 2014114"/>
                <a:gd name="connsiteY73" fmla="*/ 1924050 h 2200275"/>
                <a:gd name="connsiteX74" fmla="*/ 1280136 w 2014114"/>
                <a:gd name="connsiteY74" fmla="*/ 1895475 h 2200275"/>
                <a:gd name="connsiteX75" fmla="*/ 1308711 w 2014114"/>
                <a:gd name="connsiteY75" fmla="*/ 1885950 h 2200275"/>
                <a:gd name="connsiteX76" fmla="*/ 1346811 w 2014114"/>
                <a:gd name="connsiteY76" fmla="*/ 1876425 h 2200275"/>
                <a:gd name="connsiteX77" fmla="*/ 1375386 w 2014114"/>
                <a:gd name="connsiteY77" fmla="*/ 1866900 h 2200275"/>
                <a:gd name="connsiteX78" fmla="*/ 1546836 w 2014114"/>
                <a:gd name="connsiteY78" fmla="*/ 1857375 h 2200275"/>
                <a:gd name="connsiteX79" fmla="*/ 1603986 w 2014114"/>
                <a:gd name="connsiteY79" fmla="*/ 1847850 h 2200275"/>
                <a:gd name="connsiteX80" fmla="*/ 1708761 w 2014114"/>
                <a:gd name="connsiteY80" fmla="*/ 1838325 h 2200275"/>
                <a:gd name="connsiteX81" fmla="*/ 1746861 w 2014114"/>
                <a:gd name="connsiteY81" fmla="*/ 1828800 h 2200275"/>
                <a:gd name="connsiteX82" fmla="*/ 1861161 w 2014114"/>
                <a:gd name="connsiteY82" fmla="*/ 1809750 h 2200275"/>
                <a:gd name="connsiteX83" fmla="*/ 1918311 w 2014114"/>
                <a:gd name="connsiteY83" fmla="*/ 1800225 h 2200275"/>
                <a:gd name="connsiteX84" fmla="*/ 1984986 w 2014114"/>
                <a:gd name="connsiteY84" fmla="*/ 1781175 h 2200275"/>
                <a:gd name="connsiteX85" fmla="*/ 2013561 w 2014114"/>
                <a:gd name="connsiteY85" fmla="*/ 1724025 h 2200275"/>
                <a:gd name="connsiteX86" fmla="*/ 2013561 w 2014114"/>
                <a:gd name="connsiteY86" fmla="*/ 1666875 h 220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014114" h="2200275">
                  <a:moveTo>
                    <a:pt x="2013561" y="1666875"/>
                  </a:moveTo>
                  <a:lnTo>
                    <a:pt x="2013561" y="1666875"/>
                  </a:lnTo>
                  <a:cubicBezTo>
                    <a:pt x="1994511" y="1644650"/>
                    <a:pt x="1975993" y="1621958"/>
                    <a:pt x="1956411" y="1600200"/>
                  </a:cubicBezTo>
                  <a:cubicBezTo>
                    <a:pt x="1947400" y="1590188"/>
                    <a:pt x="1936106" y="1582258"/>
                    <a:pt x="1927836" y="1571625"/>
                  </a:cubicBezTo>
                  <a:cubicBezTo>
                    <a:pt x="1913780" y="1553553"/>
                    <a:pt x="1896976" y="1536195"/>
                    <a:pt x="1889736" y="1514475"/>
                  </a:cubicBezTo>
                  <a:cubicBezTo>
                    <a:pt x="1886561" y="1504950"/>
                    <a:pt x="1886483" y="1493740"/>
                    <a:pt x="1880211" y="1485900"/>
                  </a:cubicBezTo>
                  <a:cubicBezTo>
                    <a:pt x="1873060" y="1476961"/>
                    <a:pt x="1861161" y="1473200"/>
                    <a:pt x="1851636" y="1466850"/>
                  </a:cubicBezTo>
                  <a:cubicBezTo>
                    <a:pt x="1822694" y="1322141"/>
                    <a:pt x="1848064" y="1418927"/>
                    <a:pt x="1813536" y="1323975"/>
                  </a:cubicBezTo>
                  <a:cubicBezTo>
                    <a:pt x="1806674" y="1305104"/>
                    <a:pt x="1800836" y="1285875"/>
                    <a:pt x="1794486" y="1266825"/>
                  </a:cubicBezTo>
                  <a:cubicBezTo>
                    <a:pt x="1791311" y="1257300"/>
                    <a:pt x="1790530" y="1246604"/>
                    <a:pt x="1784961" y="1238250"/>
                  </a:cubicBezTo>
                  <a:lnTo>
                    <a:pt x="1746861" y="1181100"/>
                  </a:lnTo>
                  <a:cubicBezTo>
                    <a:pt x="1740511" y="1171575"/>
                    <a:pt x="1732063" y="1163154"/>
                    <a:pt x="1727811" y="1152525"/>
                  </a:cubicBezTo>
                  <a:cubicBezTo>
                    <a:pt x="1721461" y="1136650"/>
                    <a:pt x="1716407" y="1120193"/>
                    <a:pt x="1708761" y="1104900"/>
                  </a:cubicBezTo>
                  <a:cubicBezTo>
                    <a:pt x="1703641" y="1094661"/>
                    <a:pt x="1694831" y="1086564"/>
                    <a:pt x="1689711" y="1076325"/>
                  </a:cubicBezTo>
                  <a:cubicBezTo>
                    <a:pt x="1685221" y="1067345"/>
                    <a:pt x="1684676" y="1056730"/>
                    <a:pt x="1680186" y="1047750"/>
                  </a:cubicBezTo>
                  <a:cubicBezTo>
                    <a:pt x="1675066" y="1037511"/>
                    <a:pt x="1666256" y="1029414"/>
                    <a:pt x="1661136" y="1019175"/>
                  </a:cubicBezTo>
                  <a:cubicBezTo>
                    <a:pt x="1625057" y="947017"/>
                    <a:pt x="1663651" y="993115"/>
                    <a:pt x="1613511" y="942975"/>
                  </a:cubicBezTo>
                  <a:cubicBezTo>
                    <a:pt x="1589570" y="871151"/>
                    <a:pt x="1624650" y="956898"/>
                    <a:pt x="1575411" y="895350"/>
                  </a:cubicBezTo>
                  <a:cubicBezTo>
                    <a:pt x="1569139" y="887510"/>
                    <a:pt x="1571455" y="875129"/>
                    <a:pt x="1565886" y="866775"/>
                  </a:cubicBezTo>
                  <a:cubicBezTo>
                    <a:pt x="1558414" y="855567"/>
                    <a:pt x="1545141" y="849161"/>
                    <a:pt x="1537311" y="838200"/>
                  </a:cubicBezTo>
                  <a:cubicBezTo>
                    <a:pt x="1529058" y="826646"/>
                    <a:pt x="1526514" y="811654"/>
                    <a:pt x="1518261" y="800100"/>
                  </a:cubicBezTo>
                  <a:cubicBezTo>
                    <a:pt x="1501593" y="776765"/>
                    <a:pt x="1483896" y="767665"/>
                    <a:pt x="1461111" y="752475"/>
                  </a:cubicBezTo>
                  <a:cubicBezTo>
                    <a:pt x="1443524" y="726095"/>
                    <a:pt x="1426587" y="698901"/>
                    <a:pt x="1403961" y="676275"/>
                  </a:cubicBezTo>
                  <a:cubicBezTo>
                    <a:pt x="1340894" y="613208"/>
                    <a:pt x="1389127" y="681334"/>
                    <a:pt x="1337286" y="619125"/>
                  </a:cubicBezTo>
                  <a:cubicBezTo>
                    <a:pt x="1329957" y="610331"/>
                    <a:pt x="1325264" y="599586"/>
                    <a:pt x="1318236" y="590550"/>
                  </a:cubicBezTo>
                  <a:cubicBezTo>
                    <a:pt x="1303012" y="570976"/>
                    <a:pt x="1285835" y="552974"/>
                    <a:pt x="1270611" y="533400"/>
                  </a:cubicBezTo>
                  <a:cubicBezTo>
                    <a:pt x="1263583" y="524364"/>
                    <a:pt x="1259656" y="512920"/>
                    <a:pt x="1251561" y="504825"/>
                  </a:cubicBezTo>
                  <a:cubicBezTo>
                    <a:pt x="1243466" y="496730"/>
                    <a:pt x="1232301" y="492429"/>
                    <a:pt x="1222986" y="485775"/>
                  </a:cubicBezTo>
                  <a:cubicBezTo>
                    <a:pt x="1210068" y="476548"/>
                    <a:pt x="1197891" y="466304"/>
                    <a:pt x="1184886" y="457200"/>
                  </a:cubicBezTo>
                  <a:cubicBezTo>
                    <a:pt x="1166129" y="444070"/>
                    <a:pt x="1127736" y="419100"/>
                    <a:pt x="1127736" y="419100"/>
                  </a:cubicBezTo>
                  <a:cubicBezTo>
                    <a:pt x="1121386" y="409575"/>
                    <a:pt x="1117625" y="397676"/>
                    <a:pt x="1108686" y="390525"/>
                  </a:cubicBezTo>
                  <a:cubicBezTo>
                    <a:pt x="1100846" y="384253"/>
                    <a:pt x="1088888" y="385876"/>
                    <a:pt x="1080111" y="381000"/>
                  </a:cubicBezTo>
                  <a:cubicBezTo>
                    <a:pt x="1060097" y="369881"/>
                    <a:pt x="1039150" y="359089"/>
                    <a:pt x="1022961" y="342900"/>
                  </a:cubicBezTo>
                  <a:cubicBezTo>
                    <a:pt x="948665" y="268604"/>
                    <a:pt x="1044045" y="357960"/>
                    <a:pt x="956286" y="295275"/>
                  </a:cubicBezTo>
                  <a:cubicBezTo>
                    <a:pt x="893856" y="250682"/>
                    <a:pt x="960433" y="277607"/>
                    <a:pt x="899136" y="257175"/>
                  </a:cubicBezTo>
                  <a:cubicBezTo>
                    <a:pt x="892786" y="247650"/>
                    <a:pt x="889794" y="234667"/>
                    <a:pt x="880086" y="228600"/>
                  </a:cubicBezTo>
                  <a:cubicBezTo>
                    <a:pt x="863058" y="217957"/>
                    <a:pt x="839644" y="220689"/>
                    <a:pt x="822936" y="209550"/>
                  </a:cubicBezTo>
                  <a:lnTo>
                    <a:pt x="765786" y="171450"/>
                  </a:lnTo>
                  <a:lnTo>
                    <a:pt x="680061" y="114300"/>
                  </a:lnTo>
                  <a:lnTo>
                    <a:pt x="651486" y="95250"/>
                  </a:lnTo>
                  <a:cubicBezTo>
                    <a:pt x="641961" y="88900"/>
                    <a:pt x="633771" y="79820"/>
                    <a:pt x="622911" y="76200"/>
                  </a:cubicBezTo>
                  <a:lnTo>
                    <a:pt x="508611" y="38100"/>
                  </a:lnTo>
                  <a:lnTo>
                    <a:pt x="480036" y="28575"/>
                  </a:lnTo>
                  <a:cubicBezTo>
                    <a:pt x="470511" y="25400"/>
                    <a:pt x="461306" y="21019"/>
                    <a:pt x="451461" y="19050"/>
                  </a:cubicBezTo>
                  <a:cubicBezTo>
                    <a:pt x="378735" y="4505"/>
                    <a:pt x="419900" y="11533"/>
                    <a:pt x="327636" y="0"/>
                  </a:cubicBezTo>
                  <a:cubicBezTo>
                    <a:pt x="267311" y="3175"/>
                    <a:pt x="206639" y="2328"/>
                    <a:pt x="146661" y="9525"/>
                  </a:cubicBezTo>
                  <a:cubicBezTo>
                    <a:pt x="126724" y="11917"/>
                    <a:pt x="89511" y="28575"/>
                    <a:pt x="89511" y="28575"/>
                  </a:cubicBezTo>
                  <a:cubicBezTo>
                    <a:pt x="37615" y="184262"/>
                    <a:pt x="82745" y="39553"/>
                    <a:pt x="70461" y="457200"/>
                  </a:cubicBezTo>
                  <a:cubicBezTo>
                    <a:pt x="56105" y="945298"/>
                    <a:pt x="77962" y="579893"/>
                    <a:pt x="51411" y="752475"/>
                  </a:cubicBezTo>
                  <a:cubicBezTo>
                    <a:pt x="47519" y="777775"/>
                    <a:pt x="47439" y="803687"/>
                    <a:pt x="41886" y="828675"/>
                  </a:cubicBezTo>
                  <a:cubicBezTo>
                    <a:pt x="34695" y="861034"/>
                    <a:pt x="22836" y="892175"/>
                    <a:pt x="13311" y="923925"/>
                  </a:cubicBezTo>
                  <a:cubicBezTo>
                    <a:pt x="10136" y="946150"/>
                    <a:pt x="3786" y="968149"/>
                    <a:pt x="3786" y="990600"/>
                  </a:cubicBezTo>
                  <a:cubicBezTo>
                    <a:pt x="3786" y="1355688"/>
                    <a:pt x="8406" y="1226441"/>
                    <a:pt x="22836" y="1457325"/>
                  </a:cubicBezTo>
                  <a:cubicBezTo>
                    <a:pt x="33486" y="1627731"/>
                    <a:pt x="35433" y="1724310"/>
                    <a:pt x="41886" y="1905000"/>
                  </a:cubicBezTo>
                  <a:cubicBezTo>
                    <a:pt x="38711" y="1987550"/>
                    <a:pt x="44044" y="2070869"/>
                    <a:pt x="32361" y="2152650"/>
                  </a:cubicBezTo>
                  <a:cubicBezTo>
                    <a:pt x="18820" y="2247434"/>
                    <a:pt x="-20347" y="2099301"/>
                    <a:pt x="13311" y="2200275"/>
                  </a:cubicBezTo>
                  <a:cubicBezTo>
                    <a:pt x="38711" y="2197100"/>
                    <a:pt x="64211" y="2194642"/>
                    <a:pt x="89511" y="2190750"/>
                  </a:cubicBezTo>
                  <a:cubicBezTo>
                    <a:pt x="105512" y="2188288"/>
                    <a:pt x="121193" y="2184038"/>
                    <a:pt x="137136" y="2181225"/>
                  </a:cubicBezTo>
                  <a:lnTo>
                    <a:pt x="251436" y="2162175"/>
                  </a:lnTo>
                  <a:cubicBezTo>
                    <a:pt x="270486" y="2159000"/>
                    <a:pt x="289467" y="2155381"/>
                    <a:pt x="308586" y="2152650"/>
                  </a:cubicBezTo>
                  <a:cubicBezTo>
                    <a:pt x="353036" y="2146300"/>
                    <a:pt x="397907" y="2142406"/>
                    <a:pt x="441936" y="2133600"/>
                  </a:cubicBezTo>
                  <a:cubicBezTo>
                    <a:pt x="457811" y="2130425"/>
                    <a:pt x="473855" y="2128002"/>
                    <a:pt x="489561" y="2124075"/>
                  </a:cubicBezTo>
                  <a:cubicBezTo>
                    <a:pt x="499301" y="2121640"/>
                    <a:pt x="508258" y="2116346"/>
                    <a:pt x="518136" y="2114550"/>
                  </a:cubicBezTo>
                  <a:cubicBezTo>
                    <a:pt x="543321" y="2109971"/>
                    <a:pt x="568936" y="2108200"/>
                    <a:pt x="594336" y="2105025"/>
                  </a:cubicBezTo>
                  <a:cubicBezTo>
                    <a:pt x="626157" y="2094418"/>
                    <a:pt x="625131" y="2093948"/>
                    <a:pt x="661011" y="2085975"/>
                  </a:cubicBezTo>
                  <a:cubicBezTo>
                    <a:pt x="676815" y="2082463"/>
                    <a:pt x="693017" y="2080710"/>
                    <a:pt x="708636" y="2076450"/>
                  </a:cubicBezTo>
                  <a:cubicBezTo>
                    <a:pt x="728009" y="2071166"/>
                    <a:pt x="749078" y="2068539"/>
                    <a:pt x="765786" y="2057400"/>
                  </a:cubicBezTo>
                  <a:cubicBezTo>
                    <a:pt x="802715" y="2032781"/>
                    <a:pt x="783501" y="2041970"/>
                    <a:pt x="822936" y="2028825"/>
                  </a:cubicBezTo>
                  <a:cubicBezTo>
                    <a:pt x="832461" y="2019300"/>
                    <a:pt x="839736" y="2006792"/>
                    <a:pt x="851511" y="2000250"/>
                  </a:cubicBezTo>
                  <a:cubicBezTo>
                    <a:pt x="869064" y="1990498"/>
                    <a:pt x="888970" y="1985138"/>
                    <a:pt x="908661" y="1981200"/>
                  </a:cubicBezTo>
                  <a:cubicBezTo>
                    <a:pt x="924536" y="1978025"/>
                    <a:pt x="940317" y="1974337"/>
                    <a:pt x="956286" y="1971675"/>
                  </a:cubicBezTo>
                  <a:cubicBezTo>
                    <a:pt x="978431" y="1967984"/>
                    <a:pt x="1000872" y="1966166"/>
                    <a:pt x="1022961" y="1962150"/>
                  </a:cubicBezTo>
                  <a:cubicBezTo>
                    <a:pt x="1058277" y="1955729"/>
                    <a:pt x="1058248" y="1952516"/>
                    <a:pt x="1089636" y="1943100"/>
                  </a:cubicBezTo>
                  <a:cubicBezTo>
                    <a:pt x="1111776" y="1936458"/>
                    <a:pt x="1133887" y="1929656"/>
                    <a:pt x="1156311" y="1924050"/>
                  </a:cubicBezTo>
                  <a:cubicBezTo>
                    <a:pt x="1182735" y="1917444"/>
                    <a:pt x="1245873" y="1905264"/>
                    <a:pt x="1280136" y="1895475"/>
                  </a:cubicBezTo>
                  <a:cubicBezTo>
                    <a:pt x="1289790" y="1892717"/>
                    <a:pt x="1299057" y="1888708"/>
                    <a:pt x="1308711" y="1885950"/>
                  </a:cubicBezTo>
                  <a:cubicBezTo>
                    <a:pt x="1321298" y="1882354"/>
                    <a:pt x="1334224" y="1880021"/>
                    <a:pt x="1346811" y="1876425"/>
                  </a:cubicBezTo>
                  <a:cubicBezTo>
                    <a:pt x="1356465" y="1873667"/>
                    <a:pt x="1365391" y="1867852"/>
                    <a:pt x="1375386" y="1866900"/>
                  </a:cubicBezTo>
                  <a:cubicBezTo>
                    <a:pt x="1432366" y="1861473"/>
                    <a:pt x="1489686" y="1860550"/>
                    <a:pt x="1546836" y="1857375"/>
                  </a:cubicBezTo>
                  <a:cubicBezTo>
                    <a:pt x="1565886" y="1854200"/>
                    <a:pt x="1584806" y="1850107"/>
                    <a:pt x="1603986" y="1847850"/>
                  </a:cubicBezTo>
                  <a:cubicBezTo>
                    <a:pt x="1638815" y="1843752"/>
                    <a:pt x="1674000" y="1842960"/>
                    <a:pt x="1708761" y="1838325"/>
                  </a:cubicBezTo>
                  <a:cubicBezTo>
                    <a:pt x="1721737" y="1836595"/>
                    <a:pt x="1733994" y="1831212"/>
                    <a:pt x="1746861" y="1828800"/>
                  </a:cubicBezTo>
                  <a:cubicBezTo>
                    <a:pt x="1784825" y="1821682"/>
                    <a:pt x="1823061" y="1816100"/>
                    <a:pt x="1861161" y="1809750"/>
                  </a:cubicBezTo>
                  <a:cubicBezTo>
                    <a:pt x="1880211" y="1806575"/>
                    <a:pt x="1899575" y="1804909"/>
                    <a:pt x="1918311" y="1800225"/>
                  </a:cubicBezTo>
                  <a:cubicBezTo>
                    <a:pt x="1966151" y="1788265"/>
                    <a:pt x="1943992" y="1794840"/>
                    <a:pt x="1984986" y="1781175"/>
                  </a:cubicBezTo>
                  <a:cubicBezTo>
                    <a:pt x="2001041" y="1757093"/>
                    <a:pt x="2007927" y="1752193"/>
                    <a:pt x="2013561" y="1724025"/>
                  </a:cubicBezTo>
                  <a:cubicBezTo>
                    <a:pt x="2014806" y="1717798"/>
                    <a:pt x="2013561" y="1676400"/>
                    <a:pt x="2013561" y="16668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ED2812-0CA8-44C6-B8ED-BC8719B541CE}"/>
                </a:ext>
              </a:extLst>
            </p:cNvPr>
            <p:cNvSpPr/>
            <p:nvPr/>
          </p:nvSpPr>
          <p:spPr>
            <a:xfrm>
              <a:off x="1450235" y="1845737"/>
              <a:ext cx="1419837" cy="2211559"/>
            </a:xfrm>
            <a:custGeom>
              <a:avLst/>
              <a:gdLst>
                <a:gd name="connsiteX0" fmla="*/ 1409811 w 1419837"/>
                <a:gd name="connsiteY0" fmla="*/ 1238250 h 2181225"/>
                <a:gd name="connsiteX1" fmla="*/ 1409811 w 1419837"/>
                <a:gd name="connsiteY1" fmla="*/ 1238250 h 2181225"/>
                <a:gd name="connsiteX2" fmla="*/ 1409811 w 1419837"/>
                <a:gd name="connsiteY2" fmla="*/ 1028700 h 2181225"/>
                <a:gd name="connsiteX3" fmla="*/ 1390761 w 1419837"/>
                <a:gd name="connsiteY3" fmla="*/ 971550 h 2181225"/>
                <a:gd name="connsiteX4" fmla="*/ 1381236 w 1419837"/>
                <a:gd name="connsiteY4" fmla="*/ 914400 h 2181225"/>
                <a:gd name="connsiteX5" fmla="*/ 1371711 w 1419837"/>
                <a:gd name="connsiteY5" fmla="*/ 762000 h 2181225"/>
                <a:gd name="connsiteX6" fmla="*/ 1352661 w 1419837"/>
                <a:gd name="connsiteY6" fmla="*/ 714375 h 2181225"/>
                <a:gd name="connsiteX7" fmla="*/ 1333611 w 1419837"/>
                <a:gd name="connsiteY7" fmla="*/ 590550 h 2181225"/>
                <a:gd name="connsiteX8" fmla="*/ 1314561 w 1419837"/>
                <a:gd name="connsiteY8" fmla="*/ 552450 h 2181225"/>
                <a:gd name="connsiteX9" fmla="*/ 1295511 w 1419837"/>
                <a:gd name="connsiteY9" fmla="*/ 419100 h 2181225"/>
                <a:gd name="connsiteX10" fmla="*/ 1276461 w 1419837"/>
                <a:gd name="connsiteY10" fmla="*/ 352425 h 2181225"/>
                <a:gd name="connsiteX11" fmla="*/ 1266936 w 1419837"/>
                <a:gd name="connsiteY11" fmla="*/ 314325 h 2181225"/>
                <a:gd name="connsiteX12" fmla="*/ 1228836 w 1419837"/>
                <a:gd name="connsiteY12" fmla="*/ 257175 h 2181225"/>
                <a:gd name="connsiteX13" fmla="*/ 1171686 w 1419837"/>
                <a:gd name="connsiteY13" fmla="*/ 219075 h 2181225"/>
                <a:gd name="connsiteX14" fmla="*/ 1152636 w 1419837"/>
                <a:gd name="connsiteY14" fmla="*/ 190500 h 2181225"/>
                <a:gd name="connsiteX15" fmla="*/ 1143111 w 1419837"/>
                <a:gd name="connsiteY15" fmla="*/ 161925 h 2181225"/>
                <a:gd name="connsiteX16" fmla="*/ 1114536 w 1419837"/>
                <a:gd name="connsiteY16" fmla="*/ 152400 h 2181225"/>
                <a:gd name="connsiteX17" fmla="*/ 1105011 w 1419837"/>
                <a:gd name="connsiteY17" fmla="*/ 123825 h 2181225"/>
                <a:gd name="connsiteX18" fmla="*/ 1047861 w 1419837"/>
                <a:gd name="connsiteY18" fmla="*/ 85725 h 2181225"/>
                <a:gd name="connsiteX19" fmla="*/ 1009761 w 1419837"/>
                <a:gd name="connsiteY19" fmla="*/ 57150 h 2181225"/>
                <a:gd name="connsiteX20" fmla="*/ 990711 w 1419837"/>
                <a:gd name="connsiteY20" fmla="*/ 28575 h 2181225"/>
                <a:gd name="connsiteX21" fmla="*/ 933561 w 1419837"/>
                <a:gd name="connsiteY21" fmla="*/ 0 h 2181225"/>
                <a:gd name="connsiteX22" fmla="*/ 419211 w 1419837"/>
                <a:gd name="connsiteY22" fmla="*/ 9525 h 2181225"/>
                <a:gd name="connsiteX23" fmla="*/ 371586 w 1419837"/>
                <a:gd name="connsiteY23" fmla="*/ 57150 h 2181225"/>
                <a:gd name="connsiteX24" fmla="*/ 343011 w 1419837"/>
                <a:gd name="connsiteY24" fmla="*/ 66675 h 2181225"/>
                <a:gd name="connsiteX25" fmla="*/ 323961 w 1419837"/>
                <a:gd name="connsiteY25" fmla="*/ 95250 h 2181225"/>
                <a:gd name="connsiteX26" fmla="*/ 266811 w 1419837"/>
                <a:gd name="connsiteY26" fmla="*/ 114300 h 2181225"/>
                <a:gd name="connsiteX27" fmla="*/ 219186 w 1419837"/>
                <a:gd name="connsiteY27" fmla="*/ 152400 h 2181225"/>
                <a:gd name="connsiteX28" fmla="*/ 162036 w 1419837"/>
                <a:gd name="connsiteY28" fmla="*/ 190500 h 2181225"/>
                <a:gd name="connsiteX29" fmla="*/ 95361 w 1419837"/>
                <a:gd name="connsiteY29" fmla="*/ 257175 h 2181225"/>
                <a:gd name="connsiteX30" fmla="*/ 66786 w 1419837"/>
                <a:gd name="connsiteY30" fmla="*/ 314325 h 2181225"/>
                <a:gd name="connsiteX31" fmla="*/ 9636 w 1419837"/>
                <a:gd name="connsiteY31" fmla="*/ 352425 h 2181225"/>
                <a:gd name="connsiteX32" fmla="*/ 111 w 1419837"/>
                <a:gd name="connsiteY32" fmla="*/ 381000 h 2181225"/>
                <a:gd name="connsiteX33" fmla="*/ 38211 w 1419837"/>
                <a:gd name="connsiteY33" fmla="*/ 476250 h 2181225"/>
                <a:gd name="connsiteX34" fmla="*/ 47736 w 1419837"/>
                <a:gd name="connsiteY34" fmla="*/ 523875 h 2181225"/>
                <a:gd name="connsiteX35" fmla="*/ 57261 w 1419837"/>
                <a:gd name="connsiteY35" fmla="*/ 552450 h 2181225"/>
                <a:gd name="connsiteX36" fmla="*/ 66786 w 1419837"/>
                <a:gd name="connsiteY36" fmla="*/ 600075 h 2181225"/>
                <a:gd name="connsiteX37" fmla="*/ 85836 w 1419837"/>
                <a:gd name="connsiteY37" fmla="*/ 666750 h 2181225"/>
                <a:gd name="connsiteX38" fmla="*/ 114411 w 1419837"/>
                <a:gd name="connsiteY38" fmla="*/ 752475 h 2181225"/>
                <a:gd name="connsiteX39" fmla="*/ 152511 w 1419837"/>
                <a:gd name="connsiteY39" fmla="*/ 857250 h 2181225"/>
                <a:gd name="connsiteX40" fmla="*/ 190611 w 1419837"/>
                <a:gd name="connsiteY40" fmla="*/ 942975 h 2181225"/>
                <a:gd name="connsiteX41" fmla="*/ 209661 w 1419837"/>
                <a:gd name="connsiteY41" fmla="*/ 1047750 h 2181225"/>
                <a:gd name="connsiteX42" fmla="*/ 228711 w 1419837"/>
                <a:gd name="connsiteY42" fmla="*/ 1085850 h 2181225"/>
                <a:gd name="connsiteX43" fmla="*/ 238236 w 1419837"/>
                <a:gd name="connsiteY43" fmla="*/ 1152525 h 2181225"/>
                <a:gd name="connsiteX44" fmla="*/ 247761 w 1419837"/>
                <a:gd name="connsiteY44" fmla="*/ 1200150 h 2181225"/>
                <a:gd name="connsiteX45" fmla="*/ 276336 w 1419837"/>
                <a:gd name="connsiteY45" fmla="*/ 1352550 h 2181225"/>
                <a:gd name="connsiteX46" fmla="*/ 304911 w 1419837"/>
                <a:gd name="connsiteY46" fmla="*/ 1390650 h 2181225"/>
                <a:gd name="connsiteX47" fmla="*/ 314436 w 1419837"/>
                <a:gd name="connsiteY47" fmla="*/ 1419225 h 2181225"/>
                <a:gd name="connsiteX48" fmla="*/ 323961 w 1419837"/>
                <a:gd name="connsiteY48" fmla="*/ 1476375 h 2181225"/>
                <a:gd name="connsiteX49" fmla="*/ 343011 w 1419837"/>
                <a:gd name="connsiteY49" fmla="*/ 1504950 h 2181225"/>
                <a:gd name="connsiteX50" fmla="*/ 362061 w 1419837"/>
                <a:gd name="connsiteY50" fmla="*/ 1571625 h 2181225"/>
                <a:gd name="connsiteX51" fmla="*/ 371586 w 1419837"/>
                <a:gd name="connsiteY51" fmla="*/ 1600200 h 2181225"/>
                <a:gd name="connsiteX52" fmla="*/ 381111 w 1419837"/>
                <a:gd name="connsiteY52" fmla="*/ 1638300 h 2181225"/>
                <a:gd name="connsiteX53" fmla="*/ 400161 w 1419837"/>
                <a:gd name="connsiteY53" fmla="*/ 1685925 h 2181225"/>
                <a:gd name="connsiteX54" fmla="*/ 428736 w 1419837"/>
                <a:gd name="connsiteY54" fmla="*/ 1771650 h 2181225"/>
                <a:gd name="connsiteX55" fmla="*/ 438261 w 1419837"/>
                <a:gd name="connsiteY55" fmla="*/ 1800225 h 2181225"/>
                <a:gd name="connsiteX56" fmla="*/ 447786 w 1419837"/>
                <a:gd name="connsiteY56" fmla="*/ 1828800 h 2181225"/>
                <a:gd name="connsiteX57" fmla="*/ 476361 w 1419837"/>
                <a:gd name="connsiteY57" fmla="*/ 1924050 h 2181225"/>
                <a:gd name="connsiteX58" fmla="*/ 485886 w 1419837"/>
                <a:gd name="connsiteY58" fmla="*/ 1952625 h 2181225"/>
                <a:gd name="connsiteX59" fmla="*/ 495411 w 1419837"/>
                <a:gd name="connsiteY59" fmla="*/ 1981200 h 2181225"/>
                <a:gd name="connsiteX60" fmla="*/ 514461 w 1419837"/>
                <a:gd name="connsiteY60" fmla="*/ 2066925 h 2181225"/>
                <a:gd name="connsiteX61" fmla="*/ 523986 w 1419837"/>
                <a:gd name="connsiteY61" fmla="*/ 2095500 h 2181225"/>
                <a:gd name="connsiteX62" fmla="*/ 543036 w 1419837"/>
                <a:gd name="connsiteY62" fmla="*/ 2124075 h 2181225"/>
                <a:gd name="connsiteX63" fmla="*/ 600186 w 1419837"/>
                <a:gd name="connsiteY63" fmla="*/ 2181225 h 2181225"/>
                <a:gd name="connsiteX64" fmla="*/ 809736 w 1419837"/>
                <a:gd name="connsiteY64" fmla="*/ 2171700 h 2181225"/>
                <a:gd name="connsiteX65" fmla="*/ 838311 w 1419837"/>
                <a:gd name="connsiteY65" fmla="*/ 2162175 h 2181225"/>
                <a:gd name="connsiteX66" fmla="*/ 885936 w 1419837"/>
                <a:gd name="connsiteY66" fmla="*/ 2076450 h 2181225"/>
                <a:gd name="connsiteX67" fmla="*/ 914511 w 1419837"/>
                <a:gd name="connsiteY67" fmla="*/ 1790700 h 2181225"/>
                <a:gd name="connsiteX68" fmla="*/ 943086 w 1419837"/>
                <a:gd name="connsiteY68" fmla="*/ 1704975 h 2181225"/>
                <a:gd name="connsiteX69" fmla="*/ 952611 w 1419837"/>
                <a:gd name="connsiteY69" fmla="*/ 1676400 h 2181225"/>
                <a:gd name="connsiteX70" fmla="*/ 990711 w 1419837"/>
                <a:gd name="connsiteY70" fmla="*/ 1619250 h 2181225"/>
                <a:gd name="connsiteX71" fmla="*/ 1038336 w 1419837"/>
                <a:gd name="connsiteY71" fmla="*/ 1533525 h 2181225"/>
                <a:gd name="connsiteX72" fmla="*/ 1076436 w 1419837"/>
                <a:gd name="connsiteY72" fmla="*/ 1476375 h 2181225"/>
                <a:gd name="connsiteX73" fmla="*/ 1095486 w 1419837"/>
                <a:gd name="connsiteY73" fmla="*/ 1447800 h 2181225"/>
                <a:gd name="connsiteX74" fmla="*/ 1124061 w 1419837"/>
                <a:gd name="connsiteY74" fmla="*/ 1428750 h 2181225"/>
                <a:gd name="connsiteX75" fmla="*/ 1143111 w 1419837"/>
                <a:gd name="connsiteY75" fmla="*/ 1400175 h 2181225"/>
                <a:gd name="connsiteX76" fmla="*/ 1200261 w 1419837"/>
                <a:gd name="connsiteY76" fmla="*/ 1362075 h 2181225"/>
                <a:gd name="connsiteX77" fmla="*/ 1219311 w 1419837"/>
                <a:gd name="connsiteY77" fmla="*/ 1333500 h 2181225"/>
                <a:gd name="connsiteX78" fmla="*/ 1314561 w 1419837"/>
                <a:gd name="connsiteY78" fmla="*/ 1304925 h 2181225"/>
                <a:gd name="connsiteX79" fmla="*/ 1409811 w 1419837"/>
                <a:gd name="connsiteY79" fmla="*/ 1238250 h 2181225"/>
                <a:gd name="connsiteX0" fmla="*/ 1409811 w 1419837"/>
                <a:gd name="connsiteY0" fmla="*/ 1268584 h 2211559"/>
                <a:gd name="connsiteX1" fmla="*/ 1409811 w 1419837"/>
                <a:gd name="connsiteY1" fmla="*/ 1268584 h 2211559"/>
                <a:gd name="connsiteX2" fmla="*/ 1409811 w 1419837"/>
                <a:gd name="connsiteY2" fmla="*/ 1059034 h 2211559"/>
                <a:gd name="connsiteX3" fmla="*/ 1390761 w 1419837"/>
                <a:gd name="connsiteY3" fmla="*/ 1001884 h 2211559"/>
                <a:gd name="connsiteX4" fmla="*/ 1381236 w 1419837"/>
                <a:gd name="connsiteY4" fmla="*/ 944734 h 2211559"/>
                <a:gd name="connsiteX5" fmla="*/ 1371711 w 1419837"/>
                <a:gd name="connsiteY5" fmla="*/ 792334 h 2211559"/>
                <a:gd name="connsiteX6" fmla="*/ 1352661 w 1419837"/>
                <a:gd name="connsiteY6" fmla="*/ 744709 h 2211559"/>
                <a:gd name="connsiteX7" fmla="*/ 1333611 w 1419837"/>
                <a:gd name="connsiteY7" fmla="*/ 620884 h 2211559"/>
                <a:gd name="connsiteX8" fmla="*/ 1314561 w 1419837"/>
                <a:gd name="connsiteY8" fmla="*/ 582784 h 2211559"/>
                <a:gd name="connsiteX9" fmla="*/ 1295511 w 1419837"/>
                <a:gd name="connsiteY9" fmla="*/ 449434 h 2211559"/>
                <a:gd name="connsiteX10" fmla="*/ 1276461 w 1419837"/>
                <a:gd name="connsiteY10" fmla="*/ 382759 h 2211559"/>
                <a:gd name="connsiteX11" fmla="*/ 1266936 w 1419837"/>
                <a:gd name="connsiteY11" fmla="*/ 344659 h 2211559"/>
                <a:gd name="connsiteX12" fmla="*/ 1228836 w 1419837"/>
                <a:gd name="connsiteY12" fmla="*/ 287509 h 2211559"/>
                <a:gd name="connsiteX13" fmla="*/ 1171686 w 1419837"/>
                <a:gd name="connsiteY13" fmla="*/ 249409 h 2211559"/>
                <a:gd name="connsiteX14" fmla="*/ 1152636 w 1419837"/>
                <a:gd name="connsiteY14" fmla="*/ 220834 h 2211559"/>
                <a:gd name="connsiteX15" fmla="*/ 1143111 w 1419837"/>
                <a:gd name="connsiteY15" fmla="*/ 192259 h 2211559"/>
                <a:gd name="connsiteX16" fmla="*/ 1114536 w 1419837"/>
                <a:gd name="connsiteY16" fmla="*/ 182734 h 2211559"/>
                <a:gd name="connsiteX17" fmla="*/ 1105011 w 1419837"/>
                <a:gd name="connsiteY17" fmla="*/ 154159 h 2211559"/>
                <a:gd name="connsiteX18" fmla="*/ 1047861 w 1419837"/>
                <a:gd name="connsiteY18" fmla="*/ 116059 h 2211559"/>
                <a:gd name="connsiteX19" fmla="*/ 1009761 w 1419837"/>
                <a:gd name="connsiteY19" fmla="*/ 87484 h 2211559"/>
                <a:gd name="connsiteX20" fmla="*/ 990711 w 1419837"/>
                <a:gd name="connsiteY20" fmla="*/ 58909 h 2211559"/>
                <a:gd name="connsiteX21" fmla="*/ 933561 w 1419837"/>
                <a:gd name="connsiteY21" fmla="*/ 30334 h 2211559"/>
                <a:gd name="connsiteX22" fmla="*/ 654161 w 1419837"/>
                <a:gd name="connsiteY22" fmla="*/ 1759 h 2211559"/>
                <a:gd name="connsiteX23" fmla="*/ 371586 w 1419837"/>
                <a:gd name="connsiteY23" fmla="*/ 87484 h 2211559"/>
                <a:gd name="connsiteX24" fmla="*/ 343011 w 1419837"/>
                <a:gd name="connsiteY24" fmla="*/ 97009 h 2211559"/>
                <a:gd name="connsiteX25" fmla="*/ 323961 w 1419837"/>
                <a:gd name="connsiteY25" fmla="*/ 125584 h 2211559"/>
                <a:gd name="connsiteX26" fmla="*/ 266811 w 1419837"/>
                <a:gd name="connsiteY26" fmla="*/ 144634 h 2211559"/>
                <a:gd name="connsiteX27" fmla="*/ 219186 w 1419837"/>
                <a:gd name="connsiteY27" fmla="*/ 182734 h 2211559"/>
                <a:gd name="connsiteX28" fmla="*/ 162036 w 1419837"/>
                <a:gd name="connsiteY28" fmla="*/ 220834 h 2211559"/>
                <a:gd name="connsiteX29" fmla="*/ 95361 w 1419837"/>
                <a:gd name="connsiteY29" fmla="*/ 287509 h 2211559"/>
                <a:gd name="connsiteX30" fmla="*/ 66786 w 1419837"/>
                <a:gd name="connsiteY30" fmla="*/ 344659 h 2211559"/>
                <a:gd name="connsiteX31" fmla="*/ 9636 w 1419837"/>
                <a:gd name="connsiteY31" fmla="*/ 382759 h 2211559"/>
                <a:gd name="connsiteX32" fmla="*/ 111 w 1419837"/>
                <a:gd name="connsiteY32" fmla="*/ 411334 h 2211559"/>
                <a:gd name="connsiteX33" fmla="*/ 38211 w 1419837"/>
                <a:gd name="connsiteY33" fmla="*/ 506584 h 2211559"/>
                <a:gd name="connsiteX34" fmla="*/ 47736 w 1419837"/>
                <a:gd name="connsiteY34" fmla="*/ 554209 h 2211559"/>
                <a:gd name="connsiteX35" fmla="*/ 57261 w 1419837"/>
                <a:gd name="connsiteY35" fmla="*/ 582784 h 2211559"/>
                <a:gd name="connsiteX36" fmla="*/ 66786 w 1419837"/>
                <a:gd name="connsiteY36" fmla="*/ 630409 h 2211559"/>
                <a:gd name="connsiteX37" fmla="*/ 85836 w 1419837"/>
                <a:gd name="connsiteY37" fmla="*/ 697084 h 2211559"/>
                <a:gd name="connsiteX38" fmla="*/ 114411 w 1419837"/>
                <a:gd name="connsiteY38" fmla="*/ 782809 h 2211559"/>
                <a:gd name="connsiteX39" fmla="*/ 152511 w 1419837"/>
                <a:gd name="connsiteY39" fmla="*/ 887584 h 2211559"/>
                <a:gd name="connsiteX40" fmla="*/ 190611 w 1419837"/>
                <a:gd name="connsiteY40" fmla="*/ 973309 h 2211559"/>
                <a:gd name="connsiteX41" fmla="*/ 209661 w 1419837"/>
                <a:gd name="connsiteY41" fmla="*/ 1078084 h 2211559"/>
                <a:gd name="connsiteX42" fmla="*/ 228711 w 1419837"/>
                <a:gd name="connsiteY42" fmla="*/ 1116184 h 2211559"/>
                <a:gd name="connsiteX43" fmla="*/ 238236 w 1419837"/>
                <a:gd name="connsiteY43" fmla="*/ 1182859 h 2211559"/>
                <a:gd name="connsiteX44" fmla="*/ 247761 w 1419837"/>
                <a:gd name="connsiteY44" fmla="*/ 1230484 h 2211559"/>
                <a:gd name="connsiteX45" fmla="*/ 276336 w 1419837"/>
                <a:gd name="connsiteY45" fmla="*/ 1382884 h 2211559"/>
                <a:gd name="connsiteX46" fmla="*/ 304911 w 1419837"/>
                <a:gd name="connsiteY46" fmla="*/ 1420984 h 2211559"/>
                <a:gd name="connsiteX47" fmla="*/ 314436 w 1419837"/>
                <a:gd name="connsiteY47" fmla="*/ 1449559 h 2211559"/>
                <a:gd name="connsiteX48" fmla="*/ 323961 w 1419837"/>
                <a:gd name="connsiteY48" fmla="*/ 1506709 h 2211559"/>
                <a:gd name="connsiteX49" fmla="*/ 343011 w 1419837"/>
                <a:gd name="connsiteY49" fmla="*/ 1535284 h 2211559"/>
                <a:gd name="connsiteX50" fmla="*/ 362061 w 1419837"/>
                <a:gd name="connsiteY50" fmla="*/ 1601959 h 2211559"/>
                <a:gd name="connsiteX51" fmla="*/ 371586 w 1419837"/>
                <a:gd name="connsiteY51" fmla="*/ 1630534 h 2211559"/>
                <a:gd name="connsiteX52" fmla="*/ 381111 w 1419837"/>
                <a:gd name="connsiteY52" fmla="*/ 1668634 h 2211559"/>
                <a:gd name="connsiteX53" fmla="*/ 400161 w 1419837"/>
                <a:gd name="connsiteY53" fmla="*/ 1716259 h 2211559"/>
                <a:gd name="connsiteX54" fmla="*/ 428736 w 1419837"/>
                <a:gd name="connsiteY54" fmla="*/ 1801984 h 2211559"/>
                <a:gd name="connsiteX55" fmla="*/ 438261 w 1419837"/>
                <a:gd name="connsiteY55" fmla="*/ 1830559 h 2211559"/>
                <a:gd name="connsiteX56" fmla="*/ 447786 w 1419837"/>
                <a:gd name="connsiteY56" fmla="*/ 1859134 h 2211559"/>
                <a:gd name="connsiteX57" fmla="*/ 476361 w 1419837"/>
                <a:gd name="connsiteY57" fmla="*/ 1954384 h 2211559"/>
                <a:gd name="connsiteX58" fmla="*/ 485886 w 1419837"/>
                <a:gd name="connsiteY58" fmla="*/ 1982959 h 2211559"/>
                <a:gd name="connsiteX59" fmla="*/ 495411 w 1419837"/>
                <a:gd name="connsiteY59" fmla="*/ 2011534 h 2211559"/>
                <a:gd name="connsiteX60" fmla="*/ 514461 w 1419837"/>
                <a:gd name="connsiteY60" fmla="*/ 2097259 h 2211559"/>
                <a:gd name="connsiteX61" fmla="*/ 523986 w 1419837"/>
                <a:gd name="connsiteY61" fmla="*/ 2125834 h 2211559"/>
                <a:gd name="connsiteX62" fmla="*/ 543036 w 1419837"/>
                <a:gd name="connsiteY62" fmla="*/ 2154409 h 2211559"/>
                <a:gd name="connsiteX63" fmla="*/ 600186 w 1419837"/>
                <a:gd name="connsiteY63" fmla="*/ 2211559 h 2211559"/>
                <a:gd name="connsiteX64" fmla="*/ 809736 w 1419837"/>
                <a:gd name="connsiteY64" fmla="*/ 2202034 h 2211559"/>
                <a:gd name="connsiteX65" fmla="*/ 838311 w 1419837"/>
                <a:gd name="connsiteY65" fmla="*/ 2192509 h 2211559"/>
                <a:gd name="connsiteX66" fmla="*/ 885936 w 1419837"/>
                <a:gd name="connsiteY66" fmla="*/ 2106784 h 2211559"/>
                <a:gd name="connsiteX67" fmla="*/ 914511 w 1419837"/>
                <a:gd name="connsiteY67" fmla="*/ 1821034 h 2211559"/>
                <a:gd name="connsiteX68" fmla="*/ 943086 w 1419837"/>
                <a:gd name="connsiteY68" fmla="*/ 1735309 h 2211559"/>
                <a:gd name="connsiteX69" fmla="*/ 952611 w 1419837"/>
                <a:gd name="connsiteY69" fmla="*/ 1706734 h 2211559"/>
                <a:gd name="connsiteX70" fmla="*/ 990711 w 1419837"/>
                <a:gd name="connsiteY70" fmla="*/ 1649584 h 2211559"/>
                <a:gd name="connsiteX71" fmla="*/ 1038336 w 1419837"/>
                <a:gd name="connsiteY71" fmla="*/ 1563859 h 2211559"/>
                <a:gd name="connsiteX72" fmla="*/ 1076436 w 1419837"/>
                <a:gd name="connsiteY72" fmla="*/ 1506709 h 2211559"/>
                <a:gd name="connsiteX73" fmla="*/ 1095486 w 1419837"/>
                <a:gd name="connsiteY73" fmla="*/ 1478134 h 2211559"/>
                <a:gd name="connsiteX74" fmla="*/ 1124061 w 1419837"/>
                <a:gd name="connsiteY74" fmla="*/ 1459084 h 2211559"/>
                <a:gd name="connsiteX75" fmla="*/ 1143111 w 1419837"/>
                <a:gd name="connsiteY75" fmla="*/ 1430509 h 2211559"/>
                <a:gd name="connsiteX76" fmla="*/ 1200261 w 1419837"/>
                <a:gd name="connsiteY76" fmla="*/ 1392409 h 2211559"/>
                <a:gd name="connsiteX77" fmla="*/ 1219311 w 1419837"/>
                <a:gd name="connsiteY77" fmla="*/ 1363834 h 2211559"/>
                <a:gd name="connsiteX78" fmla="*/ 1314561 w 1419837"/>
                <a:gd name="connsiteY78" fmla="*/ 1335259 h 2211559"/>
                <a:gd name="connsiteX79" fmla="*/ 1409811 w 1419837"/>
                <a:gd name="connsiteY79" fmla="*/ 1268584 h 2211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419837" h="2211559">
                  <a:moveTo>
                    <a:pt x="1409811" y="1268584"/>
                  </a:moveTo>
                  <a:lnTo>
                    <a:pt x="1409811" y="1268584"/>
                  </a:lnTo>
                  <a:cubicBezTo>
                    <a:pt x="1419330" y="1173396"/>
                    <a:pt x="1426551" y="1159476"/>
                    <a:pt x="1409811" y="1059034"/>
                  </a:cubicBezTo>
                  <a:cubicBezTo>
                    <a:pt x="1406510" y="1039227"/>
                    <a:pt x="1394062" y="1021691"/>
                    <a:pt x="1390761" y="1001884"/>
                  </a:cubicBezTo>
                  <a:lnTo>
                    <a:pt x="1381236" y="944734"/>
                  </a:lnTo>
                  <a:cubicBezTo>
                    <a:pt x="1378061" y="893934"/>
                    <a:pt x="1378909" y="842722"/>
                    <a:pt x="1371711" y="792334"/>
                  </a:cubicBezTo>
                  <a:cubicBezTo>
                    <a:pt x="1369293" y="775408"/>
                    <a:pt x="1356506" y="761369"/>
                    <a:pt x="1352661" y="744709"/>
                  </a:cubicBezTo>
                  <a:cubicBezTo>
                    <a:pt x="1343909" y="706783"/>
                    <a:pt x="1346397" y="659243"/>
                    <a:pt x="1333611" y="620884"/>
                  </a:cubicBezTo>
                  <a:cubicBezTo>
                    <a:pt x="1329121" y="607414"/>
                    <a:pt x="1320911" y="595484"/>
                    <a:pt x="1314561" y="582784"/>
                  </a:cubicBezTo>
                  <a:cubicBezTo>
                    <a:pt x="1308708" y="535960"/>
                    <a:pt x="1304666" y="495211"/>
                    <a:pt x="1295511" y="449434"/>
                  </a:cubicBezTo>
                  <a:cubicBezTo>
                    <a:pt x="1285585" y="399806"/>
                    <a:pt x="1288565" y="425124"/>
                    <a:pt x="1276461" y="382759"/>
                  </a:cubicBezTo>
                  <a:cubicBezTo>
                    <a:pt x="1272865" y="370172"/>
                    <a:pt x="1272790" y="356368"/>
                    <a:pt x="1266936" y="344659"/>
                  </a:cubicBezTo>
                  <a:cubicBezTo>
                    <a:pt x="1256697" y="324181"/>
                    <a:pt x="1247886" y="300209"/>
                    <a:pt x="1228836" y="287509"/>
                  </a:cubicBezTo>
                  <a:lnTo>
                    <a:pt x="1171686" y="249409"/>
                  </a:lnTo>
                  <a:cubicBezTo>
                    <a:pt x="1165336" y="239884"/>
                    <a:pt x="1157756" y="231073"/>
                    <a:pt x="1152636" y="220834"/>
                  </a:cubicBezTo>
                  <a:cubicBezTo>
                    <a:pt x="1148146" y="211854"/>
                    <a:pt x="1150211" y="199359"/>
                    <a:pt x="1143111" y="192259"/>
                  </a:cubicBezTo>
                  <a:cubicBezTo>
                    <a:pt x="1136011" y="185159"/>
                    <a:pt x="1124061" y="185909"/>
                    <a:pt x="1114536" y="182734"/>
                  </a:cubicBezTo>
                  <a:cubicBezTo>
                    <a:pt x="1111361" y="173209"/>
                    <a:pt x="1112111" y="161259"/>
                    <a:pt x="1105011" y="154159"/>
                  </a:cubicBezTo>
                  <a:cubicBezTo>
                    <a:pt x="1088822" y="137970"/>
                    <a:pt x="1066177" y="129796"/>
                    <a:pt x="1047861" y="116059"/>
                  </a:cubicBezTo>
                  <a:cubicBezTo>
                    <a:pt x="1035161" y="106534"/>
                    <a:pt x="1020986" y="98709"/>
                    <a:pt x="1009761" y="87484"/>
                  </a:cubicBezTo>
                  <a:cubicBezTo>
                    <a:pt x="1001666" y="79389"/>
                    <a:pt x="998806" y="67004"/>
                    <a:pt x="990711" y="58909"/>
                  </a:cubicBezTo>
                  <a:cubicBezTo>
                    <a:pt x="972247" y="40445"/>
                    <a:pt x="989653" y="39859"/>
                    <a:pt x="933561" y="30334"/>
                  </a:cubicBezTo>
                  <a:cubicBezTo>
                    <a:pt x="877469" y="20809"/>
                    <a:pt x="825403" y="-7254"/>
                    <a:pt x="654161" y="1759"/>
                  </a:cubicBezTo>
                  <a:cubicBezTo>
                    <a:pt x="623574" y="3369"/>
                    <a:pt x="423444" y="71609"/>
                    <a:pt x="371586" y="87484"/>
                  </a:cubicBezTo>
                  <a:cubicBezTo>
                    <a:pt x="319728" y="103359"/>
                    <a:pt x="352536" y="93834"/>
                    <a:pt x="343011" y="97009"/>
                  </a:cubicBezTo>
                  <a:cubicBezTo>
                    <a:pt x="336661" y="106534"/>
                    <a:pt x="333669" y="119517"/>
                    <a:pt x="323961" y="125584"/>
                  </a:cubicBezTo>
                  <a:cubicBezTo>
                    <a:pt x="306933" y="136227"/>
                    <a:pt x="266811" y="144634"/>
                    <a:pt x="266811" y="144634"/>
                  </a:cubicBezTo>
                  <a:cubicBezTo>
                    <a:pt x="231612" y="197432"/>
                    <a:pt x="267900" y="155671"/>
                    <a:pt x="219186" y="182734"/>
                  </a:cubicBezTo>
                  <a:cubicBezTo>
                    <a:pt x="199172" y="193853"/>
                    <a:pt x="162036" y="220834"/>
                    <a:pt x="162036" y="220834"/>
                  </a:cubicBezTo>
                  <a:cubicBezTo>
                    <a:pt x="118367" y="286338"/>
                    <a:pt x="145656" y="270744"/>
                    <a:pt x="95361" y="287509"/>
                  </a:cubicBezTo>
                  <a:cubicBezTo>
                    <a:pt x="88567" y="307892"/>
                    <a:pt x="84164" y="329453"/>
                    <a:pt x="66786" y="344659"/>
                  </a:cubicBezTo>
                  <a:cubicBezTo>
                    <a:pt x="49556" y="359736"/>
                    <a:pt x="9636" y="382759"/>
                    <a:pt x="9636" y="382759"/>
                  </a:cubicBezTo>
                  <a:cubicBezTo>
                    <a:pt x="6461" y="392284"/>
                    <a:pt x="-998" y="401355"/>
                    <a:pt x="111" y="411334"/>
                  </a:cubicBezTo>
                  <a:cubicBezTo>
                    <a:pt x="3474" y="441600"/>
                    <a:pt x="24448" y="479058"/>
                    <a:pt x="38211" y="506584"/>
                  </a:cubicBezTo>
                  <a:cubicBezTo>
                    <a:pt x="41386" y="522459"/>
                    <a:pt x="43809" y="538503"/>
                    <a:pt x="47736" y="554209"/>
                  </a:cubicBezTo>
                  <a:cubicBezTo>
                    <a:pt x="50171" y="563949"/>
                    <a:pt x="54826" y="573044"/>
                    <a:pt x="57261" y="582784"/>
                  </a:cubicBezTo>
                  <a:cubicBezTo>
                    <a:pt x="61188" y="598490"/>
                    <a:pt x="62859" y="614703"/>
                    <a:pt x="66786" y="630409"/>
                  </a:cubicBezTo>
                  <a:cubicBezTo>
                    <a:pt x="72392" y="652833"/>
                    <a:pt x="80639" y="674562"/>
                    <a:pt x="85836" y="697084"/>
                  </a:cubicBezTo>
                  <a:cubicBezTo>
                    <a:pt x="103953" y="775591"/>
                    <a:pt x="80671" y="732199"/>
                    <a:pt x="114411" y="782809"/>
                  </a:cubicBezTo>
                  <a:cubicBezTo>
                    <a:pt x="133558" y="878543"/>
                    <a:pt x="109533" y="780139"/>
                    <a:pt x="152511" y="887584"/>
                  </a:cubicBezTo>
                  <a:cubicBezTo>
                    <a:pt x="191753" y="985690"/>
                    <a:pt x="119624" y="854998"/>
                    <a:pt x="190611" y="973309"/>
                  </a:cubicBezTo>
                  <a:cubicBezTo>
                    <a:pt x="192210" y="982904"/>
                    <a:pt x="205223" y="1064771"/>
                    <a:pt x="209661" y="1078084"/>
                  </a:cubicBezTo>
                  <a:cubicBezTo>
                    <a:pt x="214151" y="1091554"/>
                    <a:pt x="222361" y="1103484"/>
                    <a:pt x="228711" y="1116184"/>
                  </a:cubicBezTo>
                  <a:cubicBezTo>
                    <a:pt x="231886" y="1138409"/>
                    <a:pt x="234545" y="1160714"/>
                    <a:pt x="238236" y="1182859"/>
                  </a:cubicBezTo>
                  <a:cubicBezTo>
                    <a:pt x="240898" y="1198828"/>
                    <a:pt x="245299" y="1214483"/>
                    <a:pt x="247761" y="1230484"/>
                  </a:cubicBezTo>
                  <a:cubicBezTo>
                    <a:pt x="255569" y="1281238"/>
                    <a:pt x="256155" y="1334450"/>
                    <a:pt x="276336" y="1382884"/>
                  </a:cubicBezTo>
                  <a:cubicBezTo>
                    <a:pt x="282442" y="1397538"/>
                    <a:pt x="295386" y="1408284"/>
                    <a:pt x="304911" y="1420984"/>
                  </a:cubicBezTo>
                  <a:cubicBezTo>
                    <a:pt x="308086" y="1430509"/>
                    <a:pt x="312258" y="1439758"/>
                    <a:pt x="314436" y="1449559"/>
                  </a:cubicBezTo>
                  <a:cubicBezTo>
                    <a:pt x="318626" y="1468412"/>
                    <a:pt x="317854" y="1488387"/>
                    <a:pt x="323961" y="1506709"/>
                  </a:cubicBezTo>
                  <a:cubicBezTo>
                    <a:pt x="327581" y="1517569"/>
                    <a:pt x="337891" y="1525045"/>
                    <a:pt x="343011" y="1535284"/>
                  </a:cubicBezTo>
                  <a:cubicBezTo>
                    <a:pt x="350624" y="1550509"/>
                    <a:pt x="357992" y="1587717"/>
                    <a:pt x="362061" y="1601959"/>
                  </a:cubicBezTo>
                  <a:cubicBezTo>
                    <a:pt x="364819" y="1611613"/>
                    <a:pt x="368828" y="1620880"/>
                    <a:pt x="371586" y="1630534"/>
                  </a:cubicBezTo>
                  <a:cubicBezTo>
                    <a:pt x="375182" y="1643121"/>
                    <a:pt x="376971" y="1656215"/>
                    <a:pt x="381111" y="1668634"/>
                  </a:cubicBezTo>
                  <a:cubicBezTo>
                    <a:pt x="386518" y="1684854"/>
                    <a:pt x="394410" y="1700157"/>
                    <a:pt x="400161" y="1716259"/>
                  </a:cubicBezTo>
                  <a:cubicBezTo>
                    <a:pt x="410292" y="1744625"/>
                    <a:pt x="419211" y="1773409"/>
                    <a:pt x="428736" y="1801984"/>
                  </a:cubicBezTo>
                  <a:lnTo>
                    <a:pt x="438261" y="1830559"/>
                  </a:lnTo>
                  <a:cubicBezTo>
                    <a:pt x="441436" y="1840084"/>
                    <a:pt x="445351" y="1849394"/>
                    <a:pt x="447786" y="1859134"/>
                  </a:cubicBezTo>
                  <a:cubicBezTo>
                    <a:pt x="462181" y="1916715"/>
                    <a:pt x="453171" y="1884815"/>
                    <a:pt x="476361" y="1954384"/>
                  </a:cubicBezTo>
                  <a:lnTo>
                    <a:pt x="485886" y="1982959"/>
                  </a:lnTo>
                  <a:cubicBezTo>
                    <a:pt x="489061" y="1992484"/>
                    <a:pt x="493442" y="2001689"/>
                    <a:pt x="495411" y="2011534"/>
                  </a:cubicBezTo>
                  <a:cubicBezTo>
                    <a:pt x="501958" y="2044270"/>
                    <a:pt x="505493" y="2065872"/>
                    <a:pt x="514461" y="2097259"/>
                  </a:cubicBezTo>
                  <a:cubicBezTo>
                    <a:pt x="517219" y="2106913"/>
                    <a:pt x="519496" y="2116854"/>
                    <a:pt x="523986" y="2125834"/>
                  </a:cubicBezTo>
                  <a:cubicBezTo>
                    <a:pt x="529106" y="2136073"/>
                    <a:pt x="535431" y="2145853"/>
                    <a:pt x="543036" y="2154409"/>
                  </a:cubicBezTo>
                  <a:cubicBezTo>
                    <a:pt x="560934" y="2174545"/>
                    <a:pt x="600186" y="2211559"/>
                    <a:pt x="600186" y="2211559"/>
                  </a:cubicBezTo>
                  <a:cubicBezTo>
                    <a:pt x="670036" y="2208384"/>
                    <a:pt x="740037" y="2207610"/>
                    <a:pt x="809736" y="2202034"/>
                  </a:cubicBezTo>
                  <a:cubicBezTo>
                    <a:pt x="819744" y="2201233"/>
                    <a:pt x="831211" y="2199609"/>
                    <a:pt x="838311" y="2192509"/>
                  </a:cubicBezTo>
                  <a:cubicBezTo>
                    <a:pt x="871063" y="2159757"/>
                    <a:pt x="873958" y="2142717"/>
                    <a:pt x="885936" y="2106784"/>
                  </a:cubicBezTo>
                  <a:cubicBezTo>
                    <a:pt x="889921" y="2058967"/>
                    <a:pt x="906754" y="1844306"/>
                    <a:pt x="914511" y="1821034"/>
                  </a:cubicBezTo>
                  <a:lnTo>
                    <a:pt x="943086" y="1735309"/>
                  </a:lnTo>
                  <a:cubicBezTo>
                    <a:pt x="946261" y="1725784"/>
                    <a:pt x="947042" y="1715088"/>
                    <a:pt x="952611" y="1706734"/>
                  </a:cubicBezTo>
                  <a:cubicBezTo>
                    <a:pt x="965311" y="1687684"/>
                    <a:pt x="983471" y="1671304"/>
                    <a:pt x="990711" y="1649584"/>
                  </a:cubicBezTo>
                  <a:cubicBezTo>
                    <a:pt x="1007476" y="1599289"/>
                    <a:pt x="994667" y="1629363"/>
                    <a:pt x="1038336" y="1563859"/>
                  </a:cubicBezTo>
                  <a:lnTo>
                    <a:pt x="1076436" y="1506709"/>
                  </a:lnTo>
                  <a:cubicBezTo>
                    <a:pt x="1082786" y="1497184"/>
                    <a:pt x="1085961" y="1484484"/>
                    <a:pt x="1095486" y="1478134"/>
                  </a:cubicBezTo>
                  <a:lnTo>
                    <a:pt x="1124061" y="1459084"/>
                  </a:lnTo>
                  <a:cubicBezTo>
                    <a:pt x="1130411" y="1449559"/>
                    <a:pt x="1134496" y="1438047"/>
                    <a:pt x="1143111" y="1430509"/>
                  </a:cubicBezTo>
                  <a:cubicBezTo>
                    <a:pt x="1160341" y="1415432"/>
                    <a:pt x="1200261" y="1392409"/>
                    <a:pt x="1200261" y="1392409"/>
                  </a:cubicBezTo>
                  <a:cubicBezTo>
                    <a:pt x="1206611" y="1382884"/>
                    <a:pt x="1209603" y="1369901"/>
                    <a:pt x="1219311" y="1363834"/>
                  </a:cubicBezTo>
                  <a:cubicBezTo>
                    <a:pt x="1234771" y="1354172"/>
                    <a:pt x="1292255" y="1340835"/>
                    <a:pt x="1314561" y="1335259"/>
                  </a:cubicBezTo>
                  <a:cubicBezTo>
                    <a:pt x="1374353" y="1295398"/>
                    <a:pt x="1393936" y="1279697"/>
                    <a:pt x="1409811" y="1268584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95BB1E-6C58-4BA2-910E-B8A5A0D3887B}"/>
                </a:ext>
              </a:extLst>
            </p:cNvPr>
            <p:cNvSpPr/>
            <p:nvPr/>
          </p:nvSpPr>
          <p:spPr>
            <a:xfrm>
              <a:off x="1011721" y="2228496"/>
              <a:ext cx="1160749" cy="1848189"/>
            </a:xfrm>
            <a:custGeom>
              <a:avLst/>
              <a:gdLst>
                <a:gd name="connsiteX0" fmla="*/ 1143475 w 1160749"/>
                <a:gd name="connsiteY0" fmla="*/ 733425 h 1848189"/>
                <a:gd name="connsiteX1" fmla="*/ 1105375 w 1160749"/>
                <a:gd name="connsiteY1" fmla="*/ 628650 h 1848189"/>
                <a:gd name="connsiteX2" fmla="*/ 1095850 w 1160749"/>
                <a:gd name="connsiteY2" fmla="*/ 600075 h 1848189"/>
                <a:gd name="connsiteX3" fmla="*/ 1086325 w 1160749"/>
                <a:gd name="connsiteY3" fmla="*/ 571500 h 1848189"/>
                <a:gd name="connsiteX4" fmla="*/ 1067275 w 1160749"/>
                <a:gd name="connsiteY4" fmla="*/ 542925 h 1848189"/>
                <a:gd name="connsiteX5" fmla="*/ 1057750 w 1160749"/>
                <a:gd name="connsiteY5" fmla="*/ 514350 h 1848189"/>
                <a:gd name="connsiteX6" fmla="*/ 991075 w 1160749"/>
                <a:gd name="connsiteY6" fmla="*/ 438150 h 1848189"/>
                <a:gd name="connsiteX7" fmla="*/ 914875 w 1160749"/>
                <a:gd name="connsiteY7" fmla="*/ 352425 h 1848189"/>
                <a:gd name="connsiteX8" fmla="*/ 886300 w 1160749"/>
                <a:gd name="connsiteY8" fmla="*/ 323850 h 1848189"/>
                <a:gd name="connsiteX9" fmla="*/ 848200 w 1160749"/>
                <a:gd name="connsiteY9" fmla="*/ 314325 h 1848189"/>
                <a:gd name="connsiteX10" fmla="*/ 810100 w 1160749"/>
                <a:gd name="connsiteY10" fmla="*/ 266700 h 1848189"/>
                <a:gd name="connsiteX11" fmla="*/ 724375 w 1160749"/>
                <a:gd name="connsiteY11" fmla="*/ 200025 h 1848189"/>
                <a:gd name="connsiteX12" fmla="*/ 676750 w 1160749"/>
                <a:gd name="connsiteY12" fmla="*/ 161925 h 1848189"/>
                <a:gd name="connsiteX13" fmla="*/ 657700 w 1160749"/>
                <a:gd name="connsiteY13" fmla="*/ 133350 h 1848189"/>
                <a:gd name="connsiteX14" fmla="*/ 600550 w 1160749"/>
                <a:gd name="connsiteY14" fmla="*/ 95250 h 1848189"/>
                <a:gd name="connsiteX15" fmla="*/ 571975 w 1160749"/>
                <a:gd name="connsiteY15" fmla="*/ 66675 h 1848189"/>
                <a:gd name="connsiteX16" fmla="*/ 543400 w 1160749"/>
                <a:gd name="connsiteY16" fmla="*/ 57150 h 1848189"/>
                <a:gd name="connsiteX17" fmla="*/ 467200 w 1160749"/>
                <a:gd name="connsiteY17" fmla="*/ 9525 h 1848189"/>
                <a:gd name="connsiteX18" fmla="*/ 438625 w 1160749"/>
                <a:gd name="connsiteY18" fmla="*/ 0 h 1848189"/>
                <a:gd name="connsiteX19" fmla="*/ 400525 w 1160749"/>
                <a:gd name="connsiteY19" fmla="*/ 38100 h 1848189"/>
                <a:gd name="connsiteX20" fmla="*/ 371950 w 1160749"/>
                <a:gd name="connsiteY20" fmla="*/ 47625 h 1848189"/>
                <a:gd name="connsiteX21" fmla="*/ 343375 w 1160749"/>
                <a:gd name="connsiteY21" fmla="*/ 66675 h 1848189"/>
                <a:gd name="connsiteX22" fmla="*/ 305275 w 1160749"/>
                <a:gd name="connsiteY22" fmla="*/ 123825 h 1848189"/>
                <a:gd name="connsiteX23" fmla="*/ 286225 w 1160749"/>
                <a:gd name="connsiteY23" fmla="*/ 152400 h 1848189"/>
                <a:gd name="connsiteX24" fmla="*/ 257650 w 1160749"/>
                <a:gd name="connsiteY24" fmla="*/ 171450 h 1848189"/>
                <a:gd name="connsiteX25" fmla="*/ 238600 w 1160749"/>
                <a:gd name="connsiteY25" fmla="*/ 200025 h 1848189"/>
                <a:gd name="connsiteX26" fmla="*/ 229075 w 1160749"/>
                <a:gd name="connsiteY26" fmla="*/ 228600 h 1848189"/>
                <a:gd name="connsiteX27" fmla="*/ 190975 w 1160749"/>
                <a:gd name="connsiteY27" fmla="*/ 285750 h 1848189"/>
                <a:gd name="connsiteX28" fmla="*/ 171925 w 1160749"/>
                <a:gd name="connsiteY28" fmla="*/ 314325 h 1848189"/>
                <a:gd name="connsiteX29" fmla="*/ 162400 w 1160749"/>
                <a:gd name="connsiteY29" fmla="*/ 342900 h 1848189"/>
                <a:gd name="connsiteX30" fmla="*/ 143350 w 1160749"/>
                <a:gd name="connsiteY30" fmla="*/ 457200 h 1848189"/>
                <a:gd name="connsiteX31" fmla="*/ 124300 w 1160749"/>
                <a:gd name="connsiteY31" fmla="*/ 514350 h 1848189"/>
                <a:gd name="connsiteX32" fmla="*/ 95725 w 1160749"/>
                <a:gd name="connsiteY32" fmla="*/ 609600 h 1848189"/>
                <a:gd name="connsiteX33" fmla="*/ 86200 w 1160749"/>
                <a:gd name="connsiteY33" fmla="*/ 638175 h 1848189"/>
                <a:gd name="connsiteX34" fmla="*/ 76675 w 1160749"/>
                <a:gd name="connsiteY34" fmla="*/ 666750 h 1848189"/>
                <a:gd name="connsiteX35" fmla="*/ 67150 w 1160749"/>
                <a:gd name="connsiteY35" fmla="*/ 714375 h 1848189"/>
                <a:gd name="connsiteX36" fmla="*/ 38575 w 1160749"/>
                <a:gd name="connsiteY36" fmla="*/ 809625 h 1848189"/>
                <a:gd name="connsiteX37" fmla="*/ 29050 w 1160749"/>
                <a:gd name="connsiteY37" fmla="*/ 838200 h 1848189"/>
                <a:gd name="connsiteX38" fmla="*/ 10000 w 1160749"/>
                <a:gd name="connsiteY38" fmla="*/ 914400 h 1848189"/>
                <a:gd name="connsiteX39" fmla="*/ 10000 w 1160749"/>
                <a:gd name="connsiteY39" fmla="*/ 1257300 h 1848189"/>
                <a:gd name="connsiteX40" fmla="*/ 48100 w 1160749"/>
                <a:gd name="connsiteY40" fmla="*/ 1314450 h 1848189"/>
                <a:gd name="connsiteX41" fmla="*/ 95725 w 1160749"/>
                <a:gd name="connsiteY41" fmla="*/ 1371600 h 1848189"/>
                <a:gd name="connsiteX42" fmla="*/ 124300 w 1160749"/>
                <a:gd name="connsiteY42" fmla="*/ 1409700 h 1848189"/>
                <a:gd name="connsiteX43" fmla="*/ 152875 w 1160749"/>
                <a:gd name="connsiteY43" fmla="*/ 1428750 h 1848189"/>
                <a:gd name="connsiteX44" fmla="*/ 210025 w 1160749"/>
                <a:gd name="connsiteY44" fmla="*/ 1476375 h 1848189"/>
                <a:gd name="connsiteX45" fmla="*/ 248125 w 1160749"/>
                <a:gd name="connsiteY45" fmla="*/ 1533525 h 1848189"/>
                <a:gd name="connsiteX46" fmla="*/ 267175 w 1160749"/>
                <a:gd name="connsiteY46" fmla="*/ 1562100 h 1848189"/>
                <a:gd name="connsiteX47" fmla="*/ 276700 w 1160749"/>
                <a:gd name="connsiteY47" fmla="*/ 1590675 h 1848189"/>
                <a:gd name="connsiteX48" fmla="*/ 305275 w 1160749"/>
                <a:gd name="connsiteY48" fmla="*/ 1609725 h 1848189"/>
                <a:gd name="connsiteX49" fmla="*/ 324325 w 1160749"/>
                <a:gd name="connsiteY49" fmla="*/ 1638300 h 1848189"/>
                <a:gd name="connsiteX50" fmla="*/ 352900 w 1160749"/>
                <a:gd name="connsiteY50" fmla="*/ 1657350 h 1848189"/>
                <a:gd name="connsiteX51" fmla="*/ 391000 w 1160749"/>
                <a:gd name="connsiteY51" fmla="*/ 1695450 h 1848189"/>
                <a:gd name="connsiteX52" fmla="*/ 410050 w 1160749"/>
                <a:gd name="connsiteY52" fmla="*/ 1724025 h 1848189"/>
                <a:gd name="connsiteX53" fmla="*/ 438625 w 1160749"/>
                <a:gd name="connsiteY53" fmla="*/ 1733550 h 1848189"/>
                <a:gd name="connsiteX54" fmla="*/ 467200 w 1160749"/>
                <a:gd name="connsiteY54" fmla="*/ 1752600 h 1848189"/>
                <a:gd name="connsiteX55" fmla="*/ 495775 w 1160749"/>
                <a:gd name="connsiteY55" fmla="*/ 1762125 h 1848189"/>
                <a:gd name="connsiteX56" fmla="*/ 524350 w 1160749"/>
                <a:gd name="connsiteY56" fmla="*/ 1781175 h 1848189"/>
                <a:gd name="connsiteX57" fmla="*/ 619600 w 1160749"/>
                <a:gd name="connsiteY57" fmla="*/ 1790700 h 1848189"/>
                <a:gd name="connsiteX58" fmla="*/ 676750 w 1160749"/>
                <a:gd name="connsiteY58" fmla="*/ 1809750 h 1848189"/>
                <a:gd name="connsiteX59" fmla="*/ 714850 w 1160749"/>
                <a:gd name="connsiteY59" fmla="*/ 1819275 h 1848189"/>
                <a:gd name="connsiteX60" fmla="*/ 772000 w 1160749"/>
                <a:gd name="connsiteY60" fmla="*/ 1838325 h 1848189"/>
                <a:gd name="connsiteX61" fmla="*/ 829150 w 1160749"/>
                <a:gd name="connsiteY61" fmla="*/ 1847850 h 1848189"/>
                <a:gd name="connsiteX62" fmla="*/ 1019650 w 1160749"/>
                <a:gd name="connsiteY62" fmla="*/ 1828800 h 1848189"/>
                <a:gd name="connsiteX63" fmla="*/ 1048225 w 1160749"/>
                <a:gd name="connsiteY63" fmla="*/ 1809750 h 1848189"/>
                <a:gd name="connsiteX64" fmla="*/ 1067275 w 1160749"/>
                <a:gd name="connsiteY64" fmla="*/ 1466850 h 1848189"/>
                <a:gd name="connsiteX65" fmla="*/ 1086325 w 1160749"/>
                <a:gd name="connsiteY65" fmla="*/ 1333500 h 1848189"/>
                <a:gd name="connsiteX66" fmla="*/ 1095850 w 1160749"/>
                <a:gd name="connsiteY66" fmla="*/ 1257300 h 1848189"/>
                <a:gd name="connsiteX67" fmla="*/ 1124425 w 1160749"/>
                <a:gd name="connsiteY67" fmla="*/ 1114425 h 1848189"/>
                <a:gd name="connsiteX68" fmla="*/ 1133950 w 1160749"/>
                <a:gd name="connsiteY68" fmla="*/ 1038225 h 1848189"/>
                <a:gd name="connsiteX69" fmla="*/ 1153000 w 1160749"/>
                <a:gd name="connsiteY69" fmla="*/ 962025 h 1848189"/>
                <a:gd name="connsiteX70" fmla="*/ 1143475 w 1160749"/>
                <a:gd name="connsiteY70" fmla="*/ 733425 h 184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1160749" h="1848189">
                  <a:moveTo>
                    <a:pt x="1143475" y="733425"/>
                  </a:moveTo>
                  <a:cubicBezTo>
                    <a:pt x="1116967" y="667156"/>
                    <a:pt x="1129832" y="702020"/>
                    <a:pt x="1105375" y="628650"/>
                  </a:cubicBezTo>
                  <a:lnTo>
                    <a:pt x="1095850" y="600075"/>
                  </a:lnTo>
                  <a:cubicBezTo>
                    <a:pt x="1092675" y="590550"/>
                    <a:pt x="1091894" y="579854"/>
                    <a:pt x="1086325" y="571500"/>
                  </a:cubicBezTo>
                  <a:cubicBezTo>
                    <a:pt x="1079975" y="561975"/>
                    <a:pt x="1072395" y="553164"/>
                    <a:pt x="1067275" y="542925"/>
                  </a:cubicBezTo>
                  <a:cubicBezTo>
                    <a:pt x="1062785" y="533945"/>
                    <a:pt x="1062626" y="523127"/>
                    <a:pt x="1057750" y="514350"/>
                  </a:cubicBezTo>
                  <a:cubicBezTo>
                    <a:pt x="1025066" y="455519"/>
                    <a:pt x="1032817" y="465978"/>
                    <a:pt x="991075" y="438150"/>
                  </a:cubicBezTo>
                  <a:cubicBezTo>
                    <a:pt x="957081" y="387159"/>
                    <a:pt x="980120" y="417670"/>
                    <a:pt x="914875" y="352425"/>
                  </a:cubicBezTo>
                  <a:cubicBezTo>
                    <a:pt x="905350" y="342900"/>
                    <a:pt x="899368" y="327117"/>
                    <a:pt x="886300" y="323850"/>
                  </a:cubicBezTo>
                  <a:lnTo>
                    <a:pt x="848200" y="314325"/>
                  </a:lnTo>
                  <a:cubicBezTo>
                    <a:pt x="831646" y="264662"/>
                    <a:pt x="850916" y="302981"/>
                    <a:pt x="810100" y="266700"/>
                  </a:cubicBezTo>
                  <a:cubicBezTo>
                    <a:pt x="733001" y="198167"/>
                    <a:pt x="783297" y="219666"/>
                    <a:pt x="724375" y="200025"/>
                  </a:cubicBezTo>
                  <a:cubicBezTo>
                    <a:pt x="669780" y="118133"/>
                    <a:pt x="742475" y="214505"/>
                    <a:pt x="676750" y="161925"/>
                  </a:cubicBezTo>
                  <a:cubicBezTo>
                    <a:pt x="667811" y="154774"/>
                    <a:pt x="666315" y="140888"/>
                    <a:pt x="657700" y="133350"/>
                  </a:cubicBezTo>
                  <a:cubicBezTo>
                    <a:pt x="640470" y="118273"/>
                    <a:pt x="616739" y="111439"/>
                    <a:pt x="600550" y="95250"/>
                  </a:cubicBezTo>
                  <a:cubicBezTo>
                    <a:pt x="591025" y="85725"/>
                    <a:pt x="583183" y="74147"/>
                    <a:pt x="571975" y="66675"/>
                  </a:cubicBezTo>
                  <a:cubicBezTo>
                    <a:pt x="563621" y="61106"/>
                    <a:pt x="552925" y="60325"/>
                    <a:pt x="543400" y="57150"/>
                  </a:cubicBezTo>
                  <a:cubicBezTo>
                    <a:pt x="513211" y="11867"/>
                    <a:pt x="535210" y="32195"/>
                    <a:pt x="467200" y="9525"/>
                  </a:cubicBezTo>
                  <a:lnTo>
                    <a:pt x="438625" y="0"/>
                  </a:lnTo>
                  <a:cubicBezTo>
                    <a:pt x="362425" y="25400"/>
                    <a:pt x="451325" y="-12700"/>
                    <a:pt x="400525" y="38100"/>
                  </a:cubicBezTo>
                  <a:cubicBezTo>
                    <a:pt x="393425" y="45200"/>
                    <a:pt x="380930" y="43135"/>
                    <a:pt x="371950" y="47625"/>
                  </a:cubicBezTo>
                  <a:cubicBezTo>
                    <a:pt x="361711" y="52745"/>
                    <a:pt x="352900" y="60325"/>
                    <a:pt x="343375" y="66675"/>
                  </a:cubicBezTo>
                  <a:lnTo>
                    <a:pt x="305275" y="123825"/>
                  </a:lnTo>
                  <a:cubicBezTo>
                    <a:pt x="298925" y="133350"/>
                    <a:pt x="295750" y="146050"/>
                    <a:pt x="286225" y="152400"/>
                  </a:cubicBezTo>
                  <a:lnTo>
                    <a:pt x="257650" y="171450"/>
                  </a:lnTo>
                  <a:cubicBezTo>
                    <a:pt x="251300" y="180975"/>
                    <a:pt x="243720" y="189786"/>
                    <a:pt x="238600" y="200025"/>
                  </a:cubicBezTo>
                  <a:cubicBezTo>
                    <a:pt x="234110" y="209005"/>
                    <a:pt x="233951" y="219823"/>
                    <a:pt x="229075" y="228600"/>
                  </a:cubicBezTo>
                  <a:cubicBezTo>
                    <a:pt x="217956" y="248614"/>
                    <a:pt x="203675" y="266700"/>
                    <a:pt x="190975" y="285750"/>
                  </a:cubicBezTo>
                  <a:cubicBezTo>
                    <a:pt x="184625" y="295275"/>
                    <a:pt x="175545" y="303465"/>
                    <a:pt x="171925" y="314325"/>
                  </a:cubicBezTo>
                  <a:lnTo>
                    <a:pt x="162400" y="342900"/>
                  </a:lnTo>
                  <a:cubicBezTo>
                    <a:pt x="158311" y="371521"/>
                    <a:pt x="151707" y="426559"/>
                    <a:pt x="143350" y="457200"/>
                  </a:cubicBezTo>
                  <a:cubicBezTo>
                    <a:pt x="138066" y="476573"/>
                    <a:pt x="129170" y="494869"/>
                    <a:pt x="124300" y="514350"/>
                  </a:cubicBezTo>
                  <a:cubicBezTo>
                    <a:pt x="109905" y="571931"/>
                    <a:pt x="118915" y="540031"/>
                    <a:pt x="95725" y="609600"/>
                  </a:cubicBezTo>
                  <a:lnTo>
                    <a:pt x="86200" y="638175"/>
                  </a:lnTo>
                  <a:cubicBezTo>
                    <a:pt x="83025" y="647700"/>
                    <a:pt x="78644" y="656905"/>
                    <a:pt x="76675" y="666750"/>
                  </a:cubicBezTo>
                  <a:cubicBezTo>
                    <a:pt x="73500" y="682625"/>
                    <a:pt x="70662" y="698571"/>
                    <a:pt x="67150" y="714375"/>
                  </a:cubicBezTo>
                  <a:cubicBezTo>
                    <a:pt x="57553" y="757561"/>
                    <a:pt x="54404" y="762137"/>
                    <a:pt x="38575" y="809625"/>
                  </a:cubicBezTo>
                  <a:cubicBezTo>
                    <a:pt x="35400" y="819150"/>
                    <a:pt x="31485" y="828460"/>
                    <a:pt x="29050" y="838200"/>
                  </a:cubicBezTo>
                  <a:lnTo>
                    <a:pt x="10000" y="914400"/>
                  </a:lnTo>
                  <a:cubicBezTo>
                    <a:pt x="5307" y="1003564"/>
                    <a:pt x="-9941" y="1165572"/>
                    <a:pt x="10000" y="1257300"/>
                  </a:cubicBezTo>
                  <a:cubicBezTo>
                    <a:pt x="14864" y="1279673"/>
                    <a:pt x="35400" y="1295400"/>
                    <a:pt x="48100" y="1314450"/>
                  </a:cubicBezTo>
                  <a:cubicBezTo>
                    <a:pt x="90204" y="1377605"/>
                    <a:pt x="40720" y="1307428"/>
                    <a:pt x="95725" y="1371600"/>
                  </a:cubicBezTo>
                  <a:cubicBezTo>
                    <a:pt x="106056" y="1383653"/>
                    <a:pt x="113075" y="1398475"/>
                    <a:pt x="124300" y="1409700"/>
                  </a:cubicBezTo>
                  <a:cubicBezTo>
                    <a:pt x="132395" y="1417795"/>
                    <a:pt x="144081" y="1421421"/>
                    <a:pt x="152875" y="1428750"/>
                  </a:cubicBezTo>
                  <a:cubicBezTo>
                    <a:pt x="226214" y="1489866"/>
                    <a:pt x="139079" y="1429077"/>
                    <a:pt x="210025" y="1476375"/>
                  </a:cubicBezTo>
                  <a:cubicBezTo>
                    <a:pt x="226764" y="1526593"/>
                    <a:pt x="208487" y="1485959"/>
                    <a:pt x="248125" y="1533525"/>
                  </a:cubicBezTo>
                  <a:cubicBezTo>
                    <a:pt x="255454" y="1542319"/>
                    <a:pt x="262055" y="1551861"/>
                    <a:pt x="267175" y="1562100"/>
                  </a:cubicBezTo>
                  <a:cubicBezTo>
                    <a:pt x="271665" y="1571080"/>
                    <a:pt x="270428" y="1582835"/>
                    <a:pt x="276700" y="1590675"/>
                  </a:cubicBezTo>
                  <a:cubicBezTo>
                    <a:pt x="283851" y="1599614"/>
                    <a:pt x="295750" y="1603375"/>
                    <a:pt x="305275" y="1609725"/>
                  </a:cubicBezTo>
                  <a:cubicBezTo>
                    <a:pt x="311625" y="1619250"/>
                    <a:pt x="316230" y="1630205"/>
                    <a:pt x="324325" y="1638300"/>
                  </a:cubicBezTo>
                  <a:cubicBezTo>
                    <a:pt x="332420" y="1646395"/>
                    <a:pt x="345749" y="1648411"/>
                    <a:pt x="352900" y="1657350"/>
                  </a:cubicBezTo>
                  <a:cubicBezTo>
                    <a:pt x="389845" y="1703532"/>
                    <a:pt x="328655" y="1674668"/>
                    <a:pt x="391000" y="1695450"/>
                  </a:cubicBezTo>
                  <a:cubicBezTo>
                    <a:pt x="397350" y="1704975"/>
                    <a:pt x="401111" y="1716874"/>
                    <a:pt x="410050" y="1724025"/>
                  </a:cubicBezTo>
                  <a:cubicBezTo>
                    <a:pt x="417890" y="1730297"/>
                    <a:pt x="429645" y="1729060"/>
                    <a:pt x="438625" y="1733550"/>
                  </a:cubicBezTo>
                  <a:cubicBezTo>
                    <a:pt x="448864" y="1738670"/>
                    <a:pt x="456961" y="1747480"/>
                    <a:pt x="467200" y="1752600"/>
                  </a:cubicBezTo>
                  <a:cubicBezTo>
                    <a:pt x="476180" y="1757090"/>
                    <a:pt x="486795" y="1757635"/>
                    <a:pt x="495775" y="1762125"/>
                  </a:cubicBezTo>
                  <a:cubicBezTo>
                    <a:pt x="506014" y="1767245"/>
                    <a:pt x="513196" y="1778601"/>
                    <a:pt x="524350" y="1781175"/>
                  </a:cubicBezTo>
                  <a:cubicBezTo>
                    <a:pt x="555441" y="1788350"/>
                    <a:pt x="587850" y="1787525"/>
                    <a:pt x="619600" y="1790700"/>
                  </a:cubicBezTo>
                  <a:cubicBezTo>
                    <a:pt x="638650" y="1797050"/>
                    <a:pt x="657269" y="1804880"/>
                    <a:pt x="676750" y="1809750"/>
                  </a:cubicBezTo>
                  <a:cubicBezTo>
                    <a:pt x="689450" y="1812925"/>
                    <a:pt x="702311" y="1815513"/>
                    <a:pt x="714850" y="1819275"/>
                  </a:cubicBezTo>
                  <a:cubicBezTo>
                    <a:pt x="734084" y="1825045"/>
                    <a:pt x="752193" y="1835024"/>
                    <a:pt x="772000" y="1838325"/>
                  </a:cubicBezTo>
                  <a:lnTo>
                    <a:pt x="829150" y="1847850"/>
                  </a:lnTo>
                  <a:cubicBezTo>
                    <a:pt x="838613" y="1847293"/>
                    <a:pt x="969954" y="1853648"/>
                    <a:pt x="1019650" y="1828800"/>
                  </a:cubicBezTo>
                  <a:cubicBezTo>
                    <a:pt x="1029889" y="1823680"/>
                    <a:pt x="1038700" y="1816100"/>
                    <a:pt x="1048225" y="1809750"/>
                  </a:cubicBezTo>
                  <a:cubicBezTo>
                    <a:pt x="1070399" y="1610187"/>
                    <a:pt x="1047211" y="1838026"/>
                    <a:pt x="1067275" y="1466850"/>
                  </a:cubicBezTo>
                  <a:cubicBezTo>
                    <a:pt x="1077473" y="1278194"/>
                    <a:pt x="1069320" y="1435533"/>
                    <a:pt x="1086325" y="1333500"/>
                  </a:cubicBezTo>
                  <a:cubicBezTo>
                    <a:pt x="1090533" y="1308251"/>
                    <a:pt x="1092467" y="1282673"/>
                    <a:pt x="1095850" y="1257300"/>
                  </a:cubicBezTo>
                  <a:cubicBezTo>
                    <a:pt x="1118951" y="1084043"/>
                    <a:pt x="1088416" y="1306474"/>
                    <a:pt x="1124425" y="1114425"/>
                  </a:cubicBezTo>
                  <a:cubicBezTo>
                    <a:pt x="1129142" y="1089266"/>
                    <a:pt x="1129233" y="1063384"/>
                    <a:pt x="1133950" y="1038225"/>
                  </a:cubicBezTo>
                  <a:cubicBezTo>
                    <a:pt x="1138775" y="1012492"/>
                    <a:pt x="1153000" y="962025"/>
                    <a:pt x="1153000" y="962025"/>
                  </a:cubicBezTo>
                  <a:cubicBezTo>
                    <a:pt x="1166000" y="832023"/>
                    <a:pt x="1162525" y="898683"/>
                    <a:pt x="1143475" y="73342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F15671-ED8B-47E4-8C01-F716704B2216}"/>
              </a:ext>
            </a:extLst>
          </p:cNvPr>
          <p:cNvGrpSpPr/>
          <p:nvPr/>
        </p:nvGrpSpPr>
        <p:grpSpPr>
          <a:xfrm>
            <a:off x="1471301" y="2067515"/>
            <a:ext cx="2893695" cy="1604971"/>
            <a:chOff x="1471301" y="2067515"/>
            <a:chExt cx="2893695" cy="160497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667C4CFA-86BA-478C-87CF-EEB8650C28A0}"/>
                </a:ext>
              </a:extLst>
            </p:cNvPr>
            <p:cNvSpPr/>
            <p:nvPr/>
          </p:nvSpPr>
          <p:spPr>
            <a:xfrm>
              <a:off x="1926596" y="2067515"/>
              <a:ext cx="466725" cy="876300"/>
            </a:xfrm>
            <a:custGeom>
              <a:avLst/>
              <a:gdLst>
                <a:gd name="connsiteX0" fmla="*/ 466725 w 466725"/>
                <a:gd name="connsiteY0" fmla="*/ 876300 h 876300"/>
                <a:gd name="connsiteX1" fmla="*/ 400050 w 466725"/>
                <a:gd name="connsiteY1" fmla="*/ 590550 h 876300"/>
                <a:gd name="connsiteX2" fmla="*/ 390525 w 466725"/>
                <a:gd name="connsiteY2" fmla="*/ 409575 h 876300"/>
                <a:gd name="connsiteX3" fmla="*/ 371475 w 466725"/>
                <a:gd name="connsiteY3" fmla="*/ 314325 h 876300"/>
                <a:gd name="connsiteX4" fmla="*/ 352425 w 466725"/>
                <a:gd name="connsiteY4" fmla="*/ 266700 h 876300"/>
                <a:gd name="connsiteX5" fmla="*/ 342900 w 466725"/>
                <a:gd name="connsiteY5" fmla="*/ 238125 h 876300"/>
                <a:gd name="connsiteX6" fmla="*/ 304800 w 466725"/>
                <a:gd name="connsiteY6" fmla="*/ 180975 h 876300"/>
                <a:gd name="connsiteX7" fmla="*/ 285750 w 466725"/>
                <a:gd name="connsiteY7" fmla="*/ 152400 h 876300"/>
                <a:gd name="connsiteX8" fmla="*/ 266700 w 466725"/>
                <a:gd name="connsiteY8" fmla="*/ 123825 h 876300"/>
                <a:gd name="connsiteX9" fmla="*/ 238125 w 466725"/>
                <a:gd name="connsiteY9" fmla="*/ 114300 h 876300"/>
                <a:gd name="connsiteX10" fmla="*/ 209550 w 466725"/>
                <a:gd name="connsiteY10" fmla="*/ 85725 h 876300"/>
                <a:gd name="connsiteX11" fmla="*/ 152400 w 466725"/>
                <a:gd name="connsiteY11" fmla="*/ 66675 h 876300"/>
                <a:gd name="connsiteX12" fmla="*/ 123825 w 466725"/>
                <a:gd name="connsiteY12" fmla="*/ 57150 h 876300"/>
                <a:gd name="connsiteX13" fmla="*/ 66675 w 466725"/>
                <a:gd name="connsiteY13" fmla="*/ 19050 h 876300"/>
                <a:gd name="connsiteX14" fmla="*/ 38100 w 466725"/>
                <a:gd name="connsiteY14" fmla="*/ 9525 h 876300"/>
                <a:gd name="connsiteX15" fmla="*/ 0 w 466725"/>
                <a:gd name="connsiteY15" fmla="*/ 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6725" h="876300">
                  <a:moveTo>
                    <a:pt x="466725" y="876300"/>
                  </a:moveTo>
                  <a:cubicBezTo>
                    <a:pt x="444500" y="781050"/>
                    <a:pt x="415810" y="687080"/>
                    <a:pt x="400050" y="590550"/>
                  </a:cubicBezTo>
                  <a:cubicBezTo>
                    <a:pt x="390316" y="530931"/>
                    <a:pt x="395342" y="469791"/>
                    <a:pt x="390525" y="409575"/>
                  </a:cubicBezTo>
                  <a:cubicBezTo>
                    <a:pt x="389044" y="391063"/>
                    <a:pt x="378773" y="336218"/>
                    <a:pt x="371475" y="314325"/>
                  </a:cubicBezTo>
                  <a:cubicBezTo>
                    <a:pt x="366068" y="298105"/>
                    <a:pt x="358428" y="282709"/>
                    <a:pt x="352425" y="266700"/>
                  </a:cubicBezTo>
                  <a:cubicBezTo>
                    <a:pt x="348900" y="257299"/>
                    <a:pt x="347776" y="246902"/>
                    <a:pt x="342900" y="238125"/>
                  </a:cubicBezTo>
                  <a:cubicBezTo>
                    <a:pt x="331781" y="218111"/>
                    <a:pt x="317500" y="200025"/>
                    <a:pt x="304800" y="180975"/>
                  </a:cubicBezTo>
                  <a:lnTo>
                    <a:pt x="285750" y="152400"/>
                  </a:lnTo>
                  <a:cubicBezTo>
                    <a:pt x="279400" y="142875"/>
                    <a:pt x="277560" y="127445"/>
                    <a:pt x="266700" y="123825"/>
                  </a:cubicBezTo>
                  <a:lnTo>
                    <a:pt x="238125" y="114300"/>
                  </a:lnTo>
                  <a:cubicBezTo>
                    <a:pt x="228600" y="104775"/>
                    <a:pt x="221325" y="92267"/>
                    <a:pt x="209550" y="85725"/>
                  </a:cubicBezTo>
                  <a:cubicBezTo>
                    <a:pt x="191997" y="75973"/>
                    <a:pt x="171450" y="73025"/>
                    <a:pt x="152400" y="66675"/>
                  </a:cubicBezTo>
                  <a:cubicBezTo>
                    <a:pt x="142875" y="63500"/>
                    <a:pt x="132179" y="62719"/>
                    <a:pt x="123825" y="57150"/>
                  </a:cubicBezTo>
                  <a:cubicBezTo>
                    <a:pt x="104775" y="44450"/>
                    <a:pt x="88395" y="26290"/>
                    <a:pt x="66675" y="19050"/>
                  </a:cubicBezTo>
                  <a:cubicBezTo>
                    <a:pt x="57150" y="15875"/>
                    <a:pt x="47754" y="12283"/>
                    <a:pt x="38100" y="9525"/>
                  </a:cubicBezTo>
                  <a:cubicBezTo>
                    <a:pt x="25513" y="5929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2DDC323-8BAE-4B2B-88C8-18DDB7E66DD7}"/>
                </a:ext>
              </a:extLst>
            </p:cNvPr>
            <p:cNvSpPr/>
            <p:nvPr/>
          </p:nvSpPr>
          <p:spPr>
            <a:xfrm>
              <a:off x="2538101" y="3224513"/>
              <a:ext cx="438150" cy="447973"/>
            </a:xfrm>
            <a:custGeom>
              <a:avLst/>
              <a:gdLst>
                <a:gd name="connsiteX0" fmla="*/ 0 w 438150"/>
                <a:gd name="connsiteY0" fmla="*/ 447973 h 447973"/>
                <a:gd name="connsiteX1" fmla="*/ 171450 w 438150"/>
                <a:gd name="connsiteY1" fmla="*/ 286048 h 447973"/>
                <a:gd name="connsiteX2" fmla="*/ 190500 w 438150"/>
                <a:gd name="connsiteY2" fmla="*/ 257473 h 447973"/>
                <a:gd name="connsiteX3" fmla="*/ 247650 w 438150"/>
                <a:gd name="connsiteY3" fmla="*/ 219373 h 447973"/>
                <a:gd name="connsiteX4" fmla="*/ 295275 w 438150"/>
                <a:gd name="connsiteY4" fmla="*/ 162223 h 447973"/>
                <a:gd name="connsiteX5" fmla="*/ 323850 w 438150"/>
                <a:gd name="connsiteY5" fmla="*/ 143173 h 447973"/>
                <a:gd name="connsiteX6" fmla="*/ 400050 w 438150"/>
                <a:gd name="connsiteY6" fmla="*/ 28873 h 447973"/>
                <a:gd name="connsiteX7" fmla="*/ 438150 w 438150"/>
                <a:gd name="connsiteY7" fmla="*/ 298 h 447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8150" h="447973">
                  <a:moveTo>
                    <a:pt x="0" y="447973"/>
                  </a:moveTo>
                  <a:cubicBezTo>
                    <a:pt x="57150" y="393998"/>
                    <a:pt x="127845" y="351455"/>
                    <a:pt x="171450" y="286048"/>
                  </a:cubicBezTo>
                  <a:cubicBezTo>
                    <a:pt x="177800" y="276523"/>
                    <a:pt x="181885" y="265011"/>
                    <a:pt x="190500" y="257473"/>
                  </a:cubicBezTo>
                  <a:cubicBezTo>
                    <a:pt x="207730" y="242396"/>
                    <a:pt x="247650" y="219373"/>
                    <a:pt x="247650" y="219373"/>
                  </a:cubicBezTo>
                  <a:cubicBezTo>
                    <a:pt x="266381" y="191276"/>
                    <a:pt x="267773" y="185142"/>
                    <a:pt x="295275" y="162223"/>
                  </a:cubicBezTo>
                  <a:cubicBezTo>
                    <a:pt x="304069" y="154894"/>
                    <a:pt x="314325" y="149523"/>
                    <a:pt x="323850" y="143173"/>
                  </a:cubicBezTo>
                  <a:lnTo>
                    <a:pt x="400050" y="28873"/>
                  </a:lnTo>
                  <a:cubicBezTo>
                    <a:pt x="422622" y="-4986"/>
                    <a:pt x="407652" y="298"/>
                    <a:pt x="438150" y="298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7E39A6F-ED95-478B-9A36-2B8B85DD3BD1}"/>
                </a:ext>
              </a:extLst>
            </p:cNvPr>
            <p:cNvSpPr/>
            <p:nvPr/>
          </p:nvSpPr>
          <p:spPr>
            <a:xfrm>
              <a:off x="1471301" y="2980718"/>
              <a:ext cx="678180" cy="350773"/>
            </a:xfrm>
            <a:custGeom>
              <a:avLst/>
              <a:gdLst>
                <a:gd name="connsiteX0" fmla="*/ 0 w 678180"/>
                <a:gd name="connsiteY0" fmla="*/ 350773 h 350773"/>
                <a:gd name="connsiteX1" fmla="*/ 38100 w 678180"/>
                <a:gd name="connsiteY1" fmla="*/ 327913 h 350773"/>
                <a:gd name="connsiteX2" fmla="*/ 53340 w 678180"/>
                <a:gd name="connsiteY2" fmla="*/ 305053 h 350773"/>
                <a:gd name="connsiteX3" fmla="*/ 76200 w 678180"/>
                <a:gd name="connsiteY3" fmla="*/ 289813 h 350773"/>
                <a:gd name="connsiteX4" fmla="*/ 114300 w 678180"/>
                <a:gd name="connsiteY4" fmla="*/ 221233 h 350773"/>
                <a:gd name="connsiteX5" fmla="*/ 137160 w 678180"/>
                <a:gd name="connsiteY5" fmla="*/ 205993 h 350773"/>
                <a:gd name="connsiteX6" fmla="*/ 152400 w 678180"/>
                <a:gd name="connsiteY6" fmla="*/ 183133 h 350773"/>
                <a:gd name="connsiteX7" fmla="*/ 198120 w 678180"/>
                <a:gd name="connsiteY7" fmla="*/ 160273 h 350773"/>
                <a:gd name="connsiteX8" fmla="*/ 220980 w 678180"/>
                <a:gd name="connsiteY8" fmla="*/ 145033 h 350773"/>
                <a:gd name="connsiteX9" fmla="*/ 243840 w 678180"/>
                <a:gd name="connsiteY9" fmla="*/ 137413 h 350773"/>
                <a:gd name="connsiteX10" fmla="*/ 266700 w 678180"/>
                <a:gd name="connsiteY10" fmla="*/ 122173 h 350773"/>
                <a:gd name="connsiteX11" fmla="*/ 342900 w 678180"/>
                <a:gd name="connsiteY11" fmla="*/ 91693 h 350773"/>
                <a:gd name="connsiteX12" fmla="*/ 365760 w 678180"/>
                <a:gd name="connsiteY12" fmla="*/ 76453 h 350773"/>
                <a:gd name="connsiteX13" fmla="*/ 434340 w 678180"/>
                <a:gd name="connsiteY13" fmla="*/ 53593 h 350773"/>
                <a:gd name="connsiteX14" fmla="*/ 457200 w 678180"/>
                <a:gd name="connsiteY14" fmla="*/ 45973 h 350773"/>
                <a:gd name="connsiteX15" fmla="*/ 480060 w 678180"/>
                <a:gd name="connsiteY15" fmla="*/ 38353 h 350773"/>
                <a:gd name="connsiteX16" fmla="*/ 525780 w 678180"/>
                <a:gd name="connsiteY16" fmla="*/ 15493 h 350773"/>
                <a:gd name="connsiteX17" fmla="*/ 632460 w 678180"/>
                <a:gd name="connsiteY17" fmla="*/ 7873 h 350773"/>
                <a:gd name="connsiteX18" fmla="*/ 678180 w 678180"/>
                <a:gd name="connsiteY18" fmla="*/ 253 h 35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78180" h="350773">
                  <a:moveTo>
                    <a:pt x="0" y="350773"/>
                  </a:moveTo>
                  <a:cubicBezTo>
                    <a:pt x="12700" y="343153"/>
                    <a:pt x="26855" y="337552"/>
                    <a:pt x="38100" y="327913"/>
                  </a:cubicBezTo>
                  <a:cubicBezTo>
                    <a:pt x="45053" y="321953"/>
                    <a:pt x="46864" y="311529"/>
                    <a:pt x="53340" y="305053"/>
                  </a:cubicBezTo>
                  <a:cubicBezTo>
                    <a:pt x="59816" y="298577"/>
                    <a:pt x="68580" y="294893"/>
                    <a:pt x="76200" y="289813"/>
                  </a:cubicBezTo>
                  <a:cubicBezTo>
                    <a:pt x="84141" y="265991"/>
                    <a:pt x="91841" y="236205"/>
                    <a:pt x="114300" y="221233"/>
                  </a:cubicBezTo>
                  <a:lnTo>
                    <a:pt x="137160" y="205993"/>
                  </a:lnTo>
                  <a:cubicBezTo>
                    <a:pt x="142240" y="198373"/>
                    <a:pt x="145924" y="189609"/>
                    <a:pt x="152400" y="183133"/>
                  </a:cubicBezTo>
                  <a:cubicBezTo>
                    <a:pt x="174238" y="161295"/>
                    <a:pt x="173330" y="172668"/>
                    <a:pt x="198120" y="160273"/>
                  </a:cubicBezTo>
                  <a:cubicBezTo>
                    <a:pt x="206311" y="156177"/>
                    <a:pt x="212789" y="149129"/>
                    <a:pt x="220980" y="145033"/>
                  </a:cubicBezTo>
                  <a:cubicBezTo>
                    <a:pt x="228164" y="141441"/>
                    <a:pt x="236656" y="141005"/>
                    <a:pt x="243840" y="137413"/>
                  </a:cubicBezTo>
                  <a:cubicBezTo>
                    <a:pt x="252031" y="133317"/>
                    <a:pt x="258694" y="126621"/>
                    <a:pt x="266700" y="122173"/>
                  </a:cubicBezTo>
                  <a:cubicBezTo>
                    <a:pt x="311771" y="97133"/>
                    <a:pt x="302046" y="101907"/>
                    <a:pt x="342900" y="91693"/>
                  </a:cubicBezTo>
                  <a:cubicBezTo>
                    <a:pt x="350520" y="86613"/>
                    <a:pt x="357391" y="80172"/>
                    <a:pt x="365760" y="76453"/>
                  </a:cubicBezTo>
                  <a:lnTo>
                    <a:pt x="434340" y="53593"/>
                  </a:lnTo>
                  <a:lnTo>
                    <a:pt x="457200" y="45973"/>
                  </a:lnTo>
                  <a:cubicBezTo>
                    <a:pt x="464820" y="43433"/>
                    <a:pt x="473377" y="42808"/>
                    <a:pt x="480060" y="38353"/>
                  </a:cubicBezTo>
                  <a:cubicBezTo>
                    <a:pt x="495472" y="28078"/>
                    <a:pt x="506626" y="17746"/>
                    <a:pt x="525780" y="15493"/>
                  </a:cubicBezTo>
                  <a:cubicBezTo>
                    <a:pt x="561186" y="11328"/>
                    <a:pt x="596900" y="10413"/>
                    <a:pt x="632460" y="7873"/>
                  </a:cubicBezTo>
                  <a:cubicBezTo>
                    <a:pt x="662549" y="-2157"/>
                    <a:pt x="647288" y="253"/>
                    <a:pt x="678180" y="25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86FED9E-47A7-4E50-9447-32BAA47F6882}"/>
                </a:ext>
              </a:extLst>
            </p:cNvPr>
            <p:cNvSpPr/>
            <p:nvPr/>
          </p:nvSpPr>
          <p:spPr>
            <a:xfrm>
              <a:off x="2888621" y="3118131"/>
              <a:ext cx="1417320" cy="450527"/>
            </a:xfrm>
            <a:custGeom>
              <a:avLst/>
              <a:gdLst>
                <a:gd name="connsiteX0" fmla="*/ 0 w 1417320"/>
                <a:gd name="connsiteY0" fmla="*/ 0 h 450527"/>
                <a:gd name="connsiteX1" fmla="*/ 76200 w 1417320"/>
                <a:gd name="connsiteY1" fmla="*/ 106680 h 450527"/>
                <a:gd name="connsiteX2" fmla="*/ 99060 w 1417320"/>
                <a:gd name="connsiteY2" fmla="*/ 114300 h 450527"/>
                <a:gd name="connsiteX3" fmla="*/ 121920 w 1417320"/>
                <a:gd name="connsiteY3" fmla="*/ 129540 h 450527"/>
                <a:gd name="connsiteX4" fmla="*/ 167640 w 1417320"/>
                <a:gd name="connsiteY4" fmla="*/ 144780 h 450527"/>
                <a:gd name="connsiteX5" fmla="*/ 190500 w 1417320"/>
                <a:gd name="connsiteY5" fmla="*/ 152400 h 450527"/>
                <a:gd name="connsiteX6" fmla="*/ 274320 w 1417320"/>
                <a:gd name="connsiteY6" fmla="*/ 175260 h 450527"/>
                <a:gd name="connsiteX7" fmla="*/ 297180 w 1417320"/>
                <a:gd name="connsiteY7" fmla="*/ 182880 h 450527"/>
                <a:gd name="connsiteX8" fmla="*/ 320040 w 1417320"/>
                <a:gd name="connsiteY8" fmla="*/ 190500 h 450527"/>
                <a:gd name="connsiteX9" fmla="*/ 342900 w 1417320"/>
                <a:gd name="connsiteY9" fmla="*/ 205740 h 450527"/>
                <a:gd name="connsiteX10" fmla="*/ 388620 w 1417320"/>
                <a:gd name="connsiteY10" fmla="*/ 220980 h 450527"/>
                <a:gd name="connsiteX11" fmla="*/ 457200 w 1417320"/>
                <a:gd name="connsiteY11" fmla="*/ 266700 h 450527"/>
                <a:gd name="connsiteX12" fmla="*/ 480060 w 1417320"/>
                <a:gd name="connsiteY12" fmla="*/ 281940 h 450527"/>
                <a:gd name="connsiteX13" fmla="*/ 502920 w 1417320"/>
                <a:gd name="connsiteY13" fmla="*/ 289560 h 450527"/>
                <a:gd name="connsiteX14" fmla="*/ 525780 w 1417320"/>
                <a:gd name="connsiteY14" fmla="*/ 304800 h 450527"/>
                <a:gd name="connsiteX15" fmla="*/ 548640 w 1417320"/>
                <a:gd name="connsiteY15" fmla="*/ 312420 h 450527"/>
                <a:gd name="connsiteX16" fmla="*/ 624840 w 1417320"/>
                <a:gd name="connsiteY16" fmla="*/ 327660 h 450527"/>
                <a:gd name="connsiteX17" fmla="*/ 731520 w 1417320"/>
                <a:gd name="connsiteY17" fmla="*/ 358140 h 450527"/>
                <a:gd name="connsiteX18" fmla="*/ 822960 w 1417320"/>
                <a:gd name="connsiteY18" fmla="*/ 365760 h 450527"/>
                <a:gd name="connsiteX19" fmla="*/ 883920 w 1417320"/>
                <a:gd name="connsiteY19" fmla="*/ 373380 h 450527"/>
                <a:gd name="connsiteX20" fmla="*/ 960120 w 1417320"/>
                <a:gd name="connsiteY20" fmla="*/ 381000 h 450527"/>
                <a:gd name="connsiteX21" fmla="*/ 1036320 w 1417320"/>
                <a:gd name="connsiteY21" fmla="*/ 403860 h 450527"/>
                <a:gd name="connsiteX22" fmla="*/ 1059180 w 1417320"/>
                <a:gd name="connsiteY22" fmla="*/ 419100 h 450527"/>
                <a:gd name="connsiteX23" fmla="*/ 1173480 w 1417320"/>
                <a:gd name="connsiteY23" fmla="*/ 434340 h 450527"/>
                <a:gd name="connsiteX24" fmla="*/ 1226820 w 1417320"/>
                <a:gd name="connsiteY24" fmla="*/ 441960 h 450527"/>
                <a:gd name="connsiteX25" fmla="*/ 1257300 w 1417320"/>
                <a:gd name="connsiteY25" fmla="*/ 449580 h 450527"/>
                <a:gd name="connsiteX26" fmla="*/ 1417320 w 1417320"/>
                <a:gd name="connsiteY26" fmla="*/ 449580 h 4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7320" h="450527">
                  <a:moveTo>
                    <a:pt x="0" y="0"/>
                  </a:moveTo>
                  <a:cubicBezTo>
                    <a:pt x="25400" y="35560"/>
                    <a:pt x="47580" y="73657"/>
                    <a:pt x="76200" y="106680"/>
                  </a:cubicBezTo>
                  <a:cubicBezTo>
                    <a:pt x="81461" y="112750"/>
                    <a:pt x="91876" y="110708"/>
                    <a:pt x="99060" y="114300"/>
                  </a:cubicBezTo>
                  <a:cubicBezTo>
                    <a:pt x="107251" y="118396"/>
                    <a:pt x="113551" y="125821"/>
                    <a:pt x="121920" y="129540"/>
                  </a:cubicBezTo>
                  <a:cubicBezTo>
                    <a:pt x="136600" y="136064"/>
                    <a:pt x="152400" y="139700"/>
                    <a:pt x="167640" y="144780"/>
                  </a:cubicBezTo>
                  <a:cubicBezTo>
                    <a:pt x="175260" y="147320"/>
                    <a:pt x="182624" y="150825"/>
                    <a:pt x="190500" y="152400"/>
                  </a:cubicBezTo>
                  <a:cubicBezTo>
                    <a:pt x="244352" y="163170"/>
                    <a:pt x="216313" y="155924"/>
                    <a:pt x="274320" y="175260"/>
                  </a:cubicBezTo>
                  <a:lnTo>
                    <a:pt x="297180" y="182880"/>
                  </a:lnTo>
                  <a:cubicBezTo>
                    <a:pt x="304800" y="185420"/>
                    <a:pt x="313357" y="186045"/>
                    <a:pt x="320040" y="190500"/>
                  </a:cubicBezTo>
                  <a:cubicBezTo>
                    <a:pt x="327660" y="195580"/>
                    <a:pt x="334531" y="202021"/>
                    <a:pt x="342900" y="205740"/>
                  </a:cubicBezTo>
                  <a:cubicBezTo>
                    <a:pt x="357580" y="212264"/>
                    <a:pt x="375254" y="212069"/>
                    <a:pt x="388620" y="220980"/>
                  </a:cubicBezTo>
                  <a:lnTo>
                    <a:pt x="457200" y="266700"/>
                  </a:lnTo>
                  <a:cubicBezTo>
                    <a:pt x="464820" y="271780"/>
                    <a:pt x="471372" y="279044"/>
                    <a:pt x="480060" y="281940"/>
                  </a:cubicBezTo>
                  <a:cubicBezTo>
                    <a:pt x="487680" y="284480"/>
                    <a:pt x="495736" y="285968"/>
                    <a:pt x="502920" y="289560"/>
                  </a:cubicBezTo>
                  <a:cubicBezTo>
                    <a:pt x="511111" y="293656"/>
                    <a:pt x="517589" y="300704"/>
                    <a:pt x="525780" y="304800"/>
                  </a:cubicBezTo>
                  <a:cubicBezTo>
                    <a:pt x="532964" y="308392"/>
                    <a:pt x="540814" y="310614"/>
                    <a:pt x="548640" y="312420"/>
                  </a:cubicBezTo>
                  <a:cubicBezTo>
                    <a:pt x="573880" y="318245"/>
                    <a:pt x="600266" y="319469"/>
                    <a:pt x="624840" y="327660"/>
                  </a:cubicBezTo>
                  <a:cubicBezTo>
                    <a:pt x="651292" y="336477"/>
                    <a:pt x="706005" y="356014"/>
                    <a:pt x="731520" y="358140"/>
                  </a:cubicBezTo>
                  <a:lnTo>
                    <a:pt x="822960" y="365760"/>
                  </a:lnTo>
                  <a:cubicBezTo>
                    <a:pt x="843337" y="367798"/>
                    <a:pt x="863567" y="371119"/>
                    <a:pt x="883920" y="373380"/>
                  </a:cubicBezTo>
                  <a:cubicBezTo>
                    <a:pt x="909291" y="376199"/>
                    <a:pt x="934720" y="378460"/>
                    <a:pt x="960120" y="381000"/>
                  </a:cubicBezTo>
                  <a:cubicBezTo>
                    <a:pt x="1015775" y="399552"/>
                    <a:pt x="990255" y="392344"/>
                    <a:pt x="1036320" y="403860"/>
                  </a:cubicBezTo>
                  <a:cubicBezTo>
                    <a:pt x="1043940" y="408940"/>
                    <a:pt x="1050762" y="415492"/>
                    <a:pt x="1059180" y="419100"/>
                  </a:cubicBezTo>
                  <a:cubicBezTo>
                    <a:pt x="1086662" y="430878"/>
                    <a:pt x="1160176" y="432862"/>
                    <a:pt x="1173480" y="434340"/>
                  </a:cubicBezTo>
                  <a:cubicBezTo>
                    <a:pt x="1191331" y="436323"/>
                    <a:pt x="1209149" y="438747"/>
                    <a:pt x="1226820" y="441960"/>
                  </a:cubicBezTo>
                  <a:cubicBezTo>
                    <a:pt x="1237124" y="443833"/>
                    <a:pt x="1246836" y="449161"/>
                    <a:pt x="1257300" y="449580"/>
                  </a:cubicBezTo>
                  <a:cubicBezTo>
                    <a:pt x="1310597" y="451712"/>
                    <a:pt x="1363980" y="449580"/>
                    <a:pt x="1417320" y="44958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Multiplication Sign 7">
              <a:extLst>
                <a:ext uri="{FF2B5EF4-FFF2-40B4-BE49-F238E27FC236}">
                  <a16:creationId xmlns:a16="http://schemas.microsoft.com/office/drawing/2014/main" id="{A19F2B3D-342C-4444-8C38-054FB2C3B0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69958" y="287192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Multiplication Sign 45">
              <a:extLst>
                <a:ext uri="{FF2B5EF4-FFF2-40B4-BE49-F238E27FC236}">
                  <a16:creationId xmlns:a16="http://schemas.microsoft.com/office/drawing/2014/main" id="{FE1D1A89-FFFF-434E-9FC9-68732A37CA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74320" y="3033868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Multiplication Sign 46">
              <a:extLst>
                <a:ext uri="{FF2B5EF4-FFF2-40B4-BE49-F238E27FC236}">
                  <a16:creationId xmlns:a16="http://schemas.microsoft.com/office/drawing/2014/main" id="{235937C6-6A34-4520-B7CD-BDF8C6A663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84996" y="3459798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6F23C08-E0E2-48B4-A668-C97159C837BD}"/>
                </a:ext>
              </a:extLst>
            </p:cNvPr>
            <p:cNvSpPr/>
            <p:nvPr/>
          </p:nvSpPr>
          <p:spPr>
            <a:xfrm>
              <a:off x="2149481" y="2935251"/>
              <a:ext cx="740407" cy="190503"/>
            </a:xfrm>
            <a:custGeom>
              <a:avLst/>
              <a:gdLst>
                <a:gd name="connsiteX0" fmla="*/ 0 w 740407"/>
                <a:gd name="connsiteY0" fmla="*/ 45720 h 190503"/>
                <a:gd name="connsiteX1" fmla="*/ 60960 w 740407"/>
                <a:gd name="connsiteY1" fmla="*/ 30480 h 190503"/>
                <a:gd name="connsiteX2" fmla="*/ 83820 w 740407"/>
                <a:gd name="connsiteY2" fmla="*/ 15240 h 190503"/>
                <a:gd name="connsiteX3" fmla="*/ 129540 w 740407"/>
                <a:gd name="connsiteY3" fmla="*/ 0 h 190503"/>
                <a:gd name="connsiteX4" fmla="*/ 274320 w 740407"/>
                <a:gd name="connsiteY4" fmla="*/ 15240 h 190503"/>
                <a:gd name="connsiteX5" fmla="*/ 320040 w 740407"/>
                <a:gd name="connsiteY5" fmla="*/ 30480 h 190503"/>
                <a:gd name="connsiteX6" fmla="*/ 342900 w 740407"/>
                <a:gd name="connsiteY6" fmla="*/ 38100 h 190503"/>
                <a:gd name="connsiteX7" fmla="*/ 365760 w 740407"/>
                <a:gd name="connsiteY7" fmla="*/ 53340 h 190503"/>
                <a:gd name="connsiteX8" fmla="*/ 411480 w 740407"/>
                <a:gd name="connsiteY8" fmla="*/ 68580 h 190503"/>
                <a:gd name="connsiteX9" fmla="*/ 457200 w 740407"/>
                <a:gd name="connsiteY9" fmla="*/ 99060 h 190503"/>
                <a:gd name="connsiteX10" fmla="*/ 480060 w 740407"/>
                <a:gd name="connsiteY10" fmla="*/ 106680 h 190503"/>
                <a:gd name="connsiteX11" fmla="*/ 510540 w 740407"/>
                <a:gd name="connsiteY11" fmla="*/ 121920 h 190503"/>
                <a:gd name="connsiteX12" fmla="*/ 571500 w 740407"/>
                <a:gd name="connsiteY12" fmla="*/ 137160 h 190503"/>
                <a:gd name="connsiteX13" fmla="*/ 617220 w 740407"/>
                <a:gd name="connsiteY13" fmla="*/ 152400 h 190503"/>
                <a:gd name="connsiteX14" fmla="*/ 640080 w 740407"/>
                <a:gd name="connsiteY14" fmla="*/ 160020 h 190503"/>
                <a:gd name="connsiteX15" fmla="*/ 670560 w 740407"/>
                <a:gd name="connsiteY15" fmla="*/ 167640 h 190503"/>
                <a:gd name="connsiteX16" fmla="*/ 693420 w 740407"/>
                <a:gd name="connsiteY16" fmla="*/ 182880 h 190503"/>
                <a:gd name="connsiteX17" fmla="*/ 731520 w 740407"/>
                <a:gd name="connsiteY17" fmla="*/ 190500 h 19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0407" h="190503">
                  <a:moveTo>
                    <a:pt x="0" y="45720"/>
                  </a:moveTo>
                  <a:cubicBezTo>
                    <a:pt x="14491" y="42822"/>
                    <a:pt x="45339" y="38290"/>
                    <a:pt x="60960" y="30480"/>
                  </a:cubicBezTo>
                  <a:cubicBezTo>
                    <a:pt x="69151" y="26384"/>
                    <a:pt x="75451" y="18959"/>
                    <a:pt x="83820" y="15240"/>
                  </a:cubicBezTo>
                  <a:cubicBezTo>
                    <a:pt x="98500" y="8716"/>
                    <a:pt x="129540" y="0"/>
                    <a:pt x="129540" y="0"/>
                  </a:cubicBezTo>
                  <a:cubicBezTo>
                    <a:pt x="201532" y="4799"/>
                    <a:pt x="221265" y="-676"/>
                    <a:pt x="274320" y="15240"/>
                  </a:cubicBezTo>
                  <a:cubicBezTo>
                    <a:pt x="289707" y="19856"/>
                    <a:pt x="304800" y="25400"/>
                    <a:pt x="320040" y="30480"/>
                  </a:cubicBezTo>
                  <a:cubicBezTo>
                    <a:pt x="327660" y="33020"/>
                    <a:pt x="336217" y="33645"/>
                    <a:pt x="342900" y="38100"/>
                  </a:cubicBezTo>
                  <a:cubicBezTo>
                    <a:pt x="350520" y="43180"/>
                    <a:pt x="357391" y="49621"/>
                    <a:pt x="365760" y="53340"/>
                  </a:cubicBezTo>
                  <a:cubicBezTo>
                    <a:pt x="380440" y="59864"/>
                    <a:pt x="398114" y="59669"/>
                    <a:pt x="411480" y="68580"/>
                  </a:cubicBezTo>
                  <a:cubicBezTo>
                    <a:pt x="426720" y="78740"/>
                    <a:pt x="439824" y="93268"/>
                    <a:pt x="457200" y="99060"/>
                  </a:cubicBezTo>
                  <a:cubicBezTo>
                    <a:pt x="464820" y="101600"/>
                    <a:pt x="472677" y="103516"/>
                    <a:pt x="480060" y="106680"/>
                  </a:cubicBezTo>
                  <a:cubicBezTo>
                    <a:pt x="490501" y="111155"/>
                    <a:pt x="499764" y="118328"/>
                    <a:pt x="510540" y="121920"/>
                  </a:cubicBezTo>
                  <a:cubicBezTo>
                    <a:pt x="530411" y="128544"/>
                    <a:pt x="551629" y="130536"/>
                    <a:pt x="571500" y="137160"/>
                  </a:cubicBezTo>
                  <a:lnTo>
                    <a:pt x="617220" y="152400"/>
                  </a:lnTo>
                  <a:cubicBezTo>
                    <a:pt x="624840" y="154940"/>
                    <a:pt x="632288" y="158072"/>
                    <a:pt x="640080" y="160020"/>
                  </a:cubicBezTo>
                  <a:lnTo>
                    <a:pt x="670560" y="167640"/>
                  </a:lnTo>
                  <a:cubicBezTo>
                    <a:pt x="678180" y="172720"/>
                    <a:pt x="684732" y="179984"/>
                    <a:pt x="693420" y="182880"/>
                  </a:cubicBezTo>
                  <a:cubicBezTo>
                    <a:pt x="717533" y="190918"/>
                    <a:pt x="758554" y="190500"/>
                    <a:pt x="731520" y="1905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0A4E06-1C58-4B83-8856-55624C29C5D6}"/>
              </a:ext>
            </a:extLst>
          </p:cNvPr>
          <p:cNvGrpSpPr/>
          <p:nvPr/>
        </p:nvGrpSpPr>
        <p:grpSpPr>
          <a:xfrm>
            <a:off x="3690802" y="4163514"/>
            <a:ext cx="2001654" cy="2430774"/>
            <a:chOff x="5456570" y="3322326"/>
            <a:chExt cx="2001654" cy="243077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C9E1621-1E24-4811-AFA1-39E26A802F0D}"/>
                </a:ext>
              </a:extLst>
            </p:cNvPr>
            <p:cNvGrpSpPr/>
            <p:nvPr/>
          </p:nvGrpSpPr>
          <p:grpSpPr>
            <a:xfrm>
              <a:off x="5456570" y="3322326"/>
              <a:ext cx="1917406" cy="2430774"/>
              <a:chOff x="5456570" y="3322326"/>
              <a:chExt cx="1917406" cy="2430774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3C3E2AF-C26B-4531-B4FE-05F7F0C5AE88}"/>
                  </a:ext>
                </a:extLst>
              </p:cNvPr>
              <p:cNvSpPr/>
              <p:nvPr/>
            </p:nvSpPr>
            <p:spPr>
              <a:xfrm>
                <a:off x="5954139" y="3322326"/>
                <a:ext cx="1419837" cy="2211559"/>
              </a:xfrm>
              <a:custGeom>
                <a:avLst/>
                <a:gdLst>
                  <a:gd name="connsiteX0" fmla="*/ 1409811 w 1419837"/>
                  <a:gd name="connsiteY0" fmla="*/ 1238250 h 2181225"/>
                  <a:gd name="connsiteX1" fmla="*/ 1409811 w 1419837"/>
                  <a:gd name="connsiteY1" fmla="*/ 1238250 h 2181225"/>
                  <a:gd name="connsiteX2" fmla="*/ 1409811 w 1419837"/>
                  <a:gd name="connsiteY2" fmla="*/ 1028700 h 2181225"/>
                  <a:gd name="connsiteX3" fmla="*/ 1390761 w 1419837"/>
                  <a:gd name="connsiteY3" fmla="*/ 971550 h 2181225"/>
                  <a:gd name="connsiteX4" fmla="*/ 1381236 w 1419837"/>
                  <a:gd name="connsiteY4" fmla="*/ 914400 h 2181225"/>
                  <a:gd name="connsiteX5" fmla="*/ 1371711 w 1419837"/>
                  <a:gd name="connsiteY5" fmla="*/ 762000 h 2181225"/>
                  <a:gd name="connsiteX6" fmla="*/ 1352661 w 1419837"/>
                  <a:gd name="connsiteY6" fmla="*/ 714375 h 2181225"/>
                  <a:gd name="connsiteX7" fmla="*/ 1333611 w 1419837"/>
                  <a:gd name="connsiteY7" fmla="*/ 590550 h 2181225"/>
                  <a:gd name="connsiteX8" fmla="*/ 1314561 w 1419837"/>
                  <a:gd name="connsiteY8" fmla="*/ 552450 h 2181225"/>
                  <a:gd name="connsiteX9" fmla="*/ 1295511 w 1419837"/>
                  <a:gd name="connsiteY9" fmla="*/ 419100 h 2181225"/>
                  <a:gd name="connsiteX10" fmla="*/ 1276461 w 1419837"/>
                  <a:gd name="connsiteY10" fmla="*/ 352425 h 2181225"/>
                  <a:gd name="connsiteX11" fmla="*/ 1266936 w 1419837"/>
                  <a:gd name="connsiteY11" fmla="*/ 314325 h 2181225"/>
                  <a:gd name="connsiteX12" fmla="*/ 1228836 w 1419837"/>
                  <a:gd name="connsiteY12" fmla="*/ 257175 h 2181225"/>
                  <a:gd name="connsiteX13" fmla="*/ 1171686 w 1419837"/>
                  <a:gd name="connsiteY13" fmla="*/ 219075 h 2181225"/>
                  <a:gd name="connsiteX14" fmla="*/ 1152636 w 1419837"/>
                  <a:gd name="connsiteY14" fmla="*/ 190500 h 2181225"/>
                  <a:gd name="connsiteX15" fmla="*/ 1143111 w 1419837"/>
                  <a:gd name="connsiteY15" fmla="*/ 161925 h 2181225"/>
                  <a:gd name="connsiteX16" fmla="*/ 1114536 w 1419837"/>
                  <a:gd name="connsiteY16" fmla="*/ 152400 h 2181225"/>
                  <a:gd name="connsiteX17" fmla="*/ 1105011 w 1419837"/>
                  <a:gd name="connsiteY17" fmla="*/ 123825 h 2181225"/>
                  <a:gd name="connsiteX18" fmla="*/ 1047861 w 1419837"/>
                  <a:gd name="connsiteY18" fmla="*/ 85725 h 2181225"/>
                  <a:gd name="connsiteX19" fmla="*/ 1009761 w 1419837"/>
                  <a:gd name="connsiteY19" fmla="*/ 57150 h 2181225"/>
                  <a:gd name="connsiteX20" fmla="*/ 990711 w 1419837"/>
                  <a:gd name="connsiteY20" fmla="*/ 28575 h 2181225"/>
                  <a:gd name="connsiteX21" fmla="*/ 933561 w 1419837"/>
                  <a:gd name="connsiteY21" fmla="*/ 0 h 2181225"/>
                  <a:gd name="connsiteX22" fmla="*/ 419211 w 1419837"/>
                  <a:gd name="connsiteY22" fmla="*/ 9525 h 2181225"/>
                  <a:gd name="connsiteX23" fmla="*/ 371586 w 1419837"/>
                  <a:gd name="connsiteY23" fmla="*/ 57150 h 2181225"/>
                  <a:gd name="connsiteX24" fmla="*/ 343011 w 1419837"/>
                  <a:gd name="connsiteY24" fmla="*/ 66675 h 2181225"/>
                  <a:gd name="connsiteX25" fmla="*/ 323961 w 1419837"/>
                  <a:gd name="connsiteY25" fmla="*/ 95250 h 2181225"/>
                  <a:gd name="connsiteX26" fmla="*/ 266811 w 1419837"/>
                  <a:gd name="connsiteY26" fmla="*/ 114300 h 2181225"/>
                  <a:gd name="connsiteX27" fmla="*/ 219186 w 1419837"/>
                  <a:gd name="connsiteY27" fmla="*/ 152400 h 2181225"/>
                  <a:gd name="connsiteX28" fmla="*/ 162036 w 1419837"/>
                  <a:gd name="connsiteY28" fmla="*/ 190500 h 2181225"/>
                  <a:gd name="connsiteX29" fmla="*/ 95361 w 1419837"/>
                  <a:gd name="connsiteY29" fmla="*/ 257175 h 2181225"/>
                  <a:gd name="connsiteX30" fmla="*/ 66786 w 1419837"/>
                  <a:gd name="connsiteY30" fmla="*/ 314325 h 2181225"/>
                  <a:gd name="connsiteX31" fmla="*/ 9636 w 1419837"/>
                  <a:gd name="connsiteY31" fmla="*/ 352425 h 2181225"/>
                  <a:gd name="connsiteX32" fmla="*/ 111 w 1419837"/>
                  <a:gd name="connsiteY32" fmla="*/ 381000 h 2181225"/>
                  <a:gd name="connsiteX33" fmla="*/ 38211 w 1419837"/>
                  <a:gd name="connsiteY33" fmla="*/ 476250 h 2181225"/>
                  <a:gd name="connsiteX34" fmla="*/ 47736 w 1419837"/>
                  <a:gd name="connsiteY34" fmla="*/ 523875 h 2181225"/>
                  <a:gd name="connsiteX35" fmla="*/ 57261 w 1419837"/>
                  <a:gd name="connsiteY35" fmla="*/ 552450 h 2181225"/>
                  <a:gd name="connsiteX36" fmla="*/ 66786 w 1419837"/>
                  <a:gd name="connsiteY36" fmla="*/ 600075 h 2181225"/>
                  <a:gd name="connsiteX37" fmla="*/ 85836 w 1419837"/>
                  <a:gd name="connsiteY37" fmla="*/ 666750 h 2181225"/>
                  <a:gd name="connsiteX38" fmla="*/ 114411 w 1419837"/>
                  <a:gd name="connsiteY38" fmla="*/ 752475 h 2181225"/>
                  <a:gd name="connsiteX39" fmla="*/ 152511 w 1419837"/>
                  <a:gd name="connsiteY39" fmla="*/ 857250 h 2181225"/>
                  <a:gd name="connsiteX40" fmla="*/ 190611 w 1419837"/>
                  <a:gd name="connsiteY40" fmla="*/ 942975 h 2181225"/>
                  <a:gd name="connsiteX41" fmla="*/ 209661 w 1419837"/>
                  <a:gd name="connsiteY41" fmla="*/ 1047750 h 2181225"/>
                  <a:gd name="connsiteX42" fmla="*/ 228711 w 1419837"/>
                  <a:gd name="connsiteY42" fmla="*/ 1085850 h 2181225"/>
                  <a:gd name="connsiteX43" fmla="*/ 238236 w 1419837"/>
                  <a:gd name="connsiteY43" fmla="*/ 1152525 h 2181225"/>
                  <a:gd name="connsiteX44" fmla="*/ 247761 w 1419837"/>
                  <a:gd name="connsiteY44" fmla="*/ 1200150 h 2181225"/>
                  <a:gd name="connsiteX45" fmla="*/ 276336 w 1419837"/>
                  <a:gd name="connsiteY45" fmla="*/ 1352550 h 2181225"/>
                  <a:gd name="connsiteX46" fmla="*/ 304911 w 1419837"/>
                  <a:gd name="connsiteY46" fmla="*/ 1390650 h 2181225"/>
                  <a:gd name="connsiteX47" fmla="*/ 314436 w 1419837"/>
                  <a:gd name="connsiteY47" fmla="*/ 1419225 h 2181225"/>
                  <a:gd name="connsiteX48" fmla="*/ 323961 w 1419837"/>
                  <a:gd name="connsiteY48" fmla="*/ 1476375 h 2181225"/>
                  <a:gd name="connsiteX49" fmla="*/ 343011 w 1419837"/>
                  <a:gd name="connsiteY49" fmla="*/ 1504950 h 2181225"/>
                  <a:gd name="connsiteX50" fmla="*/ 362061 w 1419837"/>
                  <a:gd name="connsiteY50" fmla="*/ 1571625 h 2181225"/>
                  <a:gd name="connsiteX51" fmla="*/ 371586 w 1419837"/>
                  <a:gd name="connsiteY51" fmla="*/ 1600200 h 2181225"/>
                  <a:gd name="connsiteX52" fmla="*/ 381111 w 1419837"/>
                  <a:gd name="connsiteY52" fmla="*/ 1638300 h 2181225"/>
                  <a:gd name="connsiteX53" fmla="*/ 400161 w 1419837"/>
                  <a:gd name="connsiteY53" fmla="*/ 1685925 h 2181225"/>
                  <a:gd name="connsiteX54" fmla="*/ 428736 w 1419837"/>
                  <a:gd name="connsiteY54" fmla="*/ 1771650 h 2181225"/>
                  <a:gd name="connsiteX55" fmla="*/ 438261 w 1419837"/>
                  <a:gd name="connsiteY55" fmla="*/ 1800225 h 2181225"/>
                  <a:gd name="connsiteX56" fmla="*/ 447786 w 1419837"/>
                  <a:gd name="connsiteY56" fmla="*/ 1828800 h 2181225"/>
                  <a:gd name="connsiteX57" fmla="*/ 476361 w 1419837"/>
                  <a:gd name="connsiteY57" fmla="*/ 1924050 h 2181225"/>
                  <a:gd name="connsiteX58" fmla="*/ 485886 w 1419837"/>
                  <a:gd name="connsiteY58" fmla="*/ 1952625 h 2181225"/>
                  <a:gd name="connsiteX59" fmla="*/ 495411 w 1419837"/>
                  <a:gd name="connsiteY59" fmla="*/ 1981200 h 2181225"/>
                  <a:gd name="connsiteX60" fmla="*/ 514461 w 1419837"/>
                  <a:gd name="connsiteY60" fmla="*/ 2066925 h 2181225"/>
                  <a:gd name="connsiteX61" fmla="*/ 523986 w 1419837"/>
                  <a:gd name="connsiteY61" fmla="*/ 2095500 h 2181225"/>
                  <a:gd name="connsiteX62" fmla="*/ 543036 w 1419837"/>
                  <a:gd name="connsiteY62" fmla="*/ 2124075 h 2181225"/>
                  <a:gd name="connsiteX63" fmla="*/ 600186 w 1419837"/>
                  <a:gd name="connsiteY63" fmla="*/ 2181225 h 2181225"/>
                  <a:gd name="connsiteX64" fmla="*/ 809736 w 1419837"/>
                  <a:gd name="connsiteY64" fmla="*/ 2171700 h 2181225"/>
                  <a:gd name="connsiteX65" fmla="*/ 838311 w 1419837"/>
                  <a:gd name="connsiteY65" fmla="*/ 2162175 h 2181225"/>
                  <a:gd name="connsiteX66" fmla="*/ 885936 w 1419837"/>
                  <a:gd name="connsiteY66" fmla="*/ 2076450 h 2181225"/>
                  <a:gd name="connsiteX67" fmla="*/ 914511 w 1419837"/>
                  <a:gd name="connsiteY67" fmla="*/ 1790700 h 2181225"/>
                  <a:gd name="connsiteX68" fmla="*/ 943086 w 1419837"/>
                  <a:gd name="connsiteY68" fmla="*/ 1704975 h 2181225"/>
                  <a:gd name="connsiteX69" fmla="*/ 952611 w 1419837"/>
                  <a:gd name="connsiteY69" fmla="*/ 1676400 h 2181225"/>
                  <a:gd name="connsiteX70" fmla="*/ 990711 w 1419837"/>
                  <a:gd name="connsiteY70" fmla="*/ 1619250 h 2181225"/>
                  <a:gd name="connsiteX71" fmla="*/ 1038336 w 1419837"/>
                  <a:gd name="connsiteY71" fmla="*/ 1533525 h 2181225"/>
                  <a:gd name="connsiteX72" fmla="*/ 1076436 w 1419837"/>
                  <a:gd name="connsiteY72" fmla="*/ 1476375 h 2181225"/>
                  <a:gd name="connsiteX73" fmla="*/ 1095486 w 1419837"/>
                  <a:gd name="connsiteY73" fmla="*/ 1447800 h 2181225"/>
                  <a:gd name="connsiteX74" fmla="*/ 1124061 w 1419837"/>
                  <a:gd name="connsiteY74" fmla="*/ 1428750 h 2181225"/>
                  <a:gd name="connsiteX75" fmla="*/ 1143111 w 1419837"/>
                  <a:gd name="connsiteY75" fmla="*/ 1400175 h 2181225"/>
                  <a:gd name="connsiteX76" fmla="*/ 1200261 w 1419837"/>
                  <a:gd name="connsiteY76" fmla="*/ 1362075 h 2181225"/>
                  <a:gd name="connsiteX77" fmla="*/ 1219311 w 1419837"/>
                  <a:gd name="connsiteY77" fmla="*/ 1333500 h 2181225"/>
                  <a:gd name="connsiteX78" fmla="*/ 1314561 w 1419837"/>
                  <a:gd name="connsiteY78" fmla="*/ 1304925 h 2181225"/>
                  <a:gd name="connsiteX79" fmla="*/ 1409811 w 1419837"/>
                  <a:gd name="connsiteY79" fmla="*/ 1238250 h 2181225"/>
                  <a:gd name="connsiteX0" fmla="*/ 1409811 w 1419837"/>
                  <a:gd name="connsiteY0" fmla="*/ 1268584 h 2211559"/>
                  <a:gd name="connsiteX1" fmla="*/ 1409811 w 1419837"/>
                  <a:gd name="connsiteY1" fmla="*/ 1268584 h 2211559"/>
                  <a:gd name="connsiteX2" fmla="*/ 1409811 w 1419837"/>
                  <a:gd name="connsiteY2" fmla="*/ 1059034 h 2211559"/>
                  <a:gd name="connsiteX3" fmla="*/ 1390761 w 1419837"/>
                  <a:gd name="connsiteY3" fmla="*/ 1001884 h 2211559"/>
                  <a:gd name="connsiteX4" fmla="*/ 1381236 w 1419837"/>
                  <a:gd name="connsiteY4" fmla="*/ 944734 h 2211559"/>
                  <a:gd name="connsiteX5" fmla="*/ 1371711 w 1419837"/>
                  <a:gd name="connsiteY5" fmla="*/ 792334 h 2211559"/>
                  <a:gd name="connsiteX6" fmla="*/ 1352661 w 1419837"/>
                  <a:gd name="connsiteY6" fmla="*/ 744709 h 2211559"/>
                  <a:gd name="connsiteX7" fmla="*/ 1333611 w 1419837"/>
                  <a:gd name="connsiteY7" fmla="*/ 620884 h 2211559"/>
                  <a:gd name="connsiteX8" fmla="*/ 1314561 w 1419837"/>
                  <a:gd name="connsiteY8" fmla="*/ 582784 h 2211559"/>
                  <a:gd name="connsiteX9" fmla="*/ 1295511 w 1419837"/>
                  <a:gd name="connsiteY9" fmla="*/ 449434 h 2211559"/>
                  <a:gd name="connsiteX10" fmla="*/ 1276461 w 1419837"/>
                  <a:gd name="connsiteY10" fmla="*/ 382759 h 2211559"/>
                  <a:gd name="connsiteX11" fmla="*/ 1266936 w 1419837"/>
                  <a:gd name="connsiteY11" fmla="*/ 344659 h 2211559"/>
                  <a:gd name="connsiteX12" fmla="*/ 1228836 w 1419837"/>
                  <a:gd name="connsiteY12" fmla="*/ 287509 h 2211559"/>
                  <a:gd name="connsiteX13" fmla="*/ 1171686 w 1419837"/>
                  <a:gd name="connsiteY13" fmla="*/ 249409 h 2211559"/>
                  <a:gd name="connsiteX14" fmla="*/ 1152636 w 1419837"/>
                  <a:gd name="connsiteY14" fmla="*/ 220834 h 2211559"/>
                  <a:gd name="connsiteX15" fmla="*/ 1143111 w 1419837"/>
                  <a:gd name="connsiteY15" fmla="*/ 192259 h 2211559"/>
                  <a:gd name="connsiteX16" fmla="*/ 1114536 w 1419837"/>
                  <a:gd name="connsiteY16" fmla="*/ 182734 h 2211559"/>
                  <a:gd name="connsiteX17" fmla="*/ 1105011 w 1419837"/>
                  <a:gd name="connsiteY17" fmla="*/ 154159 h 2211559"/>
                  <a:gd name="connsiteX18" fmla="*/ 1047861 w 1419837"/>
                  <a:gd name="connsiteY18" fmla="*/ 116059 h 2211559"/>
                  <a:gd name="connsiteX19" fmla="*/ 1009761 w 1419837"/>
                  <a:gd name="connsiteY19" fmla="*/ 87484 h 2211559"/>
                  <a:gd name="connsiteX20" fmla="*/ 990711 w 1419837"/>
                  <a:gd name="connsiteY20" fmla="*/ 58909 h 2211559"/>
                  <a:gd name="connsiteX21" fmla="*/ 933561 w 1419837"/>
                  <a:gd name="connsiteY21" fmla="*/ 30334 h 2211559"/>
                  <a:gd name="connsiteX22" fmla="*/ 654161 w 1419837"/>
                  <a:gd name="connsiteY22" fmla="*/ 1759 h 2211559"/>
                  <a:gd name="connsiteX23" fmla="*/ 371586 w 1419837"/>
                  <a:gd name="connsiteY23" fmla="*/ 87484 h 2211559"/>
                  <a:gd name="connsiteX24" fmla="*/ 343011 w 1419837"/>
                  <a:gd name="connsiteY24" fmla="*/ 97009 h 2211559"/>
                  <a:gd name="connsiteX25" fmla="*/ 323961 w 1419837"/>
                  <a:gd name="connsiteY25" fmla="*/ 125584 h 2211559"/>
                  <a:gd name="connsiteX26" fmla="*/ 266811 w 1419837"/>
                  <a:gd name="connsiteY26" fmla="*/ 144634 h 2211559"/>
                  <a:gd name="connsiteX27" fmla="*/ 219186 w 1419837"/>
                  <a:gd name="connsiteY27" fmla="*/ 182734 h 2211559"/>
                  <a:gd name="connsiteX28" fmla="*/ 162036 w 1419837"/>
                  <a:gd name="connsiteY28" fmla="*/ 220834 h 2211559"/>
                  <a:gd name="connsiteX29" fmla="*/ 95361 w 1419837"/>
                  <a:gd name="connsiteY29" fmla="*/ 287509 h 2211559"/>
                  <a:gd name="connsiteX30" fmla="*/ 66786 w 1419837"/>
                  <a:gd name="connsiteY30" fmla="*/ 344659 h 2211559"/>
                  <a:gd name="connsiteX31" fmla="*/ 9636 w 1419837"/>
                  <a:gd name="connsiteY31" fmla="*/ 382759 h 2211559"/>
                  <a:gd name="connsiteX32" fmla="*/ 111 w 1419837"/>
                  <a:gd name="connsiteY32" fmla="*/ 411334 h 2211559"/>
                  <a:gd name="connsiteX33" fmla="*/ 38211 w 1419837"/>
                  <a:gd name="connsiteY33" fmla="*/ 506584 h 2211559"/>
                  <a:gd name="connsiteX34" fmla="*/ 47736 w 1419837"/>
                  <a:gd name="connsiteY34" fmla="*/ 554209 h 2211559"/>
                  <a:gd name="connsiteX35" fmla="*/ 57261 w 1419837"/>
                  <a:gd name="connsiteY35" fmla="*/ 582784 h 2211559"/>
                  <a:gd name="connsiteX36" fmla="*/ 66786 w 1419837"/>
                  <a:gd name="connsiteY36" fmla="*/ 630409 h 2211559"/>
                  <a:gd name="connsiteX37" fmla="*/ 85836 w 1419837"/>
                  <a:gd name="connsiteY37" fmla="*/ 697084 h 2211559"/>
                  <a:gd name="connsiteX38" fmla="*/ 114411 w 1419837"/>
                  <a:gd name="connsiteY38" fmla="*/ 782809 h 2211559"/>
                  <a:gd name="connsiteX39" fmla="*/ 152511 w 1419837"/>
                  <a:gd name="connsiteY39" fmla="*/ 887584 h 2211559"/>
                  <a:gd name="connsiteX40" fmla="*/ 190611 w 1419837"/>
                  <a:gd name="connsiteY40" fmla="*/ 973309 h 2211559"/>
                  <a:gd name="connsiteX41" fmla="*/ 209661 w 1419837"/>
                  <a:gd name="connsiteY41" fmla="*/ 1078084 h 2211559"/>
                  <a:gd name="connsiteX42" fmla="*/ 228711 w 1419837"/>
                  <a:gd name="connsiteY42" fmla="*/ 1116184 h 2211559"/>
                  <a:gd name="connsiteX43" fmla="*/ 238236 w 1419837"/>
                  <a:gd name="connsiteY43" fmla="*/ 1182859 h 2211559"/>
                  <a:gd name="connsiteX44" fmla="*/ 247761 w 1419837"/>
                  <a:gd name="connsiteY44" fmla="*/ 1230484 h 2211559"/>
                  <a:gd name="connsiteX45" fmla="*/ 276336 w 1419837"/>
                  <a:gd name="connsiteY45" fmla="*/ 1382884 h 2211559"/>
                  <a:gd name="connsiteX46" fmla="*/ 304911 w 1419837"/>
                  <a:gd name="connsiteY46" fmla="*/ 1420984 h 2211559"/>
                  <a:gd name="connsiteX47" fmla="*/ 314436 w 1419837"/>
                  <a:gd name="connsiteY47" fmla="*/ 1449559 h 2211559"/>
                  <a:gd name="connsiteX48" fmla="*/ 323961 w 1419837"/>
                  <a:gd name="connsiteY48" fmla="*/ 1506709 h 2211559"/>
                  <a:gd name="connsiteX49" fmla="*/ 343011 w 1419837"/>
                  <a:gd name="connsiteY49" fmla="*/ 1535284 h 2211559"/>
                  <a:gd name="connsiteX50" fmla="*/ 362061 w 1419837"/>
                  <a:gd name="connsiteY50" fmla="*/ 1601959 h 2211559"/>
                  <a:gd name="connsiteX51" fmla="*/ 371586 w 1419837"/>
                  <a:gd name="connsiteY51" fmla="*/ 1630534 h 2211559"/>
                  <a:gd name="connsiteX52" fmla="*/ 381111 w 1419837"/>
                  <a:gd name="connsiteY52" fmla="*/ 1668634 h 2211559"/>
                  <a:gd name="connsiteX53" fmla="*/ 400161 w 1419837"/>
                  <a:gd name="connsiteY53" fmla="*/ 1716259 h 2211559"/>
                  <a:gd name="connsiteX54" fmla="*/ 428736 w 1419837"/>
                  <a:gd name="connsiteY54" fmla="*/ 1801984 h 2211559"/>
                  <a:gd name="connsiteX55" fmla="*/ 438261 w 1419837"/>
                  <a:gd name="connsiteY55" fmla="*/ 1830559 h 2211559"/>
                  <a:gd name="connsiteX56" fmla="*/ 447786 w 1419837"/>
                  <a:gd name="connsiteY56" fmla="*/ 1859134 h 2211559"/>
                  <a:gd name="connsiteX57" fmla="*/ 476361 w 1419837"/>
                  <a:gd name="connsiteY57" fmla="*/ 1954384 h 2211559"/>
                  <a:gd name="connsiteX58" fmla="*/ 485886 w 1419837"/>
                  <a:gd name="connsiteY58" fmla="*/ 1982959 h 2211559"/>
                  <a:gd name="connsiteX59" fmla="*/ 495411 w 1419837"/>
                  <a:gd name="connsiteY59" fmla="*/ 2011534 h 2211559"/>
                  <a:gd name="connsiteX60" fmla="*/ 514461 w 1419837"/>
                  <a:gd name="connsiteY60" fmla="*/ 2097259 h 2211559"/>
                  <a:gd name="connsiteX61" fmla="*/ 523986 w 1419837"/>
                  <a:gd name="connsiteY61" fmla="*/ 2125834 h 2211559"/>
                  <a:gd name="connsiteX62" fmla="*/ 543036 w 1419837"/>
                  <a:gd name="connsiteY62" fmla="*/ 2154409 h 2211559"/>
                  <a:gd name="connsiteX63" fmla="*/ 600186 w 1419837"/>
                  <a:gd name="connsiteY63" fmla="*/ 2211559 h 2211559"/>
                  <a:gd name="connsiteX64" fmla="*/ 809736 w 1419837"/>
                  <a:gd name="connsiteY64" fmla="*/ 2202034 h 2211559"/>
                  <a:gd name="connsiteX65" fmla="*/ 838311 w 1419837"/>
                  <a:gd name="connsiteY65" fmla="*/ 2192509 h 2211559"/>
                  <a:gd name="connsiteX66" fmla="*/ 885936 w 1419837"/>
                  <a:gd name="connsiteY66" fmla="*/ 2106784 h 2211559"/>
                  <a:gd name="connsiteX67" fmla="*/ 914511 w 1419837"/>
                  <a:gd name="connsiteY67" fmla="*/ 1821034 h 2211559"/>
                  <a:gd name="connsiteX68" fmla="*/ 943086 w 1419837"/>
                  <a:gd name="connsiteY68" fmla="*/ 1735309 h 2211559"/>
                  <a:gd name="connsiteX69" fmla="*/ 952611 w 1419837"/>
                  <a:gd name="connsiteY69" fmla="*/ 1706734 h 2211559"/>
                  <a:gd name="connsiteX70" fmla="*/ 990711 w 1419837"/>
                  <a:gd name="connsiteY70" fmla="*/ 1649584 h 2211559"/>
                  <a:gd name="connsiteX71" fmla="*/ 1038336 w 1419837"/>
                  <a:gd name="connsiteY71" fmla="*/ 1563859 h 2211559"/>
                  <a:gd name="connsiteX72" fmla="*/ 1076436 w 1419837"/>
                  <a:gd name="connsiteY72" fmla="*/ 1506709 h 2211559"/>
                  <a:gd name="connsiteX73" fmla="*/ 1095486 w 1419837"/>
                  <a:gd name="connsiteY73" fmla="*/ 1478134 h 2211559"/>
                  <a:gd name="connsiteX74" fmla="*/ 1124061 w 1419837"/>
                  <a:gd name="connsiteY74" fmla="*/ 1459084 h 2211559"/>
                  <a:gd name="connsiteX75" fmla="*/ 1143111 w 1419837"/>
                  <a:gd name="connsiteY75" fmla="*/ 1430509 h 2211559"/>
                  <a:gd name="connsiteX76" fmla="*/ 1200261 w 1419837"/>
                  <a:gd name="connsiteY76" fmla="*/ 1392409 h 2211559"/>
                  <a:gd name="connsiteX77" fmla="*/ 1219311 w 1419837"/>
                  <a:gd name="connsiteY77" fmla="*/ 1363834 h 2211559"/>
                  <a:gd name="connsiteX78" fmla="*/ 1314561 w 1419837"/>
                  <a:gd name="connsiteY78" fmla="*/ 1335259 h 2211559"/>
                  <a:gd name="connsiteX79" fmla="*/ 1409811 w 1419837"/>
                  <a:gd name="connsiteY79" fmla="*/ 1268584 h 2211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419837" h="2211559">
                    <a:moveTo>
                      <a:pt x="1409811" y="1268584"/>
                    </a:moveTo>
                    <a:lnTo>
                      <a:pt x="1409811" y="1268584"/>
                    </a:lnTo>
                    <a:cubicBezTo>
                      <a:pt x="1419330" y="1173396"/>
                      <a:pt x="1426551" y="1159476"/>
                      <a:pt x="1409811" y="1059034"/>
                    </a:cubicBezTo>
                    <a:cubicBezTo>
                      <a:pt x="1406510" y="1039227"/>
                      <a:pt x="1394062" y="1021691"/>
                      <a:pt x="1390761" y="1001884"/>
                    </a:cubicBezTo>
                    <a:lnTo>
                      <a:pt x="1381236" y="944734"/>
                    </a:lnTo>
                    <a:cubicBezTo>
                      <a:pt x="1378061" y="893934"/>
                      <a:pt x="1378909" y="842722"/>
                      <a:pt x="1371711" y="792334"/>
                    </a:cubicBezTo>
                    <a:cubicBezTo>
                      <a:pt x="1369293" y="775408"/>
                      <a:pt x="1356506" y="761369"/>
                      <a:pt x="1352661" y="744709"/>
                    </a:cubicBezTo>
                    <a:cubicBezTo>
                      <a:pt x="1343909" y="706783"/>
                      <a:pt x="1346397" y="659243"/>
                      <a:pt x="1333611" y="620884"/>
                    </a:cubicBezTo>
                    <a:cubicBezTo>
                      <a:pt x="1329121" y="607414"/>
                      <a:pt x="1320911" y="595484"/>
                      <a:pt x="1314561" y="582784"/>
                    </a:cubicBezTo>
                    <a:cubicBezTo>
                      <a:pt x="1308708" y="535960"/>
                      <a:pt x="1304666" y="495211"/>
                      <a:pt x="1295511" y="449434"/>
                    </a:cubicBezTo>
                    <a:cubicBezTo>
                      <a:pt x="1285585" y="399806"/>
                      <a:pt x="1288565" y="425124"/>
                      <a:pt x="1276461" y="382759"/>
                    </a:cubicBezTo>
                    <a:cubicBezTo>
                      <a:pt x="1272865" y="370172"/>
                      <a:pt x="1272790" y="356368"/>
                      <a:pt x="1266936" y="344659"/>
                    </a:cubicBezTo>
                    <a:cubicBezTo>
                      <a:pt x="1256697" y="324181"/>
                      <a:pt x="1247886" y="300209"/>
                      <a:pt x="1228836" y="287509"/>
                    </a:cubicBezTo>
                    <a:lnTo>
                      <a:pt x="1171686" y="249409"/>
                    </a:lnTo>
                    <a:cubicBezTo>
                      <a:pt x="1165336" y="239884"/>
                      <a:pt x="1157756" y="231073"/>
                      <a:pt x="1152636" y="220834"/>
                    </a:cubicBezTo>
                    <a:cubicBezTo>
                      <a:pt x="1148146" y="211854"/>
                      <a:pt x="1150211" y="199359"/>
                      <a:pt x="1143111" y="192259"/>
                    </a:cubicBezTo>
                    <a:cubicBezTo>
                      <a:pt x="1136011" y="185159"/>
                      <a:pt x="1124061" y="185909"/>
                      <a:pt x="1114536" y="182734"/>
                    </a:cubicBezTo>
                    <a:cubicBezTo>
                      <a:pt x="1111361" y="173209"/>
                      <a:pt x="1112111" y="161259"/>
                      <a:pt x="1105011" y="154159"/>
                    </a:cubicBezTo>
                    <a:cubicBezTo>
                      <a:pt x="1088822" y="137970"/>
                      <a:pt x="1066177" y="129796"/>
                      <a:pt x="1047861" y="116059"/>
                    </a:cubicBezTo>
                    <a:cubicBezTo>
                      <a:pt x="1035161" y="106534"/>
                      <a:pt x="1020986" y="98709"/>
                      <a:pt x="1009761" y="87484"/>
                    </a:cubicBezTo>
                    <a:cubicBezTo>
                      <a:pt x="1001666" y="79389"/>
                      <a:pt x="998806" y="67004"/>
                      <a:pt x="990711" y="58909"/>
                    </a:cubicBezTo>
                    <a:cubicBezTo>
                      <a:pt x="972247" y="40445"/>
                      <a:pt x="989653" y="39859"/>
                      <a:pt x="933561" y="30334"/>
                    </a:cubicBezTo>
                    <a:cubicBezTo>
                      <a:pt x="877469" y="20809"/>
                      <a:pt x="825403" y="-7254"/>
                      <a:pt x="654161" y="1759"/>
                    </a:cubicBezTo>
                    <a:cubicBezTo>
                      <a:pt x="623574" y="3369"/>
                      <a:pt x="423444" y="71609"/>
                      <a:pt x="371586" y="87484"/>
                    </a:cubicBezTo>
                    <a:cubicBezTo>
                      <a:pt x="319728" y="103359"/>
                      <a:pt x="352536" y="93834"/>
                      <a:pt x="343011" y="97009"/>
                    </a:cubicBezTo>
                    <a:cubicBezTo>
                      <a:pt x="336661" y="106534"/>
                      <a:pt x="333669" y="119517"/>
                      <a:pt x="323961" y="125584"/>
                    </a:cubicBezTo>
                    <a:cubicBezTo>
                      <a:pt x="306933" y="136227"/>
                      <a:pt x="266811" y="144634"/>
                      <a:pt x="266811" y="144634"/>
                    </a:cubicBezTo>
                    <a:cubicBezTo>
                      <a:pt x="231612" y="197432"/>
                      <a:pt x="267900" y="155671"/>
                      <a:pt x="219186" y="182734"/>
                    </a:cubicBezTo>
                    <a:cubicBezTo>
                      <a:pt x="199172" y="193853"/>
                      <a:pt x="162036" y="220834"/>
                      <a:pt x="162036" y="220834"/>
                    </a:cubicBezTo>
                    <a:cubicBezTo>
                      <a:pt x="118367" y="286338"/>
                      <a:pt x="145656" y="270744"/>
                      <a:pt x="95361" y="287509"/>
                    </a:cubicBezTo>
                    <a:cubicBezTo>
                      <a:pt x="88567" y="307892"/>
                      <a:pt x="84164" y="329453"/>
                      <a:pt x="66786" y="344659"/>
                    </a:cubicBezTo>
                    <a:cubicBezTo>
                      <a:pt x="49556" y="359736"/>
                      <a:pt x="9636" y="382759"/>
                      <a:pt x="9636" y="382759"/>
                    </a:cubicBezTo>
                    <a:cubicBezTo>
                      <a:pt x="6461" y="392284"/>
                      <a:pt x="-998" y="401355"/>
                      <a:pt x="111" y="411334"/>
                    </a:cubicBezTo>
                    <a:cubicBezTo>
                      <a:pt x="3474" y="441600"/>
                      <a:pt x="24448" y="479058"/>
                      <a:pt x="38211" y="506584"/>
                    </a:cubicBezTo>
                    <a:cubicBezTo>
                      <a:pt x="41386" y="522459"/>
                      <a:pt x="43809" y="538503"/>
                      <a:pt x="47736" y="554209"/>
                    </a:cubicBezTo>
                    <a:cubicBezTo>
                      <a:pt x="50171" y="563949"/>
                      <a:pt x="54826" y="573044"/>
                      <a:pt x="57261" y="582784"/>
                    </a:cubicBezTo>
                    <a:cubicBezTo>
                      <a:pt x="61188" y="598490"/>
                      <a:pt x="62859" y="614703"/>
                      <a:pt x="66786" y="630409"/>
                    </a:cubicBezTo>
                    <a:cubicBezTo>
                      <a:pt x="72392" y="652833"/>
                      <a:pt x="80639" y="674562"/>
                      <a:pt x="85836" y="697084"/>
                    </a:cubicBezTo>
                    <a:cubicBezTo>
                      <a:pt x="103953" y="775591"/>
                      <a:pt x="80671" y="732199"/>
                      <a:pt x="114411" y="782809"/>
                    </a:cubicBezTo>
                    <a:cubicBezTo>
                      <a:pt x="133558" y="878543"/>
                      <a:pt x="109533" y="780139"/>
                      <a:pt x="152511" y="887584"/>
                    </a:cubicBezTo>
                    <a:cubicBezTo>
                      <a:pt x="191753" y="985690"/>
                      <a:pt x="119624" y="854998"/>
                      <a:pt x="190611" y="973309"/>
                    </a:cubicBezTo>
                    <a:cubicBezTo>
                      <a:pt x="192210" y="982904"/>
                      <a:pt x="205223" y="1064771"/>
                      <a:pt x="209661" y="1078084"/>
                    </a:cubicBezTo>
                    <a:cubicBezTo>
                      <a:pt x="214151" y="1091554"/>
                      <a:pt x="222361" y="1103484"/>
                      <a:pt x="228711" y="1116184"/>
                    </a:cubicBezTo>
                    <a:cubicBezTo>
                      <a:pt x="231886" y="1138409"/>
                      <a:pt x="234545" y="1160714"/>
                      <a:pt x="238236" y="1182859"/>
                    </a:cubicBezTo>
                    <a:cubicBezTo>
                      <a:pt x="240898" y="1198828"/>
                      <a:pt x="245299" y="1214483"/>
                      <a:pt x="247761" y="1230484"/>
                    </a:cubicBezTo>
                    <a:cubicBezTo>
                      <a:pt x="255569" y="1281238"/>
                      <a:pt x="256155" y="1334450"/>
                      <a:pt x="276336" y="1382884"/>
                    </a:cubicBezTo>
                    <a:cubicBezTo>
                      <a:pt x="282442" y="1397538"/>
                      <a:pt x="295386" y="1408284"/>
                      <a:pt x="304911" y="1420984"/>
                    </a:cubicBezTo>
                    <a:cubicBezTo>
                      <a:pt x="308086" y="1430509"/>
                      <a:pt x="312258" y="1439758"/>
                      <a:pt x="314436" y="1449559"/>
                    </a:cubicBezTo>
                    <a:cubicBezTo>
                      <a:pt x="318626" y="1468412"/>
                      <a:pt x="317854" y="1488387"/>
                      <a:pt x="323961" y="1506709"/>
                    </a:cubicBezTo>
                    <a:cubicBezTo>
                      <a:pt x="327581" y="1517569"/>
                      <a:pt x="337891" y="1525045"/>
                      <a:pt x="343011" y="1535284"/>
                    </a:cubicBezTo>
                    <a:cubicBezTo>
                      <a:pt x="350624" y="1550509"/>
                      <a:pt x="357992" y="1587717"/>
                      <a:pt x="362061" y="1601959"/>
                    </a:cubicBezTo>
                    <a:cubicBezTo>
                      <a:pt x="364819" y="1611613"/>
                      <a:pt x="368828" y="1620880"/>
                      <a:pt x="371586" y="1630534"/>
                    </a:cubicBezTo>
                    <a:cubicBezTo>
                      <a:pt x="375182" y="1643121"/>
                      <a:pt x="376971" y="1656215"/>
                      <a:pt x="381111" y="1668634"/>
                    </a:cubicBezTo>
                    <a:cubicBezTo>
                      <a:pt x="386518" y="1684854"/>
                      <a:pt x="394410" y="1700157"/>
                      <a:pt x="400161" y="1716259"/>
                    </a:cubicBezTo>
                    <a:cubicBezTo>
                      <a:pt x="410292" y="1744625"/>
                      <a:pt x="419211" y="1773409"/>
                      <a:pt x="428736" y="1801984"/>
                    </a:cubicBezTo>
                    <a:lnTo>
                      <a:pt x="438261" y="1830559"/>
                    </a:lnTo>
                    <a:cubicBezTo>
                      <a:pt x="441436" y="1840084"/>
                      <a:pt x="445351" y="1849394"/>
                      <a:pt x="447786" y="1859134"/>
                    </a:cubicBezTo>
                    <a:cubicBezTo>
                      <a:pt x="462181" y="1916715"/>
                      <a:pt x="453171" y="1884815"/>
                      <a:pt x="476361" y="1954384"/>
                    </a:cubicBezTo>
                    <a:lnTo>
                      <a:pt x="485886" y="1982959"/>
                    </a:lnTo>
                    <a:cubicBezTo>
                      <a:pt x="489061" y="1992484"/>
                      <a:pt x="493442" y="2001689"/>
                      <a:pt x="495411" y="2011534"/>
                    </a:cubicBezTo>
                    <a:cubicBezTo>
                      <a:pt x="501958" y="2044270"/>
                      <a:pt x="505493" y="2065872"/>
                      <a:pt x="514461" y="2097259"/>
                    </a:cubicBezTo>
                    <a:cubicBezTo>
                      <a:pt x="517219" y="2106913"/>
                      <a:pt x="519496" y="2116854"/>
                      <a:pt x="523986" y="2125834"/>
                    </a:cubicBezTo>
                    <a:cubicBezTo>
                      <a:pt x="529106" y="2136073"/>
                      <a:pt x="535431" y="2145853"/>
                      <a:pt x="543036" y="2154409"/>
                    </a:cubicBezTo>
                    <a:cubicBezTo>
                      <a:pt x="560934" y="2174545"/>
                      <a:pt x="600186" y="2211559"/>
                      <a:pt x="600186" y="2211559"/>
                    </a:cubicBezTo>
                    <a:cubicBezTo>
                      <a:pt x="670036" y="2208384"/>
                      <a:pt x="740037" y="2207610"/>
                      <a:pt x="809736" y="2202034"/>
                    </a:cubicBezTo>
                    <a:cubicBezTo>
                      <a:pt x="819744" y="2201233"/>
                      <a:pt x="831211" y="2199609"/>
                      <a:pt x="838311" y="2192509"/>
                    </a:cubicBezTo>
                    <a:cubicBezTo>
                      <a:pt x="871063" y="2159757"/>
                      <a:pt x="873958" y="2142717"/>
                      <a:pt x="885936" y="2106784"/>
                    </a:cubicBezTo>
                    <a:cubicBezTo>
                      <a:pt x="889921" y="2058967"/>
                      <a:pt x="906754" y="1844306"/>
                      <a:pt x="914511" y="1821034"/>
                    </a:cubicBezTo>
                    <a:lnTo>
                      <a:pt x="943086" y="1735309"/>
                    </a:lnTo>
                    <a:cubicBezTo>
                      <a:pt x="946261" y="1725784"/>
                      <a:pt x="947042" y="1715088"/>
                      <a:pt x="952611" y="1706734"/>
                    </a:cubicBezTo>
                    <a:cubicBezTo>
                      <a:pt x="965311" y="1687684"/>
                      <a:pt x="983471" y="1671304"/>
                      <a:pt x="990711" y="1649584"/>
                    </a:cubicBezTo>
                    <a:cubicBezTo>
                      <a:pt x="1007476" y="1599289"/>
                      <a:pt x="994667" y="1629363"/>
                      <a:pt x="1038336" y="1563859"/>
                    </a:cubicBezTo>
                    <a:lnTo>
                      <a:pt x="1076436" y="1506709"/>
                    </a:lnTo>
                    <a:cubicBezTo>
                      <a:pt x="1082786" y="1497184"/>
                      <a:pt x="1085961" y="1484484"/>
                      <a:pt x="1095486" y="1478134"/>
                    </a:cubicBezTo>
                    <a:lnTo>
                      <a:pt x="1124061" y="1459084"/>
                    </a:lnTo>
                    <a:cubicBezTo>
                      <a:pt x="1130411" y="1449559"/>
                      <a:pt x="1134496" y="1438047"/>
                      <a:pt x="1143111" y="1430509"/>
                    </a:cubicBezTo>
                    <a:cubicBezTo>
                      <a:pt x="1160341" y="1415432"/>
                      <a:pt x="1200261" y="1392409"/>
                      <a:pt x="1200261" y="1392409"/>
                    </a:cubicBezTo>
                    <a:cubicBezTo>
                      <a:pt x="1206611" y="1382884"/>
                      <a:pt x="1209603" y="1369901"/>
                      <a:pt x="1219311" y="1363834"/>
                    </a:cubicBezTo>
                    <a:cubicBezTo>
                      <a:pt x="1234771" y="1354172"/>
                      <a:pt x="1292255" y="1340835"/>
                      <a:pt x="1314561" y="1335259"/>
                    </a:cubicBezTo>
                    <a:cubicBezTo>
                      <a:pt x="1374353" y="1295398"/>
                      <a:pt x="1393936" y="1279697"/>
                      <a:pt x="1409811" y="1268584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537AC4A-B31C-452B-9C07-3A99325DA69C}"/>
                  </a:ext>
                </a:extLst>
              </p:cNvPr>
              <p:cNvSpPr/>
              <p:nvPr/>
            </p:nvSpPr>
            <p:spPr>
              <a:xfrm>
                <a:off x="5515625" y="3705085"/>
                <a:ext cx="1160749" cy="1848189"/>
              </a:xfrm>
              <a:custGeom>
                <a:avLst/>
                <a:gdLst>
                  <a:gd name="connsiteX0" fmla="*/ 1143475 w 1160749"/>
                  <a:gd name="connsiteY0" fmla="*/ 733425 h 1848189"/>
                  <a:gd name="connsiteX1" fmla="*/ 1105375 w 1160749"/>
                  <a:gd name="connsiteY1" fmla="*/ 628650 h 1848189"/>
                  <a:gd name="connsiteX2" fmla="*/ 1095850 w 1160749"/>
                  <a:gd name="connsiteY2" fmla="*/ 600075 h 1848189"/>
                  <a:gd name="connsiteX3" fmla="*/ 1086325 w 1160749"/>
                  <a:gd name="connsiteY3" fmla="*/ 571500 h 1848189"/>
                  <a:gd name="connsiteX4" fmla="*/ 1067275 w 1160749"/>
                  <a:gd name="connsiteY4" fmla="*/ 542925 h 1848189"/>
                  <a:gd name="connsiteX5" fmla="*/ 1057750 w 1160749"/>
                  <a:gd name="connsiteY5" fmla="*/ 514350 h 1848189"/>
                  <a:gd name="connsiteX6" fmla="*/ 991075 w 1160749"/>
                  <a:gd name="connsiteY6" fmla="*/ 438150 h 1848189"/>
                  <a:gd name="connsiteX7" fmla="*/ 914875 w 1160749"/>
                  <a:gd name="connsiteY7" fmla="*/ 352425 h 1848189"/>
                  <a:gd name="connsiteX8" fmla="*/ 886300 w 1160749"/>
                  <a:gd name="connsiteY8" fmla="*/ 323850 h 1848189"/>
                  <a:gd name="connsiteX9" fmla="*/ 848200 w 1160749"/>
                  <a:gd name="connsiteY9" fmla="*/ 314325 h 1848189"/>
                  <a:gd name="connsiteX10" fmla="*/ 810100 w 1160749"/>
                  <a:gd name="connsiteY10" fmla="*/ 266700 h 1848189"/>
                  <a:gd name="connsiteX11" fmla="*/ 724375 w 1160749"/>
                  <a:gd name="connsiteY11" fmla="*/ 200025 h 1848189"/>
                  <a:gd name="connsiteX12" fmla="*/ 676750 w 1160749"/>
                  <a:gd name="connsiteY12" fmla="*/ 161925 h 1848189"/>
                  <a:gd name="connsiteX13" fmla="*/ 657700 w 1160749"/>
                  <a:gd name="connsiteY13" fmla="*/ 133350 h 1848189"/>
                  <a:gd name="connsiteX14" fmla="*/ 600550 w 1160749"/>
                  <a:gd name="connsiteY14" fmla="*/ 95250 h 1848189"/>
                  <a:gd name="connsiteX15" fmla="*/ 571975 w 1160749"/>
                  <a:gd name="connsiteY15" fmla="*/ 66675 h 1848189"/>
                  <a:gd name="connsiteX16" fmla="*/ 543400 w 1160749"/>
                  <a:gd name="connsiteY16" fmla="*/ 57150 h 1848189"/>
                  <a:gd name="connsiteX17" fmla="*/ 467200 w 1160749"/>
                  <a:gd name="connsiteY17" fmla="*/ 9525 h 1848189"/>
                  <a:gd name="connsiteX18" fmla="*/ 438625 w 1160749"/>
                  <a:gd name="connsiteY18" fmla="*/ 0 h 1848189"/>
                  <a:gd name="connsiteX19" fmla="*/ 400525 w 1160749"/>
                  <a:gd name="connsiteY19" fmla="*/ 38100 h 1848189"/>
                  <a:gd name="connsiteX20" fmla="*/ 371950 w 1160749"/>
                  <a:gd name="connsiteY20" fmla="*/ 47625 h 1848189"/>
                  <a:gd name="connsiteX21" fmla="*/ 343375 w 1160749"/>
                  <a:gd name="connsiteY21" fmla="*/ 66675 h 1848189"/>
                  <a:gd name="connsiteX22" fmla="*/ 305275 w 1160749"/>
                  <a:gd name="connsiteY22" fmla="*/ 123825 h 1848189"/>
                  <a:gd name="connsiteX23" fmla="*/ 286225 w 1160749"/>
                  <a:gd name="connsiteY23" fmla="*/ 152400 h 1848189"/>
                  <a:gd name="connsiteX24" fmla="*/ 257650 w 1160749"/>
                  <a:gd name="connsiteY24" fmla="*/ 171450 h 1848189"/>
                  <a:gd name="connsiteX25" fmla="*/ 238600 w 1160749"/>
                  <a:gd name="connsiteY25" fmla="*/ 200025 h 1848189"/>
                  <a:gd name="connsiteX26" fmla="*/ 229075 w 1160749"/>
                  <a:gd name="connsiteY26" fmla="*/ 228600 h 1848189"/>
                  <a:gd name="connsiteX27" fmla="*/ 190975 w 1160749"/>
                  <a:gd name="connsiteY27" fmla="*/ 285750 h 1848189"/>
                  <a:gd name="connsiteX28" fmla="*/ 171925 w 1160749"/>
                  <a:gd name="connsiteY28" fmla="*/ 314325 h 1848189"/>
                  <a:gd name="connsiteX29" fmla="*/ 162400 w 1160749"/>
                  <a:gd name="connsiteY29" fmla="*/ 342900 h 1848189"/>
                  <a:gd name="connsiteX30" fmla="*/ 143350 w 1160749"/>
                  <a:gd name="connsiteY30" fmla="*/ 457200 h 1848189"/>
                  <a:gd name="connsiteX31" fmla="*/ 124300 w 1160749"/>
                  <a:gd name="connsiteY31" fmla="*/ 514350 h 1848189"/>
                  <a:gd name="connsiteX32" fmla="*/ 95725 w 1160749"/>
                  <a:gd name="connsiteY32" fmla="*/ 609600 h 1848189"/>
                  <a:gd name="connsiteX33" fmla="*/ 86200 w 1160749"/>
                  <a:gd name="connsiteY33" fmla="*/ 638175 h 1848189"/>
                  <a:gd name="connsiteX34" fmla="*/ 76675 w 1160749"/>
                  <a:gd name="connsiteY34" fmla="*/ 666750 h 1848189"/>
                  <a:gd name="connsiteX35" fmla="*/ 67150 w 1160749"/>
                  <a:gd name="connsiteY35" fmla="*/ 714375 h 1848189"/>
                  <a:gd name="connsiteX36" fmla="*/ 38575 w 1160749"/>
                  <a:gd name="connsiteY36" fmla="*/ 809625 h 1848189"/>
                  <a:gd name="connsiteX37" fmla="*/ 29050 w 1160749"/>
                  <a:gd name="connsiteY37" fmla="*/ 838200 h 1848189"/>
                  <a:gd name="connsiteX38" fmla="*/ 10000 w 1160749"/>
                  <a:gd name="connsiteY38" fmla="*/ 914400 h 1848189"/>
                  <a:gd name="connsiteX39" fmla="*/ 10000 w 1160749"/>
                  <a:gd name="connsiteY39" fmla="*/ 1257300 h 1848189"/>
                  <a:gd name="connsiteX40" fmla="*/ 48100 w 1160749"/>
                  <a:gd name="connsiteY40" fmla="*/ 1314450 h 1848189"/>
                  <a:gd name="connsiteX41" fmla="*/ 95725 w 1160749"/>
                  <a:gd name="connsiteY41" fmla="*/ 1371600 h 1848189"/>
                  <a:gd name="connsiteX42" fmla="*/ 124300 w 1160749"/>
                  <a:gd name="connsiteY42" fmla="*/ 1409700 h 1848189"/>
                  <a:gd name="connsiteX43" fmla="*/ 152875 w 1160749"/>
                  <a:gd name="connsiteY43" fmla="*/ 1428750 h 1848189"/>
                  <a:gd name="connsiteX44" fmla="*/ 210025 w 1160749"/>
                  <a:gd name="connsiteY44" fmla="*/ 1476375 h 1848189"/>
                  <a:gd name="connsiteX45" fmla="*/ 248125 w 1160749"/>
                  <a:gd name="connsiteY45" fmla="*/ 1533525 h 1848189"/>
                  <a:gd name="connsiteX46" fmla="*/ 267175 w 1160749"/>
                  <a:gd name="connsiteY46" fmla="*/ 1562100 h 1848189"/>
                  <a:gd name="connsiteX47" fmla="*/ 276700 w 1160749"/>
                  <a:gd name="connsiteY47" fmla="*/ 1590675 h 1848189"/>
                  <a:gd name="connsiteX48" fmla="*/ 305275 w 1160749"/>
                  <a:gd name="connsiteY48" fmla="*/ 1609725 h 1848189"/>
                  <a:gd name="connsiteX49" fmla="*/ 324325 w 1160749"/>
                  <a:gd name="connsiteY49" fmla="*/ 1638300 h 1848189"/>
                  <a:gd name="connsiteX50" fmla="*/ 352900 w 1160749"/>
                  <a:gd name="connsiteY50" fmla="*/ 1657350 h 1848189"/>
                  <a:gd name="connsiteX51" fmla="*/ 391000 w 1160749"/>
                  <a:gd name="connsiteY51" fmla="*/ 1695450 h 1848189"/>
                  <a:gd name="connsiteX52" fmla="*/ 410050 w 1160749"/>
                  <a:gd name="connsiteY52" fmla="*/ 1724025 h 1848189"/>
                  <a:gd name="connsiteX53" fmla="*/ 438625 w 1160749"/>
                  <a:gd name="connsiteY53" fmla="*/ 1733550 h 1848189"/>
                  <a:gd name="connsiteX54" fmla="*/ 467200 w 1160749"/>
                  <a:gd name="connsiteY54" fmla="*/ 1752600 h 1848189"/>
                  <a:gd name="connsiteX55" fmla="*/ 495775 w 1160749"/>
                  <a:gd name="connsiteY55" fmla="*/ 1762125 h 1848189"/>
                  <a:gd name="connsiteX56" fmla="*/ 524350 w 1160749"/>
                  <a:gd name="connsiteY56" fmla="*/ 1781175 h 1848189"/>
                  <a:gd name="connsiteX57" fmla="*/ 619600 w 1160749"/>
                  <a:gd name="connsiteY57" fmla="*/ 1790700 h 1848189"/>
                  <a:gd name="connsiteX58" fmla="*/ 676750 w 1160749"/>
                  <a:gd name="connsiteY58" fmla="*/ 1809750 h 1848189"/>
                  <a:gd name="connsiteX59" fmla="*/ 714850 w 1160749"/>
                  <a:gd name="connsiteY59" fmla="*/ 1819275 h 1848189"/>
                  <a:gd name="connsiteX60" fmla="*/ 772000 w 1160749"/>
                  <a:gd name="connsiteY60" fmla="*/ 1838325 h 1848189"/>
                  <a:gd name="connsiteX61" fmla="*/ 829150 w 1160749"/>
                  <a:gd name="connsiteY61" fmla="*/ 1847850 h 1848189"/>
                  <a:gd name="connsiteX62" fmla="*/ 1019650 w 1160749"/>
                  <a:gd name="connsiteY62" fmla="*/ 1828800 h 1848189"/>
                  <a:gd name="connsiteX63" fmla="*/ 1048225 w 1160749"/>
                  <a:gd name="connsiteY63" fmla="*/ 1809750 h 1848189"/>
                  <a:gd name="connsiteX64" fmla="*/ 1067275 w 1160749"/>
                  <a:gd name="connsiteY64" fmla="*/ 1466850 h 1848189"/>
                  <a:gd name="connsiteX65" fmla="*/ 1086325 w 1160749"/>
                  <a:gd name="connsiteY65" fmla="*/ 1333500 h 1848189"/>
                  <a:gd name="connsiteX66" fmla="*/ 1095850 w 1160749"/>
                  <a:gd name="connsiteY66" fmla="*/ 1257300 h 1848189"/>
                  <a:gd name="connsiteX67" fmla="*/ 1124425 w 1160749"/>
                  <a:gd name="connsiteY67" fmla="*/ 1114425 h 1848189"/>
                  <a:gd name="connsiteX68" fmla="*/ 1133950 w 1160749"/>
                  <a:gd name="connsiteY68" fmla="*/ 1038225 h 1848189"/>
                  <a:gd name="connsiteX69" fmla="*/ 1153000 w 1160749"/>
                  <a:gd name="connsiteY69" fmla="*/ 962025 h 1848189"/>
                  <a:gd name="connsiteX70" fmla="*/ 1143475 w 1160749"/>
                  <a:gd name="connsiteY70" fmla="*/ 733425 h 1848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160749" h="1848189">
                    <a:moveTo>
                      <a:pt x="1143475" y="733425"/>
                    </a:moveTo>
                    <a:cubicBezTo>
                      <a:pt x="1116967" y="667156"/>
                      <a:pt x="1129832" y="702020"/>
                      <a:pt x="1105375" y="628650"/>
                    </a:cubicBezTo>
                    <a:lnTo>
                      <a:pt x="1095850" y="600075"/>
                    </a:lnTo>
                    <a:cubicBezTo>
                      <a:pt x="1092675" y="590550"/>
                      <a:pt x="1091894" y="579854"/>
                      <a:pt x="1086325" y="571500"/>
                    </a:cubicBezTo>
                    <a:cubicBezTo>
                      <a:pt x="1079975" y="561975"/>
                      <a:pt x="1072395" y="553164"/>
                      <a:pt x="1067275" y="542925"/>
                    </a:cubicBezTo>
                    <a:cubicBezTo>
                      <a:pt x="1062785" y="533945"/>
                      <a:pt x="1062626" y="523127"/>
                      <a:pt x="1057750" y="514350"/>
                    </a:cubicBezTo>
                    <a:cubicBezTo>
                      <a:pt x="1025066" y="455519"/>
                      <a:pt x="1032817" y="465978"/>
                      <a:pt x="991075" y="438150"/>
                    </a:cubicBezTo>
                    <a:cubicBezTo>
                      <a:pt x="957081" y="387159"/>
                      <a:pt x="980120" y="417670"/>
                      <a:pt x="914875" y="352425"/>
                    </a:cubicBezTo>
                    <a:cubicBezTo>
                      <a:pt x="905350" y="342900"/>
                      <a:pt x="899368" y="327117"/>
                      <a:pt x="886300" y="323850"/>
                    </a:cubicBezTo>
                    <a:lnTo>
                      <a:pt x="848200" y="314325"/>
                    </a:lnTo>
                    <a:cubicBezTo>
                      <a:pt x="831646" y="264662"/>
                      <a:pt x="850916" y="302981"/>
                      <a:pt x="810100" y="266700"/>
                    </a:cubicBezTo>
                    <a:cubicBezTo>
                      <a:pt x="733001" y="198167"/>
                      <a:pt x="783297" y="219666"/>
                      <a:pt x="724375" y="200025"/>
                    </a:cubicBezTo>
                    <a:cubicBezTo>
                      <a:pt x="669780" y="118133"/>
                      <a:pt x="742475" y="214505"/>
                      <a:pt x="676750" y="161925"/>
                    </a:cubicBezTo>
                    <a:cubicBezTo>
                      <a:pt x="667811" y="154774"/>
                      <a:pt x="666315" y="140888"/>
                      <a:pt x="657700" y="133350"/>
                    </a:cubicBezTo>
                    <a:cubicBezTo>
                      <a:pt x="640470" y="118273"/>
                      <a:pt x="616739" y="111439"/>
                      <a:pt x="600550" y="95250"/>
                    </a:cubicBezTo>
                    <a:cubicBezTo>
                      <a:pt x="591025" y="85725"/>
                      <a:pt x="583183" y="74147"/>
                      <a:pt x="571975" y="66675"/>
                    </a:cubicBezTo>
                    <a:cubicBezTo>
                      <a:pt x="563621" y="61106"/>
                      <a:pt x="552925" y="60325"/>
                      <a:pt x="543400" y="57150"/>
                    </a:cubicBezTo>
                    <a:cubicBezTo>
                      <a:pt x="513211" y="11867"/>
                      <a:pt x="535210" y="32195"/>
                      <a:pt x="467200" y="9525"/>
                    </a:cubicBezTo>
                    <a:lnTo>
                      <a:pt x="438625" y="0"/>
                    </a:lnTo>
                    <a:cubicBezTo>
                      <a:pt x="362425" y="25400"/>
                      <a:pt x="451325" y="-12700"/>
                      <a:pt x="400525" y="38100"/>
                    </a:cubicBezTo>
                    <a:cubicBezTo>
                      <a:pt x="393425" y="45200"/>
                      <a:pt x="380930" y="43135"/>
                      <a:pt x="371950" y="47625"/>
                    </a:cubicBezTo>
                    <a:cubicBezTo>
                      <a:pt x="361711" y="52745"/>
                      <a:pt x="352900" y="60325"/>
                      <a:pt x="343375" y="66675"/>
                    </a:cubicBezTo>
                    <a:lnTo>
                      <a:pt x="305275" y="123825"/>
                    </a:lnTo>
                    <a:cubicBezTo>
                      <a:pt x="298925" y="133350"/>
                      <a:pt x="295750" y="146050"/>
                      <a:pt x="286225" y="152400"/>
                    </a:cubicBezTo>
                    <a:lnTo>
                      <a:pt x="257650" y="171450"/>
                    </a:lnTo>
                    <a:cubicBezTo>
                      <a:pt x="251300" y="180975"/>
                      <a:pt x="243720" y="189786"/>
                      <a:pt x="238600" y="200025"/>
                    </a:cubicBezTo>
                    <a:cubicBezTo>
                      <a:pt x="234110" y="209005"/>
                      <a:pt x="233951" y="219823"/>
                      <a:pt x="229075" y="228600"/>
                    </a:cubicBezTo>
                    <a:cubicBezTo>
                      <a:pt x="217956" y="248614"/>
                      <a:pt x="203675" y="266700"/>
                      <a:pt x="190975" y="285750"/>
                    </a:cubicBezTo>
                    <a:cubicBezTo>
                      <a:pt x="184625" y="295275"/>
                      <a:pt x="175545" y="303465"/>
                      <a:pt x="171925" y="314325"/>
                    </a:cubicBezTo>
                    <a:lnTo>
                      <a:pt x="162400" y="342900"/>
                    </a:lnTo>
                    <a:cubicBezTo>
                      <a:pt x="158311" y="371521"/>
                      <a:pt x="151707" y="426559"/>
                      <a:pt x="143350" y="457200"/>
                    </a:cubicBezTo>
                    <a:cubicBezTo>
                      <a:pt x="138066" y="476573"/>
                      <a:pt x="129170" y="494869"/>
                      <a:pt x="124300" y="514350"/>
                    </a:cubicBezTo>
                    <a:cubicBezTo>
                      <a:pt x="109905" y="571931"/>
                      <a:pt x="118915" y="540031"/>
                      <a:pt x="95725" y="609600"/>
                    </a:cubicBezTo>
                    <a:lnTo>
                      <a:pt x="86200" y="638175"/>
                    </a:lnTo>
                    <a:cubicBezTo>
                      <a:pt x="83025" y="647700"/>
                      <a:pt x="78644" y="656905"/>
                      <a:pt x="76675" y="666750"/>
                    </a:cubicBezTo>
                    <a:cubicBezTo>
                      <a:pt x="73500" y="682625"/>
                      <a:pt x="70662" y="698571"/>
                      <a:pt x="67150" y="714375"/>
                    </a:cubicBezTo>
                    <a:cubicBezTo>
                      <a:pt x="57553" y="757561"/>
                      <a:pt x="54404" y="762137"/>
                      <a:pt x="38575" y="809625"/>
                    </a:cubicBezTo>
                    <a:cubicBezTo>
                      <a:pt x="35400" y="819150"/>
                      <a:pt x="31485" y="828460"/>
                      <a:pt x="29050" y="838200"/>
                    </a:cubicBezTo>
                    <a:lnTo>
                      <a:pt x="10000" y="914400"/>
                    </a:lnTo>
                    <a:cubicBezTo>
                      <a:pt x="5307" y="1003564"/>
                      <a:pt x="-9941" y="1165572"/>
                      <a:pt x="10000" y="1257300"/>
                    </a:cubicBezTo>
                    <a:cubicBezTo>
                      <a:pt x="14864" y="1279673"/>
                      <a:pt x="35400" y="1295400"/>
                      <a:pt x="48100" y="1314450"/>
                    </a:cubicBezTo>
                    <a:cubicBezTo>
                      <a:pt x="90204" y="1377605"/>
                      <a:pt x="40720" y="1307428"/>
                      <a:pt x="95725" y="1371600"/>
                    </a:cubicBezTo>
                    <a:cubicBezTo>
                      <a:pt x="106056" y="1383653"/>
                      <a:pt x="113075" y="1398475"/>
                      <a:pt x="124300" y="1409700"/>
                    </a:cubicBezTo>
                    <a:cubicBezTo>
                      <a:pt x="132395" y="1417795"/>
                      <a:pt x="144081" y="1421421"/>
                      <a:pt x="152875" y="1428750"/>
                    </a:cubicBezTo>
                    <a:cubicBezTo>
                      <a:pt x="226214" y="1489866"/>
                      <a:pt x="139079" y="1429077"/>
                      <a:pt x="210025" y="1476375"/>
                    </a:cubicBezTo>
                    <a:cubicBezTo>
                      <a:pt x="226764" y="1526593"/>
                      <a:pt x="208487" y="1485959"/>
                      <a:pt x="248125" y="1533525"/>
                    </a:cubicBezTo>
                    <a:cubicBezTo>
                      <a:pt x="255454" y="1542319"/>
                      <a:pt x="262055" y="1551861"/>
                      <a:pt x="267175" y="1562100"/>
                    </a:cubicBezTo>
                    <a:cubicBezTo>
                      <a:pt x="271665" y="1571080"/>
                      <a:pt x="270428" y="1582835"/>
                      <a:pt x="276700" y="1590675"/>
                    </a:cubicBezTo>
                    <a:cubicBezTo>
                      <a:pt x="283851" y="1599614"/>
                      <a:pt x="295750" y="1603375"/>
                      <a:pt x="305275" y="1609725"/>
                    </a:cubicBezTo>
                    <a:cubicBezTo>
                      <a:pt x="311625" y="1619250"/>
                      <a:pt x="316230" y="1630205"/>
                      <a:pt x="324325" y="1638300"/>
                    </a:cubicBezTo>
                    <a:cubicBezTo>
                      <a:pt x="332420" y="1646395"/>
                      <a:pt x="345749" y="1648411"/>
                      <a:pt x="352900" y="1657350"/>
                    </a:cubicBezTo>
                    <a:cubicBezTo>
                      <a:pt x="389845" y="1703532"/>
                      <a:pt x="328655" y="1674668"/>
                      <a:pt x="391000" y="1695450"/>
                    </a:cubicBezTo>
                    <a:cubicBezTo>
                      <a:pt x="397350" y="1704975"/>
                      <a:pt x="401111" y="1716874"/>
                      <a:pt x="410050" y="1724025"/>
                    </a:cubicBezTo>
                    <a:cubicBezTo>
                      <a:pt x="417890" y="1730297"/>
                      <a:pt x="429645" y="1729060"/>
                      <a:pt x="438625" y="1733550"/>
                    </a:cubicBezTo>
                    <a:cubicBezTo>
                      <a:pt x="448864" y="1738670"/>
                      <a:pt x="456961" y="1747480"/>
                      <a:pt x="467200" y="1752600"/>
                    </a:cubicBezTo>
                    <a:cubicBezTo>
                      <a:pt x="476180" y="1757090"/>
                      <a:pt x="486795" y="1757635"/>
                      <a:pt x="495775" y="1762125"/>
                    </a:cubicBezTo>
                    <a:cubicBezTo>
                      <a:pt x="506014" y="1767245"/>
                      <a:pt x="513196" y="1778601"/>
                      <a:pt x="524350" y="1781175"/>
                    </a:cubicBezTo>
                    <a:cubicBezTo>
                      <a:pt x="555441" y="1788350"/>
                      <a:pt x="587850" y="1787525"/>
                      <a:pt x="619600" y="1790700"/>
                    </a:cubicBezTo>
                    <a:cubicBezTo>
                      <a:pt x="638650" y="1797050"/>
                      <a:pt x="657269" y="1804880"/>
                      <a:pt x="676750" y="1809750"/>
                    </a:cubicBezTo>
                    <a:cubicBezTo>
                      <a:pt x="689450" y="1812925"/>
                      <a:pt x="702311" y="1815513"/>
                      <a:pt x="714850" y="1819275"/>
                    </a:cubicBezTo>
                    <a:cubicBezTo>
                      <a:pt x="734084" y="1825045"/>
                      <a:pt x="752193" y="1835024"/>
                      <a:pt x="772000" y="1838325"/>
                    </a:cubicBezTo>
                    <a:lnTo>
                      <a:pt x="829150" y="1847850"/>
                    </a:lnTo>
                    <a:cubicBezTo>
                      <a:pt x="838613" y="1847293"/>
                      <a:pt x="969954" y="1853648"/>
                      <a:pt x="1019650" y="1828800"/>
                    </a:cubicBezTo>
                    <a:cubicBezTo>
                      <a:pt x="1029889" y="1823680"/>
                      <a:pt x="1038700" y="1816100"/>
                      <a:pt x="1048225" y="1809750"/>
                    </a:cubicBezTo>
                    <a:cubicBezTo>
                      <a:pt x="1070399" y="1610187"/>
                      <a:pt x="1047211" y="1838026"/>
                      <a:pt x="1067275" y="1466850"/>
                    </a:cubicBezTo>
                    <a:cubicBezTo>
                      <a:pt x="1077473" y="1278194"/>
                      <a:pt x="1069320" y="1435533"/>
                      <a:pt x="1086325" y="1333500"/>
                    </a:cubicBezTo>
                    <a:cubicBezTo>
                      <a:pt x="1090533" y="1308251"/>
                      <a:pt x="1092467" y="1282673"/>
                      <a:pt x="1095850" y="1257300"/>
                    </a:cubicBezTo>
                    <a:cubicBezTo>
                      <a:pt x="1118951" y="1084043"/>
                      <a:pt x="1088416" y="1306474"/>
                      <a:pt x="1124425" y="1114425"/>
                    </a:cubicBezTo>
                    <a:cubicBezTo>
                      <a:pt x="1129142" y="1089266"/>
                      <a:pt x="1129233" y="1063384"/>
                      <a:pt x="1133950" y="1038225"/>
                    </a:cubicBezTo>
                    <a:cubicBezTo>
                      <a:pt x="1138775" y="1012492"/>
                      <a:pt x="1153000" y="962025"/>
                      <a:pt x="1153000" y="962025"/>
                    </a:cubicBezTo>
                    <a:cubicBezTo>
                      <a:pt x="1166000" y="832023"/>
                      <a:pt x="1162525" y="898683"/>
                      <a:pt x="1143475" y="7334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7C35E33-6535-4604-88D2-C6432977338B}"/>
                  </a:ext>
                </a:extLst>
              </p:cNvPr>
              <p:cNvSpPr/>
              <p:nvPr/>
            </p:nvSpPr>
            <p:spPr>
              <a:xfrm>
                <a:off x="5456570" y="3705085"/>
                <a:ext cx="497179" cy="20480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5234D330-6573-4730-B181-76A84D5517A6}"/>
                  </a:ext>
                </a:extLst>
              </p:cNvPr>
              <p:cNvSpPr/>
              <p:nvPr/>
            </p:nvSpPr>
            <p:spPr>
              <a:xfrm>
                <a:off x="5934324" y="5387340"/>
                <a:ext cx="612356" cy="3657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C86FC58-AAEA-4A84-B11B-E08E9DCD7B34}"/>
                </a:ext>
              </a:extLst>
            </p:cNvPr>
            <p:cNvSpPr/>
            <p:nvPr/>
          </p:nvSpPr>
          <p:spPr>
            <a:xfrm>
              <a:off x="6430500" y="3544104"/>
              <a:ext cx="466725" cy="876300"/>
            </a:xfrm>
            <a:custGeom>
              <a:avLst/>
              <a:gdLst>
                <a:gd name="connsiteX0" fmla="*/ 466725 w 466725"/>
                <a:gd name="connsiteY0" fmla="*/ 876300 h 876300"/>
                <a:gd name="connsiteX1" fmla="*/ 400050 w 466725"/>
                <a:gd name="connsiteY1" fmla="*/ 590550 h 876300"/>
                <a:gd name="connsiteX2" fmla="*/ 390525 w 466725"/>
                <a:gd name="connsiteY2" fmla="*/ 409575 h 876300"/>
                <a:gd name="connsiteX3" fmla="*/ 371475 w 466725"/>
                <a:gd name="connsiteY3" fmla="*/ 314325 h 876300"/>
                <a:gd name="connsiteX4" fmla="*/ 352425 w 466725"/>
                <a:gd name="connsiteY4" fmla="*/ 266700 h 876300"/>
                <a:gd name="connsiteX5" fmla="*/ 342900 w 466725"/>
                <a:gd name="connsiteY5" fmla="*/ 238125 h 876300"/>
                <a:gd name="connsiteX6" fmla="*/ 304800 w 466725"/>
                <a:gd name="connsiteY6" fmla="*/ 180975 h 876300"/>
                <a:gd name="connsiteX7" fmla="*/ 285750 w 466725"/>
                <a:gd name="connsiteY7" fmla="*/ 152400 h 876300"/>
                <a:gd name="connsiteX8" fmla="*/ 266700 w 466725"/>
                <a:gd name="connsiteY8" fmla="*/ 123825 h 876300"/>
                <a:gd name="connsiteX9" fmla="*/ 238125 w 466725"/>
                <a:gd name="connsiteY9" fmla="*/ 114300 h 876300"/>
                <a:gd name="connsiteX10" fmla="*/ 209550 w 466725"/>
                <a:gd name="connsiteY10" fmla="*/ 85725 h 876300"/>
                <a:gd name="connsiteX11" fmla="*/ 152400 w 466725"/>
                <a:gd name="connsiteY11" fmla="*/ 66675 h 876300"/>
                <a:gd name="connsiteX12" fmla="*/ 123825 w 466725"/>
                <a:gd name="connsiteY12" fmla="*/ 57150 h 876300"/>
                <a:gd name="connsiteX13" fmla="*/ 66675 w 466725"/>
                <a:gd name="connsiteY13" fmla="*/ 19050 h 876300"/>
                <a:gd name="connsiteX14" fmla="*/ 38100 w 466725"/>
                <a:gd name="connsiteY14" fmla="*/ 9525 h 876300"/>
                <a:gd name="connsiteX15" fmla="*/ 0 w 466725"/>
                <a:gd name="connsiteY15" fmla="*/ 0 h 876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6725" h="876300">
                  <a:moveTo>
                    <a:pt x="466725" y="876300"/>
                  </a:moveTo>
                  <a:cubicBezTo>
                    <a:pt x="444500" y="781050"/>
                    <a:pt x="415810" y="687080"/>
                    <a:pt x="400050" y="590550"/>
                  </a:cubicBezTo>
                  <a:cubicBezTo>
                    <a:pt x="390316" y="530931"/>
                    <a:pt x="395342" y="469791"/>
                    <a:pt x="390525" y="409575"/>
                  </a:cubicBezTo>
                  <a:cubicBezTo>
                    <a:pt x="389044" y="391063"/>
                    <a:pt x="378773" y="336218"/>
                    <a:pt x="371475" y="314325"/>
                  </a:cubicBezTo>
                  <a:cubicBezTo>
                    <a:pt x="366068" y="298105"/>
                    <a:pt x="358428" y="282709"/>
                    <a:pt x="352425" y="266700"/>
                  </a:cubicBezTo>
                  <a:cubicBezTo>
                    <a:pt x="348900" y="257299"/>
                    <a:pt x="347776" y="246902"/>
                    <a:pt x="342900" y="238125"/>
                  </a:cubicBezTo>
                  <a:cubicBezTo>
                    <a:pt x="331781" y="218111"/>
                    <a:pt x="317500" y="200025"/>
                    <a:pt x="304800" y="180975"/>
                  </a:cubicBezTo>
                  <a:lnTo>
                    <a:pt x="285750" y="152400"/>
                  </a:lnTo>
                  <a:cubicBezTo>
                    <a:pt x="279400" y="142875"/>
                    <a:pt x="277560" y="127445"/>
                    <a:pt x="266700" y="123825"/>
                  </a:cubicBezTo>
                  <a:lnTo>
                    <a:pt x="238125" y="114300"/>
                  </a:lnTo>
                  <a:cubicBezTo>
                    <a:pt x="228600" y="104775"/>
                    <a:pt x="221325" y="92267"/>
                    <a:pt x="209550" y="85725"/>
                  </a:cubicBezTo>
                  <a:cubicBezTo>
                    <a:pt x="191997" y="75973"/>
                    <a:pt x="171450" y="73025"/>
                    <a:pt x="152400" y="66675"/>
                  </a:cubicBezTo>
                  <a:cubicBezTo>
                    <a:pt x="142875" y="63500"/>
                    <a:pt x="132179" y="62719"/>
                    <a:pt x="123825" y="57150"/>
                  </a:cubicBezTo>
                  <a:cubicBezTo>
                    <a:pt x="104775" y="44450"/>
                    <a:pt x="88395" y="26290"/>
                    <a:pt x="66675" y="19050"/>
                  </a:cubicBezTo>
                  <a:cubicBezTo>
                    <a:pt x="57150" y="15875"/>
                    <a:pt x="47754" y="12283"/>
                    <a:pt x="38100" y="9525"/>
                  </a:cubicBezTo>
                  <a:cubicBezTo>
                    <a:pt x="25513" y="5929"/>
                    <a:pt x="0" y="0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Multiplication Sign 60">
              <a:extLst>
                <a:ext uri="{FF2B5EF4-FFF2-40B4-BE49-F238E27FC236}">
                  <a16:creationId xmlns:a16="http://schemas.microsoft.com/office/drawing/2014/main" id="{155F7D5F-5A72-42EE-BFC4-26F77E75AF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3862" y="4348510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Multiplication Sign 61">
              <a:extLst>
                <a:ext uri="{FF2B5EF4-FFF2-40B4-BE49-F238E27FC236}">
                  <a16:creationId xmlns:a16="http://schemas.microsoft.com/office/drawing/2014/main" id="{EB39E5CB-EA3C-43B9-9A0F-662CD88F11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8224" y="4510457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4F18796-BE8E-4722-8AE3-78FCD2648212}"/>
                </a:ext>
              </a:extLst>
            </p:cNvPr>
            <p:cNvSpPr/>
            <p:nvPr/>
          </p:nvSpPr>
          <p:spPr>
            <a:xfrm>
              <a:off x="6653385" y="4411840"/>
              <a:ext cx="740407" cy="190503"/>
            </a:xfrm>
            <a:custGeom>
              <a:avLst/>
              <a:gdLst>
                <a:gd name="connsiteX0" fmla="*/ 0 w 740407"/>
                <a:gd name="connsiteY0" fmla="*/ 45720 h 190503"/>
                <a:gd name="connsiteX1" fmla="*/ 60960 w 740407"/>
                <a:gd name="connsiteY1" fmla="*/ 30480 h 190503"/>
                <a:gd name="connsiteX2" fmla="*/ 83820 w 740407"/>
                <a:gd name="connsiteY2" fmla="*/ 15240 h 190503"/>
                <a:gd name="connsiteX3" fmla="*/ 129540 w 740407"/>
                <a:gd name="connsiteY3" fmla="*/ 0 h 190503"/>
                <a:gd name="connsiteX4" fmla="*/ 274320 w 740407"/>
                <a:gd name="connsiteY4" fmla="*/ 15240 h 190503"/>
                <a:gd name="connsiteX5" fmla="*/ 320040 w 740407"/>
                <a:gd name="connsiteY5" fmla="*/ 30480 h 190503"/>
                <a:gd name="connsiteX6" fmla="*/ 342900 w 740407"/>
                <a:gd name="connsiteY6" fmla="*/ 38100 h 190503"/>
                <a:gd name="connsiteX7" fmla="*/ 365760 w 740407"/>
                <a:gd name="connsiteY7" fmla="*/ 53340 h 190503"/>
                <a:gd name="connsiteX8" fmla="*/ 411480 w 740407"/>
                <a:gd name="connsiteY8" fmla="*/ 68580 h 190503"/>
                <a:gd name="connsiteX9" fmla="*/ 457200 w 740407"/>
                <a:gd name="connsiteY9" fmla="*/ 99060 h 190503"/>
                <a:gd name="connsiteX10" fmla="*/ 480060 w 740407"/>
                <a:gd name="connsiteY10" fmla="*/ 106680 h 190503"/>
                <a:gd name="connsiteX11" fmla="*/ 510540 w 740407"/>
                <a:gd name="connsiteY11" fmla="*/ 121920 h 190503"/>
                <a:gd name="connsiteX12" fmla="*/ 571500 w 740407"/>
                <a:gd name="connsiteY12" fmla="*/ 137160 h 190503"/>
                <a:gd name="connsiteX13" fmla="*/ 617220 w 740407"/>
                <a:gd name="connsiteY13" fmla="*/ 152400 h 190503"/>
                <a:gd name="connsiteX14" fmla="*/ 640080 w 740407"/>
                <a:gd name="connsiteY14" fmla="*/ 160020 h 190503"/>
                <a:gd name="connsiteX15" fmla="*/ 670560 w 740407"/>
                <a:gd name="connsiteY15" fmla="*/ 167640 h 190503"/>
                <a:gd name="connsiteX16" fmla="*/ 693420 w 740407"/>
                <a:gd name="connsiteY16" fmla="*/ 182880 h 190503"/>
                <a:gd name="connsiteX17" fmla="*/ 731520 w 740407"/>
                <a:gd name="connsiteY17" fmla="*/ 190500 h 190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40407" h="190503">
                  <a:moveTo>
                    <a:pt x="0" y="45720"/>
                  </a:moveTo>
                  <a:cubicBezTo>
                    <a:pt x="14491" y="42822"/>
                    <a:pt x="45339" y="38290"/>
                    <a:pt x="60960" y="30480"/>
                  </a:cubicBezTo>
                  <a:cubicBezTo>
                    <a:pt x="69151" y="26384"/>
                    <a:pt x="75451" y="18959"/>
                    <a:pt x="83820" y="15240"/>
                  </a:cubicBezTo>
                  <a:cubicBezTo>
                    <a:pt x="98500" y="8716"/>
                    <a:pt x="129540" y="0"/>
                    <a:pt x="129540" y="0"/>
                  </a:cubicBezTo>
                  <a:cubicBezTo>
                    <a:pt x="201532" y="4799"/>
                    <a:pt x="221265" y="-676"/>
                    <a:pt x="274320" y="15240"/>
                  </a:cubicBezTo>
                  <a:cubicBezTo>
                    <a:pt x="289707" y="19856"/>
                    <a:pt x="304800" y="25400"/>
                    <a:pt x="320040" y="30480"/>
                  </a:cubicBezTo>
                  <a:cubicBezTo>
                    <a:pt x="327660" y="33020"/>
                    <a:pt x="336217" y="33645"/>
                    <a:pt x="342900" y="38100"/>
                  </a:cubicBezTo>
                  <a:cubicBezTo>
                    <a:pt x="350520" y="43180"/>
                    <a:pt x="357391" y="49621"/>
                    <a:pt x="365760" y="53340"/>
                  </a:cubicBezTo>
                  <a:cubicBezTo>
                    <a:pt x="380440" y="59864"/>
                    <a:pt x="398114" y="59669"/>
                    <a:pt x="411480" y="68580"/>
                  </a:cubicBezTo>
                  <a:cubicBezTo>
                    <a:pt x="426720" y="78740"/>
                    <a:pt x="439824" y="93268"/>
                    <a:pt x="457200" y="99060"/>
                  </a:cubicBezTo>
                  <a:cubicBezTo>
                    <a:pt x="464820" y="101600"/>
                    <a:pt x="472677" y="103516"/>
                    <a:pt x="480060" y="106680"/>
                  </a:cubicBezTo>
                  <a:cubicBezTo>
                    <a:pt x="490501" y="111155"/>
                    <a:pt x="499764" y="118328"/>
                    <a:pt x="510540" y="121920"/>
                  </a:cubicBezTo>
                  <a:cubicBezTo>
                    <a:pt x="530411" y="128544"/>
                    <a:pt x="551629" y="130536"/>
                    <a:pt x="571500" y="137160"/>
                  </a:cubicBezTo>
                  <a:lnTo>
                    <a:pt x="617220" y="152400"/>
                  </a:lnTo>
                  <a:cubicBezTo>
                    <a:pt x="624840" y="154940"/>
                    <a:pt x="632288" y="158072"/>
                    <a:pt x="640080" y="160020"/>
                  </a:cubicBezTo>
                  <a:lnTo>
                    <a:pt x="670560" y="167640"/>
                  </a:lnTo>
                  <a:cubicBezTo>
                    <a:pt x="678180" y="172720"/>
                    <a:pt x="684732" y="179984"/>
                    <a:pt x="693420" y="182880"/>
                  </a:cubicBezTo>
                  <a:cubicBezTo>
                    <a:pt x="717533" y="190918"/>
                    <a:pt x="758554" y="190500"/>
                    <a:pt x="731520" y="19050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0683FE-95D0-42E5-8BB2-8ECCA839CFFF}"/>
                  </a:ext>
                </a:extLst>
              </p:cNvPr>
              <p:cNvSpPr txBox="1"/>
              <p:nvPr/>
            </p:nvSpPr>
            <p:spPr>
              <a:xfrm>
                <a:off x="2312002" y="4664008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0683FE-95D0-42E5-8BB2-8ECCA839C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002" y="4664008"/>
                <a:ext cx="37147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FE69CAD-EC84-44F5-B451-3A33A7811101}"/>
              </a:ext>
            </a:extLst>
          </p:cNvPr>
          <p:cNvGrpSpPr/>
          <p:nvPr/>
        </p:nvGrpSpPr>
        <p:grpSpPr>
          <a:xfrm>
            <a:off x="2338844" y="5259089"/>
            <a:ext cx="1620000" cy="727410"/>
            <a:chOff x="6677492" y="1926149"/>
            <a:chExt cx="1771957" cy="798945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F2E0C31-FCB8-4DE2-9261-2ACDE03459C9}"/>
                </a:ext>
              </a:extLst>
            </p:cNvPr>
            <p:cNvCxnSpPr/>
            <p:nvPr/>
          </p:nvCxnSpPr>
          <p:spPr>
            <a:xfrm>
              <a:off x="6677492" y="1926149"/>
              <a:ext cx="0" cy="7989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731E0B4-F325-4E9C-BB5A-4F412C2234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791" y="2725094"/>
              <a:ext cx="17616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ABBE996-4DB4-42C2-AB4D-E227DEDCCE1E}"/>
                </a:ext>
              </a:extLst>
            </p:cNvPr>
            <p:cNvSpPr/>
            <p:nvPr/>
          </p:nvSpPr>
          <p:spPr>
            <a:xfrm>
              <a:off x="6762939" y="2145529"/>
              <a:ext cx="1557196" cy="434709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7196" h="434709">
                  <a:moveTo>
                    <a:pt x="0" y="317014"/>
                  </a:moveTo>
                  <a:cubicBezTo>
                    <a:pt x="57338" y="367562"/>
                    <a:pt x="114677" y="418111"/>
                    <a:pt x="172015" y="425655"/>
                  </a:cubicBezTo>
                  <a:cubicBezTo>
                    <a:pt x="229354" y="433200"/>
                    <a:pt x="306308" y="387932"/>
                    <a:pt x="344031" y="362281"/>
                  </a:cubicBezTo>
                  <a:cubicBezTo>
                    <a:pt x="381754" y="336630"/>
                    <a:pt x="377227" y="300415"/>
                    <a:pt x="398352" y="271746"/>
                  </a:cubicBezTo>
                  <a:cubicBezTo>
                    <a:pt x="419477" y="243077"/>
                    <a:pt x="449655" y="191774"/>
                    <a:pt x="470780" y="190265"/>
                  </a:cubicBezTo>
                  <a:cubicBezTo>
                    <a:pt x="491905" y="188756"/>
                    <a:pt x="525101" y="262693"/>
                    <a:pt x="525101" y="262693"/>
                  </a:cubicBezTo>
                  <a:cubicBezTo>
                    <a:pt x="538681" y="280800"/>
                    <a:pt x="535663" y="282309"/>
                    <a:pt x="552261" y="298907"/>
                  </a:cubicBezTo>
                  <a:cubicBezTo>
                    <a:pt x="568859" y="315505"/>
                    <a:pt x="603564" y="362281"/>
                    <a:pt x="624689" y="362281"/>
                  </a:cubicBezTo>
                  <a:cubicBezTo>
                    <a:pt x="645814" y="362281"/>
                    <a:pt x="651850" y="298907"/>
                    <a:pt x="679010" y="298907"/>
                  </a:cubicBezTo>
                  <a:cubicBezTo>
                    <a:pt x="706170" y="298907"/>
                    <a:pt x="752946" y="381897"/>
                    <a:pt x="787651" y="362281"/>
                  </a:cubicBezTo>
                  <a:cubicBezTo>
                    <a:pt x="822356" y="342665"/>
                    <a:pt x="844990" y="241568"/>
                    <a:pt x="887239" y="181212"/>
                  </a:cubicBezTo>
                  <a:cubicBezTo>
                    <a:pt x="929488" y="120856"/>
                    <a:pt x="1001917" y="4669"/>
                    <a:pt x="1041148" y="142"/>
                  </a:cubicBezTo>
                  <a:cubicBezTo>
                    <a:pt x="1080379" y="-4385"/>
                    <a:pt x="1080380" y="99730"/>
                    <a:pt x="1122629" y="154051"/>
                  </a:cubicBezTo>
                  <a:cubicBezTo>
                    <a:pt x="1164879" y="208372"/>
                    <a:pt x="1255413" y="307960"/>
                    <a:pt x="1294645" y="326067"/>
                  </a:cubicBezTo>
                  <a:cubicBezTo>
                    <a:pt x="1333877" y="344174"/>
                    <a:pt x="1314261" y="244586"/>
                    <a:pt x="1358019" y="262693"/>
                  </a:cubicBezTo>
                  <a:cubicBezTo>
                    <a:pt x="1401777" y="280800"/>
                    <a:pt x="1479486" y="357754"/>
                    <a:pt x="1557196" y="43470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2AEB274-495E-4972-988B-6461B550BE8C}"/>
              </a:ext>
            </a:extLst>
          </p:cNvPr>
          <p:cNvCxnSpPr>
            <a:cxnSpLocks/>
          </p:cNvCxnSpPr>
          <p:nvPr/>
        </p:nvCxnSpPr>
        <p:spPr>
          <a:xfrm>
            <a:off x="1688647" y="5378251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F3FD95A-12F6-4E4F-8245-26E73CA09922}"/>
                  </a:ext>
                </a:extLst>
              </p:cNvPr>
              <p:cNvSpPr txBox="1"/>
              <p:nvPr/>
            </p:nvSpPr>
            <p:spPr>
              <a:xfrm>
                <a:off x="6411752" y="4711043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F3FD95A-12F6-4E4F-8245-26E73CA09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752" y="4711043"/>
                <a:ext cx="37147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42BE309-70B2-4B12-AC8F-3CE8A14F362B}"/>
              </a:ext>
            </a:extLst>
          </p:cNvPr>
          <p:cNvGrpSpPr/>
          <p:nvPr/>
        </p:nvGrpSpPr>
        <p:grpSpPr>
          <a:xfrm>
            <a:off x="6443499" y="5187554"/>
            <a:ext cx="1620000" cy="798945"/>
            <a:chOff x="6677492" y="1926149"/>
            <a:chExt cx="1771957" cy="798945"/>
          </a:xfrm>
        </p:grpSpPr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558B213-ADB4-4842-A967-539B08A84E09}"/>
                </a:ext>
              </a:extLst>
            </p:cNvPr>
            <p:cNvCxnSpPr/>
            <p:nvPr/>
          </p:nvCxnSpPr>
          <p:spPr>
            <a:xfrm>
              <a:off x="6677492" y="1926149"/>
              <a:ext cx="0" cy="7989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22CD6127-5417-49F6-8ACF-A790E985F6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87791" y="2725094"/>
              <a:ext cx="17616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0396F60-C9C4-4DE0-B7E9-B02C740C6440}"/>
                </a:ext>
              </a:extLst>
            </p:cNvPr>
            <p:cNvSpPr/>
            <p:nvPr/>
          </p:nvSpPr>
          <p:spPr>
            <a:xfrm>
              <a:off x="6762939" y="2209033"/>
              <a:ext cx="1557196" cy="371205"/>
            </a:xfrm>
            <a:custGeom>
              <a:avLst/>
              <a:gdLst>
                <a:gd name="connsiteX0" fmla="*/ 0 w 1557196"/>
                <a:gd name="connsiteY0" fmla="*/ 317014 h 434709"/>
                <a:gd name="connsiteX1" fmla="*/ 172015 w 1557196"/>
                <a:gd name="connsiteY1" fmla="*/ 425655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0780 w 1557196"/>
                <a:gd name="connsiteY4" fmla="*/ 190265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552261 w 1557196"/>
                <a:gd name="connsiteY6" fmla="*/ 298907 h 434709"/>
                <a:gd name="connsiteX7" fmla="*/ 624689 w 1557196"/>
                <a:gd name="connsiteY7" fmla="*/ 362281 h 434709"/>
                <a:gd name="connsiteX8" fmla="*/ 679010 w 1557196"/>
                <a:gd name="connsiteY8" fmla="*/ 298907 h 434709"/>
                <a:gd name="connsiteX9" fmla="*/ 787651 w 1557196"/>
                <a:gd name="connsiteY9" fmla="*/ 362281 h 434709"/>
                <a:gd name="connsiteX10" fmla="*/ 887239 w 1557196"/>
                <a:gd name="connsiteY10" fmla="*/ 181212 h 434709"/>
                <a:gd name="connsiteX11" fmla="*/ 1041148 w 1557196"/>
                <a:gd name="connsiteY11" fmla="*/ 142 h 434709"/>
                <a:gd name="connsiteX12" fmla="*/ 1122629 w 1557196"/>
                <a:gd name="connsiteY12" fmla="*/ 154051 h 434709"/>
                <a:gd name="connsiteX13" fmla="*/ 1294645 w 1557196"/>
                <a:gd name="connsiteY13" fmla="*/ 326067 h 434709"/>
                <a:gd name="connsiteX14" fmla="*/ 1358019 w 1557196"/>
                <a:gd name="connsiteY14" fmla="*/ 262693 h 434709"/>
                <a:gd name="connsiteX15" fmla="*/ 1557196 w 1557196"/>
                <a:gd name="connsiteY15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679010 w 1557196"/>
                <a:gd name="connsiteY7" fmla="*/ 298907 h 434709"/>
                <a:gd name="connsiteX8" fmla="*/ 787651 w 1557196"/>
                <a:gd name="connsiteY8" fmla="*/ 362281 h 434709"/>
                <a:gd name="connsiteX9" fmla="*/ 887239 w 1557196"/>
                <a:gd name="connsiteY9" fmla="*/ 181212 h 434709"/>
                <a:gd name="connsiteX10" fmla="*/ 1041148 w 1557196"/>
                <a:gd name="connsiteY10" fmla="*/ 142 h 434709"/>
                <a:gd name="connsiteX11" fmla="*/ 1122629 w 1557196"/>
                <a:gd name="connsiteY11" fmla="*/ 154051 h 434709"/>
                <a:gd name="connsiteX12" fmla="*/ 1294645 w 1557196"/>
                <a:gd name="connsiteY12" fmla="*/ 326067 h 434709"/>
                <a:gd name="connsiteX13" fmla="*/ 1358019 w 1557196"/>
                <a:gd name="connsiteY13" fmla="*/ 262693 h 434709"/>
                <a:gd name="connsiteX14" fmla="*/ 1557196 w 1557196"/>
                <a:gd name="connsiteY14" fmla="*/ 434709 h 434709"/>
                <a:gd name="connsiteX0" fmla="*/ 0 w 1557196"/>
                <a:gd name="connsiteY0" fmla="*/ 317014 h 434709"/>
                <a:gd name="connsiteX1" fmla="*/ 208229 w 1557196"/>
                <a:gd name="connsiteY1" fmla="*/ 362281 h 434709"/>
                <a:gd name="connsiteX2" fmla="*/ 344031 w 1557196"/>
                <a:gd name="connsiteY2" fmla="*/ 362281 h 434709"/>
                <a:gd name="connsiteX3" fmla="*/ 398352 w 1557196"/>
                <a:gd name="connsiteY3" fmla="*/ 271746 h 434709"/>
                <a:gd name="connsiteX4" fmla="*/ 479833 w 1557196"/>
                <a:gd name="connsiteY4" fmla="*/ 63516 h 434709"/>
                <a:gd name="connsiteX5" fmla="*/ 525101 w 1557196"/>
                <a:gd name="connsiteY5" fmla="*/ 262693 h 434709"/>
                <a:gd name="connsiteX6" fmla="*/ 624689 w 1557196"/>
                <a:gd name="connsiteY6" fmla="*/ 362281 h 434709"/>
                <a:gd name="connsiteX7" fmla="*/ 787651 w 1557196"/>
                <a:gd name="connsiteY7" fmla="*/ 362281 h 434709"/>
                <a:gd name="connsiteX8" fmla="*/ 887239 w 1557196"/>
                <a:gd name="connsiteY8" fmla="*/ 181212 h 434709"/>
                <a:gd name="connsiteX9" fmla="*/ 1041148 w 1557196"/>
                <a:gd name="connsiteY9" fmla="*/ 142 h 434709"/>
                <a:gd name="connsiteX10" fmla="*/ 1122629 w 1557196"/>
                <a:gd name="connsiteY10" fmla="*/ 154051 h 434709"/>
                <a:gd name="connsiteX11" fmla="*/ 1294645 w 1557196"/>
                <a:gd name="connsiteY11" fmla="*/ 326067 h 434709"/>
                <a:gd name="connsiteX12" fmla="*/ 1358019 w 1557196"/>
                <a:gd name="connsiteY12" fmla="*/ 262693 h 434709"/>
                <a:gd name="connsiteX13" fmla="*/ 1557196 w 1557196"/>
                <a:gd name="connsiteY13" fmla="*/ 434709 h 434709"/>
                <a:gd name="connsiteX0" fmla="*/ 0 w 1557196"/>
                <a:gd name="connsiteY0" fmla="*/ 316938 h 434633"/>
                <a:gd name="connsiteX1" fmla="*/ 208229 w 1557196"/>
                <a:gd name="connsiteY1" fmla="*/ 362205 h 434633"/>
                <a:gd name="connsiteX2" fmla="*/ 344031 w 1557196"/>
                <a:gd name="connsiteY2" fmla="*/ 362205 h 434633"/>
                <a:gd name="connsiteX3" fmla="*/ 398352 w 1557196"/>
                <a:gd name="connsiteY3" fmla="*/ 271670 h 434633"/>
                <a:gd name="connsiteX4" fmla="*/ 479833 w 1557196"/>
                <a:gd name="connsiteY4" fmla="*/ 63440 h 434633"/>
                <a:gd name="connsiteX5" fmla="*/ 525101 w 1557196"/>
                <a:gd name="connsiteY5" fmla="*/ 262617 h 434633"/>
                <a:gd name="connsiteX6" fmla="*/ 624689 w 1557196"/>
                <a:gd name="connsiteY6" fmla="*/ 362205 h 434633"/>
                <a:gd name="connsiteX7" fmla="*/ 787651 w 1557196"/>
                <a:gd name="connsiteY7" fmla="*/ 362205 h 434633"/>
                <a:gd name="connsiteX8" fmla="*/ 950613 w 1557196"/>
                <a:gd name="connsiteY8" fmla="*/ 172082 h 434633"/>
                <a:gd name="connsiteX9" fmla="*/ 1041148 w 1557196"/>
                <a:gd name="connsiteY9" fmla="*/ 66 h 434633"/>
                <a:gd name="connsiteX10" fmla="*/ 1122629 w 1557196"/>
                <a:gd name="connsiteY10" fmla="*/ 153975 h 434633"/>
                <a:gd name="connsiteX11" fmla="*/ 1294645 w 1557196"/>
                <a:gd name="connsiteY11" fmla="*/ 325991 h 434633"/>
                <a:gd name="connsiteX12" fmla="*/ 1358019 w 1557196"/>
                <a:gd name="connsiteY12" fmla="*/ 262617 h 434633"/>
                <a:gd name="connsiteX13" fmla="*/ 1557196 w 1557196"/>
                <a:gd name="connsiteY13" fmla="*/ 434633 h 434633"/>
                <a:gd name="connsiteX0" fmla="*/ 0 w 1557196"/>
                <a:gd name="connsiteY0" fmla="*/ 253510 h 371205"/>
                <a:gd name="connsiteX1" fmla="*/ 208229 w 1557196"/>
                <a:gd name="connsiteY1" fmla="*/ 298777 h 371205"/>
                <a:gd name="connsiteX2" fmla="*/ 344031 w 1557196"/>
                <a:gd name="connsiteY2" fmla="*/ 298777 h 371205"/>
                <a:gd name="connsiteX3" fmla="*/ 398352 w 1557196"/>
                <a:gd name="connsiteY3" fmla="*/ 208242 h 371205"/>
                <a:gd name="connsiteX4" fmla="*/ 479833 w 1557196"/>
                <a:gd name="connsiteY4" fmla="*/ 12 h 371205"/>
                <a:gd name="connsiteX5" fmla="*/ 525101 w 1557196"/>
                <a:gd name="connsiteY5" fmla="*/ 199189 h 371205"/>
                <a:gd name="connsiteX6" fmla="*/ 624689 w 1557196"/>
                <a:gd name="connsiteY6" fmla="*/ 298777 h 371205"/>
                <a:gd name="connsiteX7" fmla="*/ 787651 w 1557196"/>
                <a:gd name="connsiteY7" fmla="*/ 298777 h 371205"/>
                <a:gd name="connsiteX8" fmla="*/ 950613 w 1557196"/>
                <a:gd name="connsiteY8" fmla="*/ 108654 h 371205"/>
                <a:gd name="connsiteX9" fmla="*/ 1122629 w 1557196"/>
                <a:gd name="connsiteY9" fmla="*/ 90547 h 371205"/>
                <a:gd name="connsiteX10" fmla="*/ 1294645 w 1557196"/>
                <a:gd name="connsiteY10" fmla="*/ 262563 h 371205"/>
                <a:gd name="connsiteX11" fmla="*/ 1358019 w 1557196"/>
                <a:gd name="connsiteY11" fmla="*/ 199189 h 371205"/>
                <a:gd name="connsiteX12" fmla="*/ 1557196 w 1557196"/>
                <a:gd name="connsiteY12" fmla="*/ 371205 h 37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7196" h="371205">
                  <a:moveTo>
                    <a:pt x="0" y="253510"/>
                  </a:moveTo>
                  <a:cubicBezTo>
                    <a:pt x="57338" y="304058"/>
                    <a:pt x="150891" y="291233"/>
                    <a:pt x="208229" y="298777"/>
                  </a:cubicBezTo>
                  <a:cubicBezTo>
                    <a:pt x="265568" y="306322"/>
                    <a:pt x="312344" y="313866"/>
                    <a:pt x="344031" y="298777"/>
                  </a:cubicBezTo>
                  <a:cubicBezTo>
                    <a:pt x="375718" y="283688"/>
                    <a:pt x="375718" y="258036"/>
                    <a:pt x="398352" y="208242"/>
                  </a:cubicBezTo>
                  <a:cubicBezTo>
                    <a:pt x="420986" y="158448"/>
                    <a:pt x="458708" y="1521"/>
                    <a:pt x="479833" y="12"/>
                  </a:cubicBezTo>
                  <a:cubicBezTo>
                    <a:pt x="500958" y="-1497"/>
                    <a:pt x="500958" y="149395"/>
                    <a:pt x="525101" y="199189"/>
                  </a:cubicBezTo>
                  <a:cubicBezTo>
                    <a:pt x="549244" y="248983"/>
                    <a:pt x="580931" y="282179"/>
                    <a:pt x="624689" y="298777"/>
                  </a:cubicBezTo>
                  <a:cubicBezTo>
                    <a:pt x="668447" y="315375"/>
                    <a:pt x="733330" y="330464"/>
                    <a:pt x="787651" y="298777"/>
                  </a:cubicBezTo>
                  <a:cubicBezTo>
                    <a:pt x="841972" y="267090"/>
                    <a:pt x="894783" y="143359"/>
                    <a:pt x="950613" y="108654"/>
                  </a:cubicBezTo>
                  <a:cubicBezTo>
                    <a:pt x="1006443" y="73949"/>
                    <a:pt x="1065290" y="64896"/>
                    <a:pt x="1122629" y="90547"/>
                  </a:cubicBezTo>
                  <a:cubicBezTo>
                    <a:pt x="1179968" y="116198"/>
                    <a:pt x="1255413" y="244456"/>
                    <a:pt x="1294645" y="262563"/>
                  </a:cubicBezTo>
                  <a:cubicBezTo>
                    <a:pt x="1333877" y="280670"/>
                    <a:pt x="1314261" y="181082"/>
                    <a:pt x="1358019" y="199189"/>
                  </a:cubicBezTo>
                  <a:cubicBezTo>
                    <a:pt x="1401777" y="217296"/>
                    <a:pt x="1479486" y="294250"/>
                    <a:pt x="1557196" y="371205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4F03650C-74C9-4067-94A0-4C8B2D6FA208}"/>
              </a:ext>
            </a:extLst>
          </p:cNvPr>
          <p:cNvCxnSpPr>
            <a:cxnSpLocks/>
            <a:endCxn id="61" idx="3"/>
          </p:cNvCxnSpPr>
          <p:nvPr/>
        </p:nvCxnSpPr>
        <p:spPr>
          <a:xfrm flipV="1">
            <a:off x="3875845" y="5326467"/>
            <a:ext cx="975481" cy="217550"/>
          </a:xfrm>
          <a:prstGeom prst="curved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6A4FB0F-03F8-4978-81B3-D966E91528DC}"/>
                  </a:ext>
                </a:extLst>
              </p:cNvPr>
              <p:cNvSpPr txBox="1"/>
              <p:nvPr/>
            </p:nvSpPr>
            <p:spPr>
              <a:xfrm>
                <a:off x="11363019" y="5154877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6A4FB0F-03F8-4978-81B3-D966E9152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3019" y="5154877"/>
                <a:ext cx="371475" cy="369332"/>
              </a:xfrm>
              <a:prstGeom prst="rect">
                <a:avLst/>
              </a:prstGeom>
              <a:blipFill>
                <a:blip r:embed="rId4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4C01974-1F6A-4DBC-8CE4-4FA6CEA157B3}"/>
              </a:ext>
            </a:extLst>
          </p:cNvPr>
          <p:cNvCxnSpPr>
            <a:cxnSpLocks/>
          </p:cNvCxnSpPr>
          <p:nvPr/>
        </p:nvCxnSpPr>
        <p:spPr>
          <a:xfrm>
            <a:off x="5741524" y="5361606"/>
            <a:ext cx="411414" cy="231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ECA8676-500B-460B-BC23-67B3A8BE39AB}"/>
              </a:ext>
            </a:extLst>
          </p:cNvPr>
          <p:cNvCxnSpPr>
            <a:cxnSpLocks/>
          </p:cNvCxnSpPr>
          <p:nvPr/>
        </p:nvCxnSpPr>
        <p:spPr>
          <a:xfrm>
            <a:off x="10951605" y="536044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BFB039E6-57E4-4DBE-B751-A4CEF1009C57}"/>
              </a:ext>
            </a:extLst>
          </p:cNvPr>
          <p:cNvCxnSpPr>
            <a:cxnSpLocks/>
            <a:endCxn id="87" idx="0"/>
          </p:cNvCxnSpPr>
          <p:nvPr/>
        </p:nvCxnSpPr>
        <p:spPr>
          <a:xfrm flipV="1">
            <a:off x="7913328" y="5423801"/>
            <a:ext cx="1452763" cy="294619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44B691D0-6BA4-409B-AB29-F869922937B2}"/>
              </a:ext>
            </a:extLst>
          </p:cNvPr>
          <p:cNvSpPr/>
          <p:nvPr/>
        </p:nvSpPr>
        <p:spPr>
          <a:xfrm>
            <a:off x="2152824" y="4654483"/>
            <a:ext cx="212474" cy="146303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E2577956-9968-4D18-BABD-492E7059B988}"/>
              </a:ext>
            </a:extLst>
          </p:cNvPr>
          <p:cNvSpPr/>
          <p:nvPr/>
        </p:nvSpPr>
        <p:spPr>
          <a:xfrm>
            <a:off x="6215678" y="4635305"/>
            <a:ext cx="212474" cy="1463030"/>
          </a:xfrm>
          <a:prstGeom prst="leftBrac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E9865F-A78C-49D7-AC71-D98AE67AAF08}"/>
              </a:ext>
            </a:extLst>
          </p:cNvPr>
          <p:cNvSpPr txBox="1"/>
          <p:nvPr/>
        </p:nvSpPr>
        <p:spPr>
          <a:xfrm>
            <a:off x="670559" y="1321033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Estimate model parameters in catchments with observations.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5ED51B-38CF-47A9-8D4C-5D26D70E5312}"/>
              </a:ext>
            </a:extLst>
          </p:cNvPr>
          <p:cNvSpPr txBox="1"/>
          <p:nvPr/>
        </p:nvSpPr>
        <p:spPr>
          <a:xfrm>
            <a:off x="7074854" y="2157847"/>
            <a:ext cx="387675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Limitations</a:t>
            </a: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Lumped parameter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Computation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What’s learnt from one catchment is not </a:t>
            </a: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transferred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to other catchments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376436-BDBF-4AB4-A31B-9B9AC4DE2E1E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2A8AFB-1787-451A-8BD6-FC137DFF7786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7FCF1C-03EF-43CD-819C-2646E90DD6A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C6FE11-4011-49C0-BB8C-798C6B642913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A769837-1AD0-4630-93FC-EA283FA02175}"/>
                  </a:ext>
                </a:extLst>
              </p:cNvPr>
              <p:cNvSpPr txBox="1"/>
              <p:nvPr/>
            </p:nvSpPr>
            <p:spPr>
              <a:xfrm>
                <a:off x="709481" y="4450639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A769837-1AD0-4630-93FC-EA283FA02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81" y="4450639"/>
                <a:ext cx="3714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844FC46-55CB-452E-870F-FD7665E4D846}"/>
                  </a:ext>
                </a:extLst>
              </p:cNvPr>
              <p:cNvSpPr txBox="1"/>
              <p:nvPr/>
            </p:nvSpPr>
            <p:spPr>
              <a:xfrm>
                <a:off x="4279824" y="4322294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844FC46-55CB-452E-870F-FD7665E4D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824" y="4322294"/>
                <a:ext cx="371475" cy="369332"/>
              </a:xfrm>
              <a:prstGeom prst="rect">
                <a:avLst/>
              </a:prstGeom>
              <a:blipFill>
                <a:blip r:embed="rId6"/>
                <a:stretch>
                  <a:fillRect r="-1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066EB25-A7A1-40E4-A7EF-C03A940672F8}"/>
                  </a:ext>
                </a:extLst>
              </p:cNvPr>
              <p:cNvSpPr txBox="1"/>
              <p:nvPr/>
            </p:nvSpPr>
            <p:spPr>
              <a:xfrm>
                <a:off x="9276245" y="4339695"/>
                <a:ext cx="3714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066EB25-A7A1-40E4-A7EF-C03A94067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6245" y="4339695"/>
                <a:ext cx="3714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37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23" grpId="0"/>
      <p:bldP spid="104" grpId="0"/>
      <p:bldP spid="118" grpId="0"/>
      <p:bldP spid="29" grpId="0" animBg="1"/>
      <p:bldP spid="67" grpId="0" animBg="1"/>
      <p:bldP spid="68" grpId="0"/>
      <p:bldP spid="70" grpId="0"/>
      <p:bldP spid="76" grpId="0"/>
      <p:bldP spid="77" grpId="0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7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510E19-354C-427C-A8D4-B192F7D382FC}"/>
              </a:ext>
            </a:extLst>
          </p:cNvPr>
          <p:cNvSpPr txBox="1"/>
          <p:nvPr/>
        </p:nvSpPr>
        <p:spPr>
          <a:xfrm>
            <a:off x="670559" y="853551"/>
            <a:ext cx="3910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Parameter regionalization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A7BF61-3E45-4850-9C21-CD59315DC4C5}"/>
              </a:ext>
            </a:extLst>
          </p:cNvPr>
          <p:cNvSpPr txBox="1"/>
          <p:nvPr/>
        </p:nvSpPr>
        <p:spPr>
          <a:xfrm>
            <a:off x="670559" y="1321033"/>
            <a:ext cx="999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Estimate model parameters in catchments without observations by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transferring parameters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 from similar calibrated catchments.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7295D5-37BB-4A87-A8F2-C6E8095473BA}"/>
              </a:ext>
            </a:extLst>
          </p:cNvPr>
          <p:cNvSpPr/>
          <p:nvPr/>
        </p:nvSpPr>
        <p:spPr>
          <a:xfrm>
            <a:off x="670559" y="4241878"/>
            <a:ext cx="6382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approaches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: use linear functions, neural networks (SOM)…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97E569ED-01DB-41FA-BAD2-6E4BCCF39139}"/>
              </a:ext>
            </a:extLst>
          </p:cNvPr>
          <p:cNvGrpSpPr/>
          <p:nvPr/>
        </p:nvGrpSpPr>
        <p:grpSpPr>
          <a:xfrm>
            <a:off x="2842788" y="2812891"/>
            <a:ext cx="1023549" cy="1297267"/>
            <a:chOff x="2842788" y="2812891"/>
            <a:chExt cx="1023549" cy="1297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A96553-95CE-468E-88E1-5C68503520F0}"/>
                    </a:ext>
                  </a:extLst>
                </p:cNvPr>
                <p:cNvSpPr txBox="1"/>
                <p:nvPr/>
              </p:nvSpPr>
              <p:spPr>
                <a:xfrm>
                  <a:off x="2842788" y="2812891"/>
                  <a:ext cx="10075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4BA96553-95CE-468E-88E1-5C6850352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2812891"/>
                  <a:ext cx="100758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4819" b="-1521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AE724D5-9115-43B6-B946-F8D79F2BDE1C}"/>
                    </a:ext>
                  </a:extLst>
                </p:cNvPr>
                <p:cNvSpPr txBox="1"/>
                <p:nvPr/>
              </p:nvSpPr>
              <p:spPr>
                <a:xfrm>
                  <a:off x="2842788" y="3148659"/>
                  <a:ext cx="1023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AE724D5-9115-43B6-B946-F8D79F2BD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148659"/>
                  <a:ext cx="102354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476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3779329-BF9E-4CCC-A049-90101604A4AB}"/>
                    </a:ext>
                  </a:extLst>
                </p:cNvPr>
                <p:cNvSpPr txBox="1"/>
                <p:nvPr/>
              </p:nvSpPr>
              <p:spPr>
                <a:xfrm>
                  <a:off x="2842788" y="3509993"/>
                  <a:ext cx="10235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E3779329-BF9E-4CCC-A049-90101604A4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509993"/>
                  <a:ext cx="102354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4762" b="-1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D00EBCF-4337-4652-9295-D28A60957026}"/>
                    </a:ext>
                  </a:extLst>
                </p:cNvPr>
                <p:cNvSpPr txBox="1"/>
                <p:nvPr/>
              </p:nvSpPr>
              <p:spPr>
                <a:xfrm>
                  <a:off x="2842788" y="3833159"/>
                  <a:ext cx="860427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{"/>
                            <m:endChr m:val="}"/>
                            <m:ctrlPr>
                              <a:rPr lang="en-GB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s-E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?</m:t>
                            </m:r>
                          </m:e>
                        </m:d>
                      </m:oMath>
                    </m:oMathPara>
                  </a14:m>
                  <a:endParaRPr lang="en-GB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D00EBCF-4337-4652-9295-D28A60957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2788" y="3833159"/>
                  <a:ext cx="860427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5674" b="-1777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EE124F7-29F0-43FD-992D-D63E119C11C7}"/>
              </a:ext>
            </a:extLst>
          </p:cNvPr>
          <p:cNvGrpSpPr/>
          <p:nvPr/>
        </p:nvGrpSpPr>
        <p:grpSpPr>
          <a:xfrm>
            <a:off x="5004995" y="2612483"/>
            <a:ext cx="1260002" cy="1544896"/>
            <a:chOff x="5004995" y="2612483"/>
            <a:chExt cx="1260002" cy="15448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E2A4B3F-3743-4F3D-B51F-4E7E9CD4A6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04997" y="2897379"/>
              <a:ext cx="1260000" cy="1260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Multiplication Sign 69">
              <a:extLst>
                <a:ext uri="{FF2B5EF4-FFF2-40B4-BE49-F238E27FC236}">
                  <a16:creationId xmlns:a16="http://schemas.microsoft.com/office/drawing/2014/main" id="{4912A8AB-C45C-42EF-89CA-411AAAB8DE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66673" y="373250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Multiplication Sign 71">
              <a:extLst>
                <a:ext uri="{FF2B5EF4-FFF2-40B4-BE49-F238E27FC236}">
                  <a16:creationId xmlns:a16="http://schemas.microsoft.com/office/drawing/2014/main" id="{794BDC25-395F-49B5-8BFC-0E95AD1C5F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9169" y="3547044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Multiplication Sign 72">
              <a:extLst>
                <a:ext uri="{FF2B5EF4-FFF2-40B4-BE49-F238E27FC236}">
                  <a16:creationId xmlns:a16="http://schemas.microsoft.com/office/drawing/2014/main" id="{99710DE9-1323-42C8-ABEA-3532CA2072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1640" y="2951391"/>
              <a:ext cx="180000" cy="180000"/>
            </a:xfrm>
            <a:prstGeom prst="mathMultiply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Multiplication Sign 73">
              <a:extLst>
                <a:ext uri="{FF2B5EF4-FFF2-40B4-BE49-F238E27FC236}">
                  <a16:creationId xmlns:a16="http://schemas.microsoft.com/office/drawing/2014/main" id="{AADB138A-7F4C-4E1A-80F8-E3A186528F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2243" y="3397796"/>
              <a:ext cx="180000" cy="180000"/>
            </a:xfrm>
            <a:prstGeom prst="mathMultiply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50BC0B-34E0-4989-A5D5-78D4438006D1}"/>
                    </a:ext>
                  </a:extLst>
                </p:cNvPr>
                <p:cNvSpPr txBox="1"/>
                <p:nvPr/>
              </p:nvSpPr>
              <p:spPr>
                <a:xfrm>
                  <a:off x="5048566" y="2884298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050BC0B-34E0-4989-A5D5-78D443800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566" y="2884298"/>
                  <a:ext cx="180000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36667" r="-30000" b="-121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46BAC01-37A9-4BDD-94C1-93F8BAB68CA2}"/>
                    </a:ext>
                  </a:extLst>
                </p:cNvPr>
                <p:cNvSpPr txBox="1"/>
                <p:nvPr/>
              </p:nvSpPr>
              <p:spPr>
                <a:xfrm>
                  <a:off x="5048566" y="3871001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946BAC01-37A9-4BDD-94C1-93F8BAB68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8566" y="3871001"/>
                  <a:ext cx="180000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36667" r="-33333" b="-15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B490E25-7BB9-4320-8A56-543D3694B6B8}"/>
                    </a:ext>
                  </a:extLst>
                </p:cNvPr>
                <p:cNvSpPr txBox="1"/>
                <p:nvPr/>
              </p:nvSpPr>
              <p:spPr>
                <a:xfrm>
                  <a:off x="5932738" y="3641181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1600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B490E25-7BB9-4320-8A56-543D3694B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738" y="3641181"/>
                  <a:ext cx="180000" cy="246221"/>
                </a:xfrm>
                <a:prstGeom prst="rect">
                  <a:avLst/>
                </a:prstGeom>
                <a:blipFill>
                  <a:blip r:embed="rId8"/>
                  <a:stretch>
                    <a:fillRect l="-36667" r="-33333" b="-121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610EB80-4D07-494E-8BB4-4D8079306311}"/>
                    </a:ext>
                  </a:extLst>
                </p:cNvPr>
                <p:cNvSpPr txBox="1"/>
                <p:nvPr/>
              </p:nvSpPr>
              <p:spPr>
                <a:xfrm>
                  <a:off x="5908584" y="3214754"/>
                  <a:ext cx="180000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60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s-ES" sz="16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1600" dirty="0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A610EB80-4D07-494E-8BB4-4D8079306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584" y="3214754"/>
                  <a:ext cx="180000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6667" r="-16667" b="-14634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E17BB-B70D-4DB5-B7E3-9BC3393B1388}"/>
                </a:ext>
              </a:extLst>
            </p:cNvPr>
            <p:cNvSpPr txBox="1"/>
            <p:nvPr/>
          </p:nvSpPr>
          <p:spPr>
            <a:xfrm>
              <a:off x="5004995" y="2612483"/>
              <a:ext cx="1260001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s-ES" sz="15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Attribute</a:t>
              </a:r>
              <a:r>
                <a:rPr lang="es-ES" sz="15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r>
                <a:rPr lang="es-ES" sz="15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space</a:t>
              </a:r>
              <a:endParaRPr lang="en-GB" sz="15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903949A-732D-48E8-A844-A9BD8B4C6F58}"/>
              </a:ext>
            </a:extLst>
          </p:cNvPr>
          <p:cNvCxnSpPr>
            <a:cxnSpLocks/>
          </p:cNvCxnSpPr>
          <p:nvPr/>
        </p:nvCxnSpPr>
        <p:spPr>
          <a:xfrm>
            <a:off x="4229960" y="345865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2A6BF27-DE13-4DFE-BB69-BFD6747AA173}"/>
              </a:ext>
            </a:extLst>
          </p:cNvPr>
          <p:cNvCxnSpPr>
            <a:cxnSpLocks/>
          </p:cNvCxnSpPr>
          <p:nvPr/>
        </p:nvCxnSpPr>
        <p:spPr>
          <a:xfrm>
            <a:off x="6580829" y="348502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030B53E-D543-4191-8CD6-1708187CE34F}"/>
                  </a:ext>
                </a:extLst>
              </p:cNvPr>
              <p:cNvSpPr txBox="1"/>
              <p:nvPr/>
            </p:nvSpPr>
            <p:spPr>
              <a:xfrm>
                <a:off x="7136565" y="3337864"/>
                <a:ext cx="9581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ES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GB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s-ES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030B53E-D543-4191-8CD6-1708187CE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565" y="3337864"/>
                <a:ext cx="958147" cy="276999"/>
              </a:xfrm>
              <a:prstGeom prst="rect">
                <a:avLst/>
              </a:prstGeom>
              <a:blipFill>
                <a:blip r:embed="rId10"/>
                <a:stretch>
                  <a:fillRect l="-5732" b="-1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E17700-C19A-4FE4-A814-6037051BDED1}"/>
                  </a:ext>
                </a:extLst>
              </p:cNvPr>
              <p:cNvSpPr txBox="1"/>
              <p:nvPr/>
            </p:nvSpPr>
            <p:spPr>
              <a:xfrm>
                <a:off x="2089960" y="4931140"/>
                <a:ext cx="658770" cy="1056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E17700-C19A-4FE4-A814-6037051BD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960" y="4931140"/>
                <a:ext cx="658770" cy="105657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F8E0477-B6DA-4351-8858-DD7F5E017408}"/>
                  </a:ext>
                </a:extLst>
              </p:cNvPr>
              <p:cNvSpPr txBox="1"/>
              <p:nvPr/>
            </p:nvSpPr>
            <p:spPr>
              <a:xfrm>
                <a:off x="6195061" y="4947544"/>
                <a:ext cx="658770" cy="1058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b="0" i="1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F8E0477-B6DA-4351-8858-DD7F5E017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061" y="4947544"/>
                <a:ext cx="658770" cy="105888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B5FCB2-D3AC-45C0-9CE8-11FF9B558483}"/>
                  </a:ext>
                </a:extLst>
              </p:cNvPr>
              <p:cNvSpPr txBox="1"/>
              <p:nvPr/>
            </p:nvSpPr>
            <p:spPr>
              <a:xfrm>
                <a:off x="4895349" y="4819464"/>
                <a:ext cx="65107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B5FCB2-D3AC-45C0-9CE8-11FF9B558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49" y="4819464"/>
                <a:ext cx="651076" cy="13150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7E0CE267-3213-4758-82BC-72476EAAAA23}"/>
              </a:ext>
            </a:extLst>
          </p:cNvPr>
          <p:cNvGrpSpPr/>
          <p:nvPr/>
        </p:nvGrpSpPr>
        <p:grpSpPr>
          <a:xfrm>
            <a:off x="3354562" y="5003553"/>
            <a:ext cx="795522" cy="952040"/>
            <a:chOff x="2842788" y="4879032"/>
            <a:chExt cx="795522" cy="9520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687AB1-B24F-48EC-8AEB-6620ABD8AD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4879032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A6FF4F7F-877B-4C3D-B982-C5D12D1763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146854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E9084AA-D733-4F88-9AA7-DBBFDF7FBF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419250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0282864-E755-4347-A16C-FC52E4E11B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687072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91D4C07-C2F4-451E-8EA3-43C4B82D4F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4980291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2451D794-BB9F-47E4-8C2A-C382A87B2D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2481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0EA43F3-51C6-4669-A598-30CAB0359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520509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F7980F4-2BB4-4E48-8409-41BB654507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124291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3537C36-0F9F-4000-8BBF-075B1846EE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3921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1D4C45-3BD6-4D4A-BF06-7AE93EF8A7E4}"/>
                </a:ext>
              </a:extLst>
            </p:cNvPr>
            <p:cNvCxnSpPr>
              <a:cxnSpLocks/>
              <a:stCxn id="25" idx="6"/>
              <a:endCxn id="99" idx="2"/>
            </p:cNvCxnSpPr>
            <p:nvPr/>
          </p:nvCxnSpPr>
          <p:spPr>
            <a:xfrm>
              <a:off x="2986788" y="4951032"/>
              <a:ext cx="181761" cy="3690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3F583D8-A834-4910-A2ED-AC9D59505227}"/>
                </a:ext>
              </a:extLst>
            </p:cNvPr>
            <p:cNvCxnSpPr>
              <a:cxnSpLocks/>
              <a:stCxn id="25" idx="6"/>
              <a:endCxn id="98" idx="2"/>
            </p:cNvCxnSpPr>
            <p:nvPr/>
          </p:nvCxnSpPr>
          <p:spPr>
            <a:xfrm>
              <a:off x="2986788" y="4951032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7B199EF-F561-4246-9146-2459E35FCE5C}"/>
                </a:ext>
              </a:extLst>
            </p:cNvPr>
            <p:cNvCxnSpPr>
              <a:cxnSpLocks/>
              <a:stCxn id="25" idx="6"/>
              <a:endCxn id="100" idx="2"/>
            </p:cNvCxnSpPr>
            <p:nvPr/>
          </p:nvCxnSpPr>
          <p:spPr>
            <a:xfrm>
              <a:off x="2986788" y="4951032"/>
              <a:ext cx="181761" cy="64147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E510D32-31DB-4A0E-9454-5FCD7EA06A64}"/>
                </a:ext>
              </a:extLst>
            </p:cNvPr>
            <p:cNvCxnSpPr>
              <a:cxnSpLocks/>
              <a:stCxn id="94" idx="6"/>
              <a:endCxn id="98" idx="2"/>
            </p:cNvCxnSpPr>
            <p:nvPr/>
          </p:nvCxnSpPr>
          <p:spPr>
            <a:xfrm flipV="1">
              <a:off x="2986788" y="5052291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A290D13-C547-4E01-B100-D1EC5C8440B6}"/>
                </a:ext>
              </a:extLst>
            </p:cNvPr>
            <p:cNvCxnSpPr>
              <a:cxnSpLocks/>
              <a:stCxn id="94" idx="6"/>
              <a:endCxn id="99" idx="2"/>
            </p:cNvCxnSpPr>
            <p:nvPr/>
          </p:nvCxnSpPr>
          <p:spPr>
            <a:xfrm>
              <a:off x="2986788" y="5218854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D52A7FA-F5EB-48F1-A841-0608F7BCD911}"/>
                </a:ext>
              </a:extLst>
            </p:cNvPr>
            <p:cNvCxnSpPr>
              <a:cxnSpLocks/>
              <a:stCxn id="94" idx="6"/>
              <a:endCxn id="100" idx="2"/>
            </p:cNvCxnSpPr>
            <p:nvPr/>
          </p:nvCxnSpPr>
          <p:spPr>
            <a:xfrm>
              <a:off x="2986788" y="5218854"/>
              <a:ext cx="181761" cy="373655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30012C65-CDA3-4188-BC6C-3931CC27A0CC}"/>
                </a:ext>
              </a:extLst>
            </p:cNvPr>
            <p:cNvCxnSpPr>
              <a:cxnSpLocks/>
              <a:stCxn id="96" idx="6"/>
              <a:endCxn id="100" idx="2"/>
            </p:cNvCxnSpPr>
            <p:nvPr/>
          </p:nvCxnSpPr>
          <p:spPr>
            <a:xfrm>
              <a:off x="2986788" y="5491250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F383E40-8365-47BF-8CA7-428D59062135}"/>
                </a:ext>
              </a:extLst>
            </p:cNvPr>
            <p:cNvCxnSpPr>
              <a:cxnSpLocks/>
              <a:stCxn id="96" idx="6"/>
              <a:endCxn id="99" idx="2"/>
            </p:cNvCxnSpPr>
            <p:nvPr/>
          </p:nvCxnSpPr>
          <p:spPr>
            <a:xfrm flipV="1">
              <a:off x="2986788" y="5320113"/>
              <a:ext cx="181761" cy="17113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D5C9856-0BBC-431E-9CD1-5819D729864E}"/>
                </a:ext>
              </a:extLst>
            </p:cNvPr>
            <p:cNvCxnSpPr>
              <a:cxnSpLocks/>
              <a:stCxn id="96" idx="6"/>
              <a:endCxn id="98" idx="2"/>
            </p:cNvCxnSpPr>
            <p:nvPr/>
          </p:nvCxnSpPr>
          <p:spPr>
            <a:xfrm flipV="1">
              <a:off x="2986788" y="5052291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001D002-8374-4E09-962E-C6A4EF8E3962}"/>
                </a:ext>
              </a:extLst>
            </p:cNvPr>
            <p:cNvCxnSpPr>
              <a:cxnSpLocks/>
              <a:stCxn id="97" idx="6"/>
              <a:endCxn id="100" idx="2"/>
            </p:cNvCxnSpPr>
            <p:nvPr/>
          </p:nvCxnSpPr>
          <p:spPr>
            <a:xfrm flipV="1">
              <a:off x="2986788" y="5592509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6D17DE9A-2A78-4EEB-92EB-5B7C54718938}"/>
                </a:ext>
              </a:extLst>
            </p:cNvPr>
            <p:cNvCxnSpPr>
              <a:cxnSpLocks/>
              <a:stCxn id="97" idx="6"/>
              <a:endCxn id="99" idx="2"/>
            </p:cNvCxnSpPr>
            <p:nvPr/>
          </p:nvCxnSpPr>
          <p:spPr>
            <a:xfrm flipV="1">
              <a:off x="2986788" y="5320113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C006B153-276F-460F-8225-D04140DE7AC1}"/>
                </a:ext>
              </a:extLst>
            </p:cNvPr>
            <p:cNvCxnSpPr>
              <a:cxnSpLocks/>
              <a:stCxn id="97" idx="6"/>
              <a:endCxn id="98" idx="2"/>
            </p:cNvCxnSpPr>
            <p:nvPr/>
          </p:nvCxnSpPr>
          <p:spPr>
            <a:xfrm flipV="1">
              <a:off x="2986788" y="5052291"/>
              <a:ext cx="181761" cy="7067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AF2F19C-5A54-478A-9E1C-91B17FD503F0}"/>
                </a:ext>
              </a:extLst>
            </p:cNvPr>
            <p:cNvCxnSpPr>
              <a:cxnSpLocks/>
              <a:stCxn id="98" idx="6"/>
              <a:endCxn id="102" idx="2"/>
            </p:cNvCxnSpPr>
            <p:nvPr/>
          </p:nvCxnSpPr>
          <p:spPr>
            <a:xfrm>
              <a:off x="3312549" y="5052291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F702E8FA-EB03-4132-9063-34662E89F9F7}"/>
                </a:ext>
              </a:extLst>
            </p:cNvPr>
            <p:cNvCxnSpPr>
              <a:cxnSpLocks/>
              <a:stCxn id="98" idx="6"/>
              <a:endCxn id="103" idx="2"/>
            </p:cNvCxnSpPr>
            <p:nvPr/>
          </p:nvCxnSpPr>
          <p:spPr>
            <a:xfrm>
              <a:off x="3312549" y="5052291"/>
              <a:ext cx="181761" cy="411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917C481-6270-4907-85AF-1DA9514766A3}"/>
                </a:ext>
              </a:extLst>
            </p:cNvPr>
            <p:cNvCxnSpPr>
              <a:cxnSpLocks/>
              <a:stCxn id="99" idx="6"/>
              <a:endCxn id="102" idx="2"/>
            </p:cNvCxnSpPr>
            <p:nvPr/>
          </p:nvCxnSpPr>
          <p:spPr>
            <a:xfrm flipV="1">
              <a:off x="3312549" y="5196291"/>
              <a:ext cx="181761" cy="123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30B4634-7DBF-4C85-A524-ED4B4A742692}"/>
                </a:ext>
              </a:extLst>
            </p:cNvPr>
            <p:cNvCxnSpPr>
              <a:cxnSpLocks/>
              <a:stCxn id="99" idx="6"/>
              <a:endCxn id="103" idx="2"/>
            </p:cNvCxnSpPr>
            <p:nvPr/>
          </p:nvCxnSpPr>
          <p:spPr>
            <a:xfrm>
              <a:off x="3312549" y="5320113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CE4BCEC-2A8D-4BD9-BE5A-71316B85D012}"/>
                </a:ext>
              </a:extLst>
            </p:cNvPr>
            <p:cNvCxnSpPr>
              <a:cxnSpLocks/>
              <a:stCxn id="100" idx="6"/>
              <a:endCxn id="102" idx="2"/>
            </p:cNvCxnSpPr>
            <p:nvPr/>
          </p:nvCxnSpPr>
          <p:spPr>
            <a:xfrm flipV="1">
              <a:off x="3312549" y="5196291"/>
              <a:ext cx="181761" cy="39621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DED36C-04C5-4E7C-BA49-1B05E379515E}"/>
                </a:ext>
              </a:extLst>
            </p:cNvPr>
            <p:cNvCxnSpPr>
              <a:cxnSpLocks/>
              <a:stCxn id="100" idx="6"/>
              <a:endCxn id="103" idx="2"/>
            </p:cNvCxnSpPr>
            <p:nvPr/>
          </p:nvCxnSpPr>
          <p:spPr>
            <a:xfrm flipV="1">
              <a:off x="3312549" y="5464113"/>
              <a:ext cx="181761" cy="12839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D1957A3-A5DB-47F1-A6CD-84E0A5AD954D}"/>
              </a:ext>
            </a:extLst>
          </p:cNvPr>
          <p:cNvCxnSpPr>
            <a:cxnSpLocks/>
          </p:cNvCxnSpPr>
          <p:nvPr/>
        </p:nvCxnSpPr>
        <p:spPr>
          <a:xfrm>
            <a:off x="2817441" y="5413057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FE4C663-311B-4AD9-8909-9A20B8BABC52}"/>
              </a:ext>
            </a:extLst>
          </p:cNvPr>
          <p:cNvCxnSpPr>
            <a:cxnSpLocks/>
          </p:cNvCxnSpPr>
          <p:nvPr/>
        </p:nvCxnSpPr>
        <p:spPr>
          <a:xfrm>
            <a:off x="4376081" y="5409773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4542F884-5B85-4FDA-B597-9AD6559ECA35}"/>
              </a:ext>
            </a:extLst>
          </p:cNvPr>
          <p:cNvCxnSpPr>
            <a:cxnSpLocks/>
          </p:cNvCxnSpPr>
          <p:nvPr/>
        </p:nvCxnSpPr>
        <p:spPr>
          <a:xfrm>
            <a:off x="5654697" y="5407346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4BE4DD10-CF2A-42D5-96C8-D8EA36CC2B0A}"/>
              </a:ext>
            </a:extLst>
          </p:cNvPr>
          <p:cNvSpPr txBox="1"/>
          <p:nvPr/>
        </p:nvSpPr>
        <p:spPr>
          <a:xfrm rot="21302449">
            <a:off x="7693044" y="4982969"/>
            <a:ext cx="1840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Problem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of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parameter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identifiability</a:t>
            </a:r>
            <a:endParaRPr lang="en-GB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C0018DC-D723-41D7-8C99-F306E6ADF467}"/>
              </a:ext>
            </a:extLst>
          </p:cNvPr>
          <p:cNvSpPr txBox="1"/>
          <p:nvPr/>
        </p:nvSpPr>
        <p:spPr>
          <a:xfrm>
            <a:off x="670559" y="2058569"/>
            <a:ext cx="999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GloFAS</a:t>
            </a:r>
            <a:r>
              <a:rPr lang="en-US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Parameters are transferred based on climate and geographical proximity.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5E58F2C-0BA9-4085-8918-A34AFD70FEE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91E0D5A-35C1-4CFD-9E6D-DF280633B61F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768FDF2-21C2-4D78-BEE3-537347559269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712956B-0122-4B18-B1FC-F81D7F1A326A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279710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64" grpId="0"/>
      <p:bldP spid="2" grpId="0"/>
      <p:bldP spid="81" grpId="0"/>
      <p:bldP spid="24" grpId="0"/>
      <p:bldP spid="85" grpId="0"/>
      <p:bldP spid="89" grpId="0"/>
      <p:bldP spid="155" grpId="0"/>
      <p:bldP spid="1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2C82FAC5-CE79-4020-A92E-451A1D022690}"/>
              </a:ext>
            </a:extLst>
          </p:cNvPr>
          <p:cNvSpPr txBox="1"/>
          <p:nvPr/>
        </p:nvSpPr>
        <p:spPr>
          <a:xfrm>
            <a:off x="2572200" y="4856237"/>
            <a:ext cx="1596718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5"/>
              </a:buClr>
            </a:pP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8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17677-28E5-4AE1-9EEB-DDEFB84E064B}"/>
              </a:ext>
            </a:extLst>
          </p:cNvPr>
          <p:cNvSpPr txBox="1"/>
          <p:nvPr/>
        </p:nvSpPr>
        <p:spPr>
          <a:xfrm>
            <a:off x="670559" y="1310754"/>
            <a:ext cx="999655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To utilize the power of deep learning in the calibration of process-based hydrological </a:t>
            </a: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models.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It merges the model calibration and parameter regionalization into a single modelling chain that leverages the computation power and learning capacity of deep learning.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0DBD6-BF09-453F-B7EA-50A3F159FD4E}"/>
                  </a:ext>
                </a:extLst>
              </p:cNvPr>
              <p:cNvSpPr txBox="1"/>
              <p:nvPr/>
            </p:nvSpPr>
            <p:spPr>
              <a:xfrm>
                <a:off x="1644267" y="4072872"/>
                <a:ext cx="658770" cy="1056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0DBD6-BF09-453F-B7EA-50A3F159F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267" y="4072872"/>
                <a:ext cx="658770" cy="10565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942669-076F-4EE0-AD25-833A9951BF1F}"/>
                  </a:ext>
                </a:extLst>
              </p:cNvPr>
              <p:cNvSpPr txBox="1"/>
              <p:nvPr/>
            </p:nvSpPr>
            <p:spPr>
              <a:xfrm>
                <a:off x="4449656" y="3961196"/>
                <a:ext cx="651076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i="1">
                                          <a:latin typeface="Cambria Math" panose="02040503050406030204" pitchFamily="18" charset="0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i="1">
                                              <a:latin typeface="Cambria Math" panose="02040503050406030204" pitchFamily="18" charset="0"/>
                                            </a:rPr>
                                            <m:t>θ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942669-076F-4EE0-AD25-833A9951B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656" y="3961196"/>
                <a:ext cx="651076" cy="1315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7F1EFB5-5EA4-45F2-BD1A-A5F64144E73C}"/>
              </a:ext>
            </a:extLst>
          </p:cNvPr>
          <p:cNvGrpSpPr/>
          <p:nvPr/>
        </p:nvGrpSpPr>
        <p:grpSpPr>
          <a:xfrm>
            <a:off x="2908869" y="4145285"/>
            <a:ext cx="795522" cy="952040"/>
            <a:chOff x="2842788" y="4879032"/>
            <a:chExt cx="795522" cy="9520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5ABA431-725B-4152-9A20-53A471A804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4879032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0145AA5-D67D-414E-A65F-7FB6FC970A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146854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3D85DD8-91CA-4001-B178-575AFD012D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419250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CF77C16-94E8-4F05-8E01-D98B04583B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2788" y="5687072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99440E3-0489-4C70-8F8A-DD14CDEC9E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4980291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0E7AAA-9EE5-4A11-B501-480537E561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2481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D7C4D2D-7675-442F-9F0D-BE10047406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68549" y="5520509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9403AB3-D11A-450E-9405-F31A78E2D3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124291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0B3FE96-3CFF-420F-8957-5121094D04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94310" y="53921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49AF560-2ACC-4FEB-A98D-1F7FAF731A33}"/>
                </a:ext>
              </a:extLst>
            </p:cNvPr>
            <p:cNvCxnSpPr>
              <a:cxnSpLocks/>
              <a:stCxn id="10" idx="6"/>
              <a:endCxn id="15" idx="2"/>
            </p:cNvCxnSpPr>
            <p:nvPr/>
          </p:nvCxnSpPr>
          <p:spPr>
            <a:xfrm>
              <a:off x="2986788" y="4951032"/>
              <a:ext cx="181761" cy="3690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A0CE27F-BDFA-4B5C-B533-BB09AB8EF7C3}"/>
                </a:ext>
              </a:extLst>
            </p:cNvPr>
            <p:cNvCxnSpPr>
              <a:cxnSpLocks/>
              <a:stCxn id="10" idx="6"/>
              <a:endCxn id="14" idx="2"/>
            </p:cNvCxnSpPr>
            <p:nvPr/>
          </p:nvCxnSpPr>
          <p:spPr>
            <a:xfrm>
              <a:off x="2986788" y="4951032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0B325A-DB78-4EC8-AD74-7F0C4C959211}"/>
                </a:ext>
              </a:extLst>
            </p:cNvPr>
            <p:cNvCxnSpPr>
              <a:cxnSpLocks/>
              <a:stCxn id="10" idx="6"/>
              <a:endCxn id="16" idx="2"/>
            </p:cNvCxnSpPr>
            <p:nvPr/>
          </p:nvCxnSpPr>
          <p:spPr>
            <a:xfrm>
              <a:off x="2986788" y="4951032"/>
              <a:ext cx="181761" cy="64147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C804FDE-21EF-4978-BF6B-AF27C6262847}"/>
                </a:ext>
              </a:extLst>
            </p:cNvPr>
            <p:cNvCxnSpPr>
              <a:cxnSpLocks/>
              <a:stCxn id="11" idx="6"/>
              <a:endCxn id="14" idx="2"/>
            </p:cNvCxnSpPr>
            <p:nvPr/>
          </p:nvCxnSpPr>
          <p:spPr>
            <a:xfrm flipV="1">
              <a:off x="2986788" y="5052291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9ED4133-B2B1-408F-B8C0-CCB33125E096}"/>
                </a:ext>
              </a:extLst>
            </p:cNvPr>
            <p:cNvCxnSpPr>
              <a:cxnSpLocks/>
              <a:stCxn id="11" idx="6"/>
              <a:endCxn id="15" idx="2"/>
            </p:cNvCxnSpPr>
            <p:nvPr/>
          </p:nvCxnSpPr>
          <p:spPr>
            <a:xfrm>
              <a:off x="2986788" y="5218854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E197BC-58EE-4488-B3BC-EEDB4610E2BC}"/>
                </a:ext>
              </a:extLst>
            </p:cNvPr>
            <p:cNvCxnSpPr>
              <a:cxnSpLocks/>
              <a:stCxn id="11" idx="6"/>
              <a:endCxn id="16" idx="2"/>
            </p:cNvCxnSpPr>
            <p:nvPr/>
          </p:nvCxnSpPr>
          <p:spPr>
            <a:xfrm>
              <a:off x="2986788" y="5218854"/>
              <a:ext cx="181761" cy="373655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236567-1DC1-4162-89D3-949F5A4FAAEB}"/>
                </a:ext>
              </a:extLst>
            </p:cNvPr>
            <p:cNvCxnSpPr>
              <a:cxnSpLocks/>
              <a:stCxn id="12" idx="6"/>
              <a:endCxn id="16" idx="2"/>
            </p:cNvCxnSpPr>
            <p:nvPr/>
          </p:nvCxnSpPr>
          <p:spPr>
            <a:xfrm>
              <a:off x="2986788" y="5491250"/>
              <a:ext cx="181761" cy="1012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2B3148-6CDE-4BF8-A6EB-06E44194F22A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2986788" y="5320113"/>
              <a:ext cx="181761" cy="171137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CE23137-C8AE-4B0F-B4F1-820C6D524278}"/>
                </a:ext>
              </a:extLst>
            </p:cNvPr>
            <p:cNvCxnSpPr>
              <a:cxnSpLocks/>
              <a:stCxn id="12" idx="6"/>
              <a:endCxn id="14" idx="2"/>
            </p:cNvCxnSpPr>
            <p:nvPr/>
          </p:nvCxnSpPr>
          <p:spPr>
            <a:xfrm flipV="1">
              <a:off x="2986788" y="5052291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C6DE282-C0B3-4072-ABD3-20C9300F10D3}"/>
                </a:ext>
              </a:extLst>
            </p:cNvPr>
            <p:cNvCxnSpPr>
              <a:cxnSpLocks/>
              <a:stCxn id="13" idx="6"/>
              <a:endCxn id="16" idx="2"/>
            </p:cNvCxnSpPr>
            <p:nvPr/>
          </p:nvCxnSpPr>
          <p:spPr>
            <a:xfrm flipV="1">
              <a:off x="2986788" y="5592509"/>
              <a:ext cx="181761" cy="1665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37D9F1D-7A0A-49CC-B2CF-E2B3706E31BA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 flipV="1">
              <a:off x="2986788" y="5320113"/>
              <a:ext cx="181761" cy="43895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7B6E4E-3652-4614-8037-AD2AB69B255E}"/>
                </a:ext>
              </a:extLst>
            </p:cNvPr>
            <p:cNvCxnSpPr>
              <a:cxnSpLocks/>
              <a:stCxn id="13" idx="6"/>
              <a:endCxn id="14" idx="2"/>
            </p:cNvCxnSpPr>
            <p:nvPr/>
          </p:nvCxnSpPr>
          <p:spPr>
            <a:xfrm flipV="1">
              <a:off x="2986788" y="5052291"/>
              <a:ext cx="181761" cy="706781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7819D8B-EEE2-48DE-A352-A6461AD2E00C}"/>
                </a:ext>
              </a:extLst>
            </p:cNvPr>
            <p:cNvCxnSpPr>
              <a:cxnSpLocks/>
              <a:stCxn id="14" idx="6"/>
              <a:endCxn id="17" idx="2"/>
            </p:cNvCxnSpPr>
            <p:nvPr/>
          </p:nvCxnSpPr>
          <p:spPr>
            <a:xfrm>
              <a:off x="3312549" y="5052291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E73BFC5-CDE1-43B7-918C-0580382E47D4}"/>
                </a:ext>
              </a:extLst>
            </p:cNvPr>
            <p:cNvCxnSpPr>
              <a:cxnSpLocks/>
              <a:stCxn id="14" idx="6"/>
              <a:endCxn id="18" idx="2"/>
            </p:cNvCxnSpPr>
            <p:nvPr/>
          </p:nvCxnSpPr>
          <p:spPr>
            <a:xfrm>
              <a:off x="3312549" y="5052291"/>
              <a:ext cx="181761" cy="411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455397A-F917-4386-BCFF-A0C58F41922E}"/>
                </a:ext>
              </a:extLst>
            </p:cNvPr>
            <p:cNvCxnSpPr>
              <a:cxnSpLocks/>
              <a:stCxn id="15" idx="6"/>
              <a:endCxn id="17" idx="2"/>
            </p:cNvCxnSpPr>
            <p:nvPr/>
          </p:nvCxnSpPr>
          <p:spPr>
            <a:xfrm flipV="1">
              <a:off x="3312549" y="5196291"/>
              <a:ext cx="181761" cy="12382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FDAECA7-0A76-4607-BCAA-695041F05F52}"/>
                </a:ext>
              </a:extLst>
            </p:cNvPr>
            <p:cNvCxnSpPr>
              <a:cxnSpLocks/>
              <a:stCxn id="15" idx="6"/>
              <a:endCxn id="18" idx="2"/>
            </p:cNvCxnSpPr>
            <p:nvPr/>
          </p:nvCxnSpPr>
          <p:spPr>
            <a:xfrm>
              <a:off x="3312549" y="5320113"/>
              <a:ext cx="181761" cy="14400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51F33E4-599E-4490-AE8E-EE2B3498BB04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 flipV="1">
              <a:off x="3312549" y="5196291"/>
              <a:ext cx="181761" cy="396218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6B9FCA0-23E2-47D3-B618-257437CDEFA0}"/>
                </a:ext>
              </a:extLst>
            </p:cNvPr>
            <p:cNvCxnSpPr>
              <a:cxnSpLocks/>
              <a:stCxn id="16" idx="6"/>
              <a:endCxn id="18" idx="2"/>
            </p:cNvCxnSpPr>
            <p:nvPr/>
          </p:nvCxnSpPr>
          <p:spPr>
            <a:xfrm flipV="1">
              <a:off x="3312549" y="5464113"/>
              <a:ext cx="181761" cy="12839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80E95DF-F60A-470E-9EC4-AD10B62D66E3}"/>
              </a:ext>
            </a:extLst>
          </p:cNvPr>
          <p:cNvCxnSpPr>
            <a:cxnSpLocks/>
          </p:cNvCxnSpPr>
          <p:nvPr/>
        </p:nvCxnSpPr>
        <p:spPr>
          <a:xfrm>
            <a:off x="2371748" y="4554789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3AE6E36-89C3-4400-B42A-423AB3F2771D}"/>
              </a:ext>
            </a:extLst>
          </p:cNvPr>
          <p:cNvCxnSpPr>
            <a:cxnSpLocks/>
          </p:cNvCxnSpPr>
          <p:nvPr/>
        </p:nvCxnSpPr>
        <p:spPr>
          <a:xfrm>
            <a:off x="3930388" y="4551505"/>
            <a:ext cx="411414" cy="2318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944B65-A0FE-41EC-B662-75B8C5B216BD}"/>
                  </a:ext>
                </a:extLst>
              </p:cNvPr>
              <p:cNvSpPr txBox="1"/>
              <p:nvPr/>
            </p:nvSpPr>
            <p:spPr>
              <a:xfrm>
                <a:off x="4417873" y="2428962"/>
                <a:ext cx="696536" cy="10528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1944B65-A0FE-41EC-B662-75B8C5B21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873" y="2428962"/>
                <a:ext cx="696536" cy="10528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29266B6-C02A-47EC-BD5F-68AE7B4C19BB}"/>
              </a:ext>
            </a:extLst>
          </p:cNvPr>
          <p:cNvSpPr/>
          <p:nvPr/>
        </p:nvSpPr>
        <p:spPr>
          <a:xfrm>
            <a:off x="5938368" y="3232433"/>
            <a:ext cx="1286060" cy="111913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>
                <a:solidFill>
                  <a:schemeClr val="bg1"/>
                </a:solidFill>
              </a:rPr>
              <a:t>hydrological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model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7640765D-34C6-4442-8AAE-98F13AECD783}"/>
              </a:ext>
            </a:extLst>
          </p:cNvPr>
          <p:cNvCxnSpPr>
            <a:stCxn id="7" idx="0"/>
            <a:endCxn id="42" idx="1"/>
          </p:cNvCxnSpPr>
          <p:nvPr/>
        </p:nvCxnSpPr>
        <p:spPr>
          <a:xfrm rot="5400000" flipH="1" flipV="1">
            <a:off x="3815575" y="1950079"/>
            <a:ext cx="280870" cy="3964716"/>
          </a:xfrm>
          <a:prstGeom prst="bentConnector2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040E5BFE-D681-431F-B9CC-A89953F18B25}"/>
              </a:ext>
            </a:extLst>
          </p:cNvPr>
          <p:cNvCxnSpPr>
            <a:cxnSpLocks/>
            <a:stCxn id="8" idx="3"/>
            <a:endCxn id="42" idx="1"/>
          </p:cNvCxnSpPr>
          <p:nvPr/>
        </p:nvCxnSpPr>
        <p:spPr>
          <a:xfrm flipV="1">
            <a:off x="5100732" y="3792002"/>
            <a:ext cx="837636" cy="8267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524DCAD-1233-4F27-B2A2-31C82344723D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5114409" y="2955388"/>
            <a:ext cx="823959" cy="8366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1ADDCF6-FEAE-4E04-88EC-B7CF56166631}"/>
                  </a:ext>
                </a:extLst>
              </p:cNvPr>
              <p:cNvSpPr txBox="1"/>
              <p:nvPr/>
            </p:nvSpPr>
            <p:spPr>
              <a:xfrm>
                <a:off x="7722849" y="3134279"/>
                <a:ext cx="672620" cy="1315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1ADDCF6-FEAE-4E04-88EC-B7CF56166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849" y="3134279"/>
                <a:ext cx="672620" cy="13150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5410BF-0E11-4940-AC8E-91C4334B46AD}"/>
                  </a:ext>
                </a:extLst>
              </p:cNvPr>
              <p:cNvSpPr txBox="1"/>
              <p:nvPr/>
            </p:nvSpPr>
            <p:spPr>
              <a:xfrm>
                <a:off x="9044186" y="3269792"/>
                <a:ext cx="661078" cy="10565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eqArr>
                                <m:eqArr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···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den>
                          </m:f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5410BF-0E11-4940-AC8E-91C4334B4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186" y="3269792"/>
                <a:ext cx="661078" cy="10565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3A4EECB-9BDA-4332-BF7D-B610506B21CD}"/>
              </a:ext>
            </a:extLst>
          </p:cNvPr>
          <p:cNvCxnSpPr>
            <a:cxnSpLocks/>
            <a:stCxn id="42" idx="3"/>
            <a:endCxn id="46" idx="1"/>
          </p:cNvCxnSpPr>
          <p:nvPr/>
        </p:nvCxnSpPr>
        <p:spPr>
          <a:xfrm flipV="1">
            <a:off x="7224428" y="3791799"/>
            <a:ext cx="498421" cy="203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14EBFB9-4D11-4C63-9110-FA570BA616A7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8395469" y="3791799"/>
            <a:ext cx="648717" cy="627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stealth" w="med" len="lg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659FE10-2E8F-403F-BB37-98BD4C648F9E}"/>
              </a:ext>
            </a:extLst>
          </p:cNvPr>
          <p:cNvSpPr txBox="1"/>
          <p:nvPr/>
        </p:nvSpPr>
        <p:spPr>
          <a:xfrm>
            <a:off x="2212920" y="5678508"/>
            <a:ext cx="691183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The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hydrological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model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must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backpropagate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gradients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Differentiable</a:t>
            </a:r>
            <a:r>
              <a:rPr lang="es-ES" sz="1600" dirty="0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 </a:t>
            </a:r>
            <a:r>
              <a:rPr lang="es-ES" sz="1600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model</a:t>
            </a:r>
            <a:endParaRPr lang="es-ES" sz="1600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u="sng" dirty="0" err="1">
                <a:solidFill>
                  <a:schemeClr val="accent1">
                    <a:lumMod val="75000"/>
                  </a:schemeClr>
                </a:solidFill>
                <a:latin typeface="Segoe Print" panose="02000600000000000000" pitchFamily="2" charset="0"/>
              </a:rPr>
              <a:t>Surrogate</a:t>
            </a:r>
            <a:endParaRPr lang="es-ES" sz="1600" u="sng" dirty="0">
              <a:solidFill>
                <a:schemeClr val="accent1">
                  <a:lumMod val="75000"/>
                </a:schemeClr>
              </a:solidFill>
              <a:latin typeface="Segoe Print" panose="020006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457935-EBCF-4997-AB27-311D2CD40E9B}"/>
              </a:ext>
            </a:extLst>
          </p:cNvPr>
          <p:cNvSpPr txBox="1"/>
          <p:nvPr/>
        </p:nvSpPr>
        <p:spPr>
          <a:xfrm>
            <a:off x="670559" y="853551"/>
            <a:ext cx="3910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General idea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F71105-9F66-4890-8D62-D92A516E6152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1D7D04-FA81-4D81-9150-5C1CBC8F0015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9A98A7-80CE-40F4-9F59-D036DEF4A3D5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49D154-7148-4C76-BCEC-C04D5CD92D8C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EC647-D1A8-4751-929B-C51566A48ABA}"/>
              </a:ext>
            </a:extLst>
          </p:cNvPr>
          <p:cNvSpPr txBox="1"/>
          <p:nvPr/>
        </p:nvSpPr>
        <p:spPr>
          <a:xfrm>
            <a:off x="8461848" y="3838328"/>
            <a:ext cx="51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LF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47DE547-E7DC-418E-8FCC-745783D7F169}"/>
              </a:ext>
            </a:extLst>
          </p:cNvPr>
          <p:cNvCxnSpPr>
            <a:cxnSpLocks/>
            <a:stCxn id="57" idx="2"/>
            <a:endCxn id="63" idx="2"/>
          </p:cNvCxnSpPr>
          <p:nvPr/>
        </p:nvCxnSpPr>
        <p:spPr>
          <a:xfrm rot="5400000">
            <a:off x="5582345" y="1995875"/>
            <a:ext cx="925576" cy="5349147"/>
          </a:xfrm>
          <a:prstGeom prst="bentConnector3">
            <a:avLst>
              <a:gd name="adj1" fmla="val 12469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1281E14-5DC3-41AE-B822-67ED43B4BEC0}"/>
              </a:ext>
            </a:extLst>
          </p:cNvPr>
          <p:cNvSpPr txBox="1"/>
          <p:nvPr/>
        </p:nvSpPr>
        <p:spPr>
          <a:xfrm>
            <a:off x="5816161" y="5256009"/>
            <a:ext cx="1596718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buClr>
                <a:schemeClr val="accent5"/>
              </a:buClr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back propagation</a:t>
            </a:r>
          </a:p>
        </p:txBody>
      </p:sp>
    </p:spTree>
    <p:extLst>
      <p:ext uri="{BB962C8B-B14F-4D97-AF65-F5344CB8AC3E}">
        <p14:creationId xmlns:p14="http://schemas.microsoft.com/office/powerpoint/2010/main" val="2796335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41" grpId="0"/>
      <p:bldP spid="42" grpId="0" animBg="1"/>
      <p:bldP spid="46" grpId="0"/>
      <p:bldP spid="47" grpId="0"/>
      <p:bldP spid="50" grpId="0"/>
      <p:bldP spid="52" grpId="0"/>
      <p:bldP spid="57" grpId="0"/>
      <p:bldP spid="5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9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27C7D4-F4CE-45E1-AA31-EEEF025F3B66}"/>
              </a:ext>
            </a:extLst>
          </p:cNvPr>
          <p:cNvSpPr txBox="1"/>
          <p:nvPr/>
        </p:nvSpPr>
        <p:spPr>
          <a:xfrm>
            <a:off x="670559" y="1328358"/>
            <a:ext cx="3910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Our plan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0AF5C6-ADC5-44E3-AF04-ABE1402D3E32}"/>
              </a:ext>
            </a:extLst>
          </p:cNvPr>
          <p:cNvSpPr txBox="1"/>
          <p:nvPr/>
        </p:nvSpPr>
        <p:spPr>
          <a:xfrm>
            <a:off x="670559" y="1808329"/>
            <a:ext cx="99965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Create a surrogate of LISFLOOD-OS that replicates its discharge simulations</a:t>
            </a:r>
          </a:p>
          <a:p>
            <a:pPr marL="342900" indent="-342900">
              <a:buFont typeface="+mj-lt"/>
              <a:buAutoNum type="arabicPeriod"/>
            </a:pPr>
            <a:endParaRPr lang="en-US" sz="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Implement a parameter learning framework on top of that surrogate model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C359FE-7821-4DD3-92BF-2BB69CF24C2F}"/>
              </a:ext>
            </a:extLst>
          </p:cNvPr>
          <p:cNvSpPr txBox="1"/>
          <p:nvPr/>
        </p:nvSpPr>
        <p:spPr>
          <a:xfrm>
            <a:off x="670559" y="2861484"/>
            <a:ext cx="3910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CE3B9A6-41FD-440C-8D73-D9631EA64D4B}"/>
              </a:ext>
            </a:extLst>
          </p:cNvPr>
          <p:cNvSpPr txBox="1"/>
          <p:nvPr/>
        </p:nvSpPr>
        <p:spPr>
          <a:xfrm>
            <a:off x="670559" y="3323149"/>
            <a:ext cx="9996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We will start working on the 739 headwater catchments used in GloFASV4 regionalization: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Static maps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Meteorological forcings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Observed discharge at the outlet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Pairs of model parameter sets and simulated discharge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Optimal parameter set + discharge of the GloFAS long run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Parameter sets in the calibration + modified KGE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63F8BB-7337-4D63-8F78-4277E622A4DA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11C41E-0737-444F-9592-4DFFEB00066C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96A0C7-FB86-4C24-AAED-73F09B8C66C8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6A9A98-993D-4AC1-8259-96EA309891EC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405122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3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10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DB6EB9A-EB11-4E70-8AE0-B3F1117F3ECD}"/>
              </a:ext>
            </a:extLst>
          </p:cNvPr>
          <p:cNvSpPr>
            <a:spLocks noChangeAspect="1"/>
          </p:cNvSpPr>
          <p:nvPr/>
        </p:nvSpPr>
        <p:spPr>
          <a:xfrm>
            <a:off x="3489640" y="1526842"/>
            <a:ext cx="1440000" cy="1440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LISFLOOD-OS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2C5F271-E0B8-4222-B483-33E7BC6F1CB0}"/>
                  </a:ext>
                </a:extLst>
              </p:cNvPr>
              <p:cNvSpPr/>
              <p:nvPr/>
            </p:nvSpPr>
            <p:spPr>
              <a:xfrm>
                <a:off x="2063517" y="1915028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2C5F271-E0B8-4222-B483-33E7BC6F1C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17" y="1915028"/>
                <a:ext cx="576000" cy="288000"/>
              </a:xfrm>
              <a:prstGeom prst="roundRect">
                <a:avLst/>
              </a:prstGeom>
              <a:blipFill>
                <a:blip r:embed="rId2"/>
                <a:stretch>
                  <a:fillRect b="-63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79B5901-8E8D-4216-9315-3CED1B139D6C}"/>
                  </a:ext>
                </a:extLst>
              </p:cNvPr>
              <p:cNvSpPr/>
              <p:nvPr/>
            </p:nvSpPr>
            <p:spPr>
              <a:xfrm>
                <a:off x="2063517" y="2296720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D79B5901-8E8D-4216-9315-3CED1B139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17" y="2296720"/>
                <a:ext cx="576000" cy="288000"/>
              </a:xfrm>
              <a:prstGeom prst="roundRect">
                <a:avLst/>
              </a:prstGeom>
              <a:blipFill>
                <a:blip r:embed="rId3"/>
                <a:stretch>
                  <a:fillRect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CEDF3F-91D7-4E3E-BD28-22207AC8E35E}"/>
              </a:ext>
            </a:extLst>
          </p:cNvPr>
          <p:cNvSpPr/>
          <p:nvPr/>
        </p:nvSpPr>
        <p:spPr>
          <a:xfrm>
            <a:off x="2063520" y="2682955"/>
            <a:ext cx="576000" cy="288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l-GR" dirty="0"/>
              <a:t>θ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E716415-4ED8-485B-9052-4D0B55997915}"/>
                  </a:ext>
                </a:extLst>
              </p:cNvPr>
              <p:cNvSpPr/>
              <p:nvPr/>
            </p:nvSpPr>
            <p:spPr>
              <a:xfrm>
                <a:off x="5568715" y="2066842"/>
                <a:ext cx="900000" cy="3600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𝑠𝑖𝑚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𝑃𝐵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E716415-4ED8-485B-9052-4D0B559979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715" y="2066842"/>
                <a:ext cx="900000" cy="360000"/>
              </a:xfrm>
              <a:prstGeom prst="roundRect">
                <a:avLst/>
              </a:prstGeom>
              <a:blipFill>
                <a:blip r:embed="rId4"/>
                <a:stretch>
                  <a:fillRect l="-4762" b="-1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8B6EB5F-881C-4035-821B-63FDB6A68F36}"/>
                  </a:ext>
                </a:extLst>
              </p:cNvPr>
              <p:cNvSpPr/>
              <p:nvPr/>
            </p:nvSpPr>
            <p:spPr>
              <a:xfrm>
                <a:off x="5568715" y="4382949"/>
                <a:ext cx="900000" cy="3600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𝑠𝑖𝑚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8B6EB5F-881C-4035-821B-63FDB6A68F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715" y="4382949"/>
                <a:ext cx="900000" cy="360000"/>
              </a:xfrm>
              <a:prstGeom prst="roundRect">
                <a:avLst/>
              </a:prstGeom>
              <a:blipFill>
                <a:blip r:embed="rId5"/>
                <a:stretch>
                  <a:fillRect l="-4082" b="-1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792A2F6-E733-4878-96CB-DC082CFE6A6D}"/>
              </a:ext>
            </a:extLst>
          </p:cNvPr>
          <p:cNvSpPr>
            <a:spLocks noChangeAspect="1"/>
          </p:cNvSpPr>
          <p:nvPr/>
        </p:nvSpPr>
        <p:spPr>
          <a:xfrm>
            <a:off x="3489640" y="3839658"/>
            <a:ext cx="1440000" cy="144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/>
              <a:t>surrogate</a:t>
            </a:r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6EF2C7-D9D9-4A17-A35E-E0AA3F83340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6018715" y="2426842"/>
            <a:ext cx="0" cy="195610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lg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1DF94A1-E93E-4B8F-A27D-56F09FC8407F}"/>
              </a:ext>
            </a:extLst>
          </p:cNvPr>
          <p:cNvSpPr/>
          <p:nvPr/>
        </p:nvSpPr>
        <p:spPr>
          <a:xfrm>
            <a:off x="5535917" y="3172090"/>
            <a:ext cx="968477" cy="288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training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316694C-B916-499B-91D8-222CC104A341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>
          <a:xfrm>
            <a:off x="2639517" y="2059028"/>
            <a:ext cx="850123" cy="187814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E80743F-6819-44FC-BEF3-E3DF1B0535E8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flipV="1">
            <a:off x="2639520" y="2246842"/>
            <a:ext cx="850120" cy="580113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3BA3E8E-CA7F-42A5-A905-34F51B908C4F}"/>
              </a:ext>
            </a:extLst>
          </p:cNvPr>
          <p:cNvCxnSpPr>
            <a:cxnSpLocks/>
            <a:stCxn id="35" idx="3"/>
            <a:endCxn id="14" idx="1"/>
          </p:cNvCxnSpPr>
          <p:nvPr/>
        </p:nvCxnSpPr>
        <p:spPr>
          <a:xfrm>
            <a:off x="2651448" y="3983658"/>
            <a:ext cx="838192" cy="576000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B58A3C1A-FFE8-4096-87CC-F543D26DFC1F}"/>
              </a:ext>
            </a:extLst>
          </p:cNvPr>
          <p:cNvCxnSpPr>
            <a:cxnSpLocks/>
            <a:stCxn id="33" idx="3"/>
            <a:endCxn id="14" idx="1"/>
          </p:cNvCxnSpPr>
          <p:nvPr/>
        </p:nvCxnSpPr>
        <p:spPr>
          <a:xfrm flipV="1">
            <a:off x="2651451" y="4559658"/>
            <a:ext cx="838189" cy="574049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A7C36AE-5DD8-40A2-8366-0C65F365A357}"/>
              </a:ext>
            </a:extLst>
          </p:cNvPr>
          <p:cNvCxnSpPr>
            <a:cxnSpLocks/>
            <a:stCxn id="31" idx="3"/>
            <a:endCxn id="14" idx="1"/>
          </p:cNvCxnSpPr>
          <p:nvPr/>
        </p:nvCxnSpPr>
        <p:spPr>
          <a:xfrm>
            <a:off x="2651448" y="4360703"/>
            <a:ext cx="838192" cy="19895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3ED7689-0AF0-4A33-8551-AD4BE9EA4664}"/>
              </a:ext>
            </a:extLst>
          </p:cNvPr>
          <p:cNvCxnSpPr>
            <a:cxnSpLocks/>
            <a:stCxn id="9" idx="1"/>
            <a:endCxn id="31" idx="1"/>
          </p:cNvCxnSpPr>
          <p:nvPr/>
        </p:nvCxnSpPr>
        <p:spPr>
          <a:xfrm rot="10800000" flipH="1" flipV="1">
            <a:off x="2063516" y="2059027"/>
            <a:ext cx="11931" cy="2301675"/>
          </a:xfrm>
          <a:prstGeom prst="bentConnector3">
            <a:avLst>
              <a:gd name="adj1" fmla="val -1916017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08294EE9-FD72-4535-9009-1049932D1443}"/>
              </a:ext>
            </a:extLst>
          </p:cNvPr>
          <p:cNvCxnSpPr>
            <a:cxnSpLocks/>
            <a:stCxn id="10" idx="1"/>
            <a:endCxn id="32" idx="1"/>
          </p:cNvCxnSpPr>
          <p:nvPr/>
        </p:nvCxnSpPr>
        <p:spPr>
          <a:xfrm rot="10800000" flipH="1" flipV="1">
            <a:off x="2063516" y="2440720"/>
            <a:ext cx="11931" cy="2306752"/>
          </a:xfrm>
          <a:prstGeom prst="bentConnector3">
            <a:avLst>
              <a:gd name="adj1" fmla="val -6444782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prstDash val="dash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8C6AC7-C269-4315-8853-B177F80F229B}"/>
              </a:ext>
            </a:extLst>
          </p:cNvPr>
          <p:cNvSpPr/>
          <p:nvPr/>
        </p:nvSpPr>
        <p:spPr>
          <a:xfrm>
            <a:off x="1100733" y="3250471"/>
            <a:ext cx="874752" cy="288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patching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9BAF54-DE05-4A2A-8F85-954FE6012CF7}"/>
              </a:ext>
            </a:extLst>
          </p:cNvPr>
          <p:cNvCxnSpPr>
            <a:cxnSpLocks/>
            <a:stCxn id="8" idx="6"/>
            <a:endCxn id="12" idx="1"/>
          </p:cNvCxnSpPr>
          <p:nvPr/>
        </p:nvCxnSpPr>
        <p:spPr>
          <a:xfrm>
            <a:off x="4929640" y="2246842"/>
            <a:ext cx="63907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115C0F-605D-4A57-A337-6528CC336E30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929640" y="4559658"/>
            <a:ext cx="639075" cy="329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A50D433-CB9B-4AA8-AE11-90CA226018D4}"/>
              </a:ext>
            </a:extLst>
          </p:cNvPr>
          <p:cNvCxnSpPr>
            <a:cxnSpLocks/>
            <a:stCxn id="10" idx="3"/>
            <a:endCxn id="8" idx="2"/>
          </p:cNvCxnSpPr>
          <p:nvPr/>
        </p:nvCxnSpPr>
        <p:spPr>
          <a:xfrm flipV="1">
            <a:off x="2639517" y="2246842"/>
            <a:ext cx="850123" cy="193878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5AF6B8F2-561F-4EDC-BAD2-D2BF82122610}"/>
                  </a:ext>
                </a:extLst>
              </p:cNvPr>
              <p:cNvSpPr/>
              <p:nvPr/>
            </p:nvSpPr>
            <p:spPr>
              <a:xfrm>
                <a:off x="2063517" y="1532906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5AF6B8F2-561F-4EDC-BAD2-D2BF821226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17" y="1532906"/>
                <a:ext cx="576000" cy="288000"/>
              </a:xfrm>
              <a:prstGeom prst="roundRect">
                <a:avLst/>
              </a:prstGeom>
              <a:blipFill>
                <a:blip r:embed="rId6"/>
                <a:stretch>
                  <a:fillRect b="-4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366E852-A658-4465-9A4C-5F3FFBA0B353}"/>
              </a:ext>
            </a:extLst>
          </p:cNvPr>
          <p:cNvCxnSpPr>
            <a:cxnSpLocks/>
            <a:stCxn id="29" idx="3"/>
            <a:endCxn id="8" idx="2"/>
          </p:cNvCxnSpPr>
          <p:nvPr/>
        </p:nvCxnSpPr>
        <p:spPr>
          <a:xfrm>
            <a:off x="2639517" y="1676906"/>
            <a:ext cx="850123" cy="569936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22383C7-3B97-4D8A-BED7-187E6CF7B1FC}"/>
                  </a:ext>
                </a:extLst>
              </p:cNvPr>
              <p:cNvSpPr/>
              <p:nvPr/>
            </p:nvSpPr>
            <p:spPr>
              <a:xfrm>
                <a:off x="2075448" y="4216703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D22383C7-3B97-4D8A-BED7-187E6CF7B1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448" y="4216703"/>
                <a:ext cx="576000" cy="288000"/>
              </a:xfrm>
              <a:prstGeom prst="roundRect">
                <a:avLst/>
              </a:prstGeom>
              <a:blipFill>
                <a:blip r:embed="rId7"/>
                <a:stretch>
                  <a:fillRect t="-4255" r="-33684"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0DA5DC6-4627-4057-98D8-D368AEECA68F}"/>
                  </a:ext>
                </a:extLst>
              </p:cNvPr>
              <p:cNvSpPr/>
              <p:nvPr/>
            </p:nvSpPr>
            <p:spPr>
              <a:xfrm>
                <a:off x="2075448" y="4603472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0DA5DC6-4627-4057-98D8-D368AEECA6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448" y="4603472"/>
                <a:ext cx="576000" cy="288000"/>
              </a:xfrm>
              <a:prstGeom prst="roundRect">
                <a:avLst/>
              </a:prstGeom>
              <a:blipFill>
                <a:blip r:embed="rId8"/>
                <a:stretch>
                  <a:fillRect r="-22105"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414F530-EEE9-4435-B235-8339A71B4AA8}"/>
              </a:ext>
            </a:extLst>
          </p:cNvPr>
          <p:cNvSpPr/>
          <p:nvPr/>
        </p:nvSpPr>
        <p:spPr>
          <a:xfrm>
            <a:off x="2075451" y="4989707"/>
            <a:ext cx="576000" cy="288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l-GR" dirty="0"/>
              <a:t>θ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B79B597-376C-4CC8-81B8-F9A60FA3873E}"/>
                  </a:ext>
                </a:extLst>
              </p:cNvPr>
              <p:cNvSpPr/>
              <p:nvPr/>
            </p:nvSpPr>
            <p:spPr>
              <a:xfrm>
                <a:off x="2075448" y="3839658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B79B597-376C-4CC8-81B8-F9A60FA38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448" y="3839658"/>
                <a:ext cx="576000" cy="288000"/>
              </a:xfrm>
              <a:prstGeom prst="roundRect">
                <a:avLst/>
              </a:prstGeom>
              <a:blipFill>
                <a:blip r:embed="rId9"/>
                <a:stretch>
                  <a:fillRect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BAA5C5A-59DB-4BB6-BFAD-084E5B2FB2BC}"/>
              </a:ext>
            </a:extLst>
          </p:cNvPr>
          <p:cNvCxnSpPr>
            <a:cxnSpLocks/>
            <a:stCxn id="32" idx="3"/>
            <a:endCxn id="14" idx="1"/>
          </p:cNvCxnSpPr>
          <p:nvPr/>
        </p:nvCxnSpPr>
        <p:spPr>
          <a:xfrm flipV="1">
            <a:off x="2651448" y="4559658"/>
            <a:ext cx="838192" cy="187814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F2B6B80-01E5-4BCC-BD3B-370C704C0A47}"/>
              </a:ext>
            </a:extLst>
          </p:cNvPr>
          <p:cNvSpPr>
            <a:spLocks noChangeAspect="1"/>
          </p:cNvSpPr>
          <p:nvPr/>
        </p:nvSpPr>
        <p:spPr>
          <a:xfrm>
            <a:off x="3528368" y="5791472"/>
            <a:ext cx="216000" cy="216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6629F69-BEA0-4527-8543-1F6956BF2729}"/>
              </a:ext>
            </a:extLst>
          </p:cNvPr>
          <p:cNvSpPr/>
          <p:nvPr/>
        </p:nvSpPr>
        <p:spPr>
          <a:xfrm>
            <a:off x="3830028" y="5755472"/>
            <a:ext cx="874752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model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ADDEFDC-7E18-442B-B2C7-7C10503E42EF}"/>
              </a:ext>
            </a:extLst>
          </p:cNvPr>
          <p:cNvSpPr/>
          <p:nvPr/>
        </p:nvSpPr>
        <p:spPr>
          <a:xfrm>
            <a:off x="2352040" y="5791472"/>
            <a:ext cx="216000" cy="216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E92D629-1633-4DDC-A47F-D860894E2B5A}"/>
              </a:ext>
            </a:extLst>
          </p:cNvPr>
          <p:cNvSpPr/>
          <p:nvPr/>
        </p:nvSpPr>
        <p:spPr>
          <a:xfrm>
            <a:off x="2653616" y="5755472"/>
            <a:ext cx="693434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input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2250CC0-8962-475D-955B-3510101C96A9}"/>
              </a:ext>
            </a:extLst>
          </p:cNvPr>
          <p:cNvSpPr/>
          <p:nvPr/>
        </p:nvSpPr>
        <p:spPr>
          <a:xfrm>
            <a:off x="4628064" y="5793114"/>
            <a:ext cx="21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i="1" dirty="0">
              <a:latin typeface="Cambria Math" panose="020405030504060302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91D5036-B06A-491D-8721-2B9713160471}"/>
              </a:ext>
            </a:extLst>
          </p:cNvPr>
          <p:cNvSpPr/>
          <p:nvPr/>
        </p:nvSpPr>
        <p:spPr>
          <a:xfrm>
            <a:off x="4929640" y="5755472"/>
            <a:ext cx="874752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output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085ECE-398D-4B6A-AD01-339AF9F92106}"/>
              </a:ext>
            </a:extLst>
          </p:cNvPr>
          <p:cNvSpPr txBox="1"/>
          <p:nvPr/>
        </p:nvSpPr>
        <p:spPr>
          <a:xfrm>
            <a:off x="670559" y="853551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Surrogate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E497471-853B-4335-92F2-97C9B491A3A8}"/>
                  </a:ext>
                </a:extLst>
              </p:cNvPr>
              <p:cNvSpPr/>
              <p:nvPr/>
            </p:nvSpPr>
            <p:spPr>
              <a:xfrm>
                <a:off x="6843872" y="4559658"/>
                <a:ext cx="4705332" cy="15702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: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inflow</a:t>
                </a:r>
                <a:endParaRPr lang="en-GB" sz="1600" dirty="0">
                  <a:solidFill>
                    <a:srgbClr val="595959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GB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: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meteorological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inputs</a:t>
                </a:r>
                <a:endParaRPr lang="en-GB" sz="1600" dirty="0">
                  <a:solidFill>
                    <a:srgbClr val="595959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: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catchment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aggregation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of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the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meteorological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inputs</a:t>
                </a:r>
                <a:endParaRPr lang="en-GB" sz="1600" dirty="0">
                  <a:solidFill>
                    <a:srgbClr val="595959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GB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: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static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attributes</a:t>
                </a:r>
                <a:endParaRPr lang="en-GB" sz="1600" dirty="0">
                  <a:solidFill>
                    <a:srgbClr val="595959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1600" i="1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600">
                            <a:solidFill>
                              <a:srgbClr val="595959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: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catchment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aggregation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of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the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static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attributes</a:t>
                </a:r>
                <a:endParaRPr lang="en-GB" sz="1600" dirty="0">
                  <a:solidFill>
                    <a:srgbClr val="595959"/>
                  </a:solidFill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>
                        <a:solidFill>
                          <a:srgbClr val="595959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: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model</a:t>
                </a:r>
                <a:r>
                  <a:rPr lang="es-ES" sz="1600" dirty="0">
                    <a:solidFill>
                      <a:srgbClr val="595959"/>
                    </a:solidFill>
                    <a:latin typeface="+mj-lt"/>
                  </a:rPr>
                  <a:t> </a:t>
                </a:r>
                <a:r>
                  <a:rPr lang="es-ES" sz="1600" dirty="0" err="1">
                    <a:solidFill>
                      <a:srgbClr val="595959"/>
                    </a:solidFill>
                    <a:latin typeface="+mj-lt"/>
                  </a:rPr>
                  <a:t>parameters</a:t>
                </a:r>
                <a:endParaRPr lang="en-GB" sz="1600" dirty="0">
                  <a:solidFill>
                    <a:srgbClr val="595959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E497471-853B-4335-92F2-97C9B491A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872" y="4559658"/>
                <a:ext cx="4705332" cy="1570238"/>
              </a:xfrm>
              <a:prstGeom prst="rect">
                <a:avLst/>
              </a:prstGeom>
              <a:blipFill>
                <a:blip r:embed="rId10"/>
                <a:stretch>
                  <a:fillRect t="-1163" b="-38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EE8485AD-D205-46D9-B99E-4C5D1A6646FE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E48D76-2AE1-4D7D-AD74-C8E39C314CED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56BDC1-2A46-4831-8057-AE4F790F1290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703E82-C155-4AA3-8E54-705C5610AE78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133501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24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11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0F883FB-243A-4BF6-A9C8-1D4CA7815C6B}"/>
                  </a:ext>
                </a:extLst>
              </p:cNvPr>
              <p:cNvSpPr/>
              <p:nvPr/>
            </p:nvSpPr>
            <p:spPr>
              <a:xfrm>
                <a:off x="9253105" y="2245911"/>
                <a:ext cx="900000" cy="360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40F883FB-243A-4BF6-A9C8-1D4CA7815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3105" y="2245911"/>
                <a:ext cx="900000" cy="360000"/>
              </a:xfrm>
              <a:prstGeom prst="roundRect">
                <a:avLst/>
              </a:prstGeom>
              <a:blipFill>
                <a:blip r:embed="rId2"/>
                <a:stretch>
                  <a:fillRect b="-135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3EEB4057-1602-4380-AD6B-9A15A308957A}"/>
                  </a:ext>
                </a:extLst>
              </p:cNvPr>
              <p:cNvSpPr/>
              <p:nvPr/>
            </p:nvSpPr>
            <p:spPr>
              <a:xfrm>
                <a:off x="3456991" y="1704457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3EEB4057-1602-4380-AD6B-9A15A3089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1704457"/>
                <a:ext cx="576000" cy="288000"/>
              </a:xfrm>
              <a:prstGeom prst="roundRect">
                <a:avLst/>
              </a:prstGeom>
              <a:blipFill>
                <a:blip r:embed="rId3"/>
                <a:stretch>
                  <a:fillRect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8585E13-841B-46B9-9A8B-7ECDB09CB9AE}"/>
                  </a:ext>
                </a:extLst>
              </p:cNvPr>
              <p:cNvSpPr/>
              <p:nvPr/>
            </p:nvSpPr>
            <p:spPr>
              <a:xfrm>
                <a:off x="3456991" y="2444426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68585E13-841B-46B9-9A8B-7ECDB09CB9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2444426"/>
                <a:ext cx="576000" cy="288000"/>
              </a:xfrm>
              <a:prstGeom prst="roundRect">
                <a:avLst/>
              </a:prstGeom>
              <a:blipFill>
                <a:blip r:embed="rId4"/>
                <a:stretch>
                  <a:fillRect r="-22105"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6E013969-8851-4A03-8DE3-E5ADE2284F19}"/>
                  </a:ext>
                </a:extLst>
              </p:cNvPr>
              <p:cNvSpPr/>
              <p:nvPr/>
            </p:nvSpPr>
            <p:spPr>
              <a:xfrm>
                <a:off x="3456991" y="2860570"/>
                <a:ext cx="576000" cy="2880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6E013969-8851-4A03-8DE3-E5ADE2284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2860570"/>
                <a:ext cx="576000" cy="288000"/>
              </a:xfrm>
              <a:prstGeom prst="roundRect">
                <a:avLst/>
              </a:prstGeom>
              <a:blipFill>
                <a:blip r:embed="rId5"/>
                <a:stretch>
                  <a:fillRect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37EB24F5-D892-4088-97E1-FC2197C82856}"/>
                  </a:ext>
                </a:extLst>
              </p:cNvPr>
              <p:cNvSpPr/>
              <p:nvPr/>
            </p:nvSpPr>
            <p:spPr>
              <a:xfrm>
                <a:off x="6952358" y="2249202"/>
                <a:ext cx="900000" cy="3600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𝑠𝑖𝑚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37EB24F5-D892-4088-97E1-FC2197C828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358" y="2249202"/>
                <a:ext cx="900000" cy="360000"/>
              </a:xfrm>
              <a:prstGeom prst="roundRect">
                <a:avLst/>
              </a:prstGeom>
              <a:blipFill>
                <a:blip r:embed="rId6"/>
                <a:stretch>
                  <a:fillRect l="-3378" b="-1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330D2DD-3BD3-46DA-BB4E-6B1FC2D3A814}"/>
              </a:ext>
            </a:extLst>
          </p:cNvPr>
          <p:cNvSpPr>
            <a:spLocks noChangeAspect="1"/>
          </p:cNvSpPr>
          <p:nvPr/>
        </p:nvSpPr>
        <p:spPr>
          <a:xfrm>
            <a:off x="4873283" y="1705911"/>
            <a:ext cx="1440000" cy="144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/>
              <a:t>surrogate</a:t>
            </a:r>
            <a:endParaRPr lang="en-GB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94699E2-0BCA-4F9C-9C22-7D8638AD8422}"/>
              </a:ext>
            </a:extLst>
          </p:cNvPr>
          <p:cNvCxnSpPr>
            <a:cxnSpLocks/>
            <a:stCxn id="44" idx="1"/>
            <a:endCxn id="48" idx="3"/>
          </p:cNvCxnSpPr>
          <p:nvPr/>
        </p:nvCxnSpPr>
        <p:spPr>
          <a:xfrm flipH="1">
            <a:off x="7852358" y="2425911"/>
            <a:ext cx="1400747" cy="329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lg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B9514E-504A-451E-8D9A-9A30A18EBF48}"/>
              </a:ext>
            </a:extLst>
          </p:cNvPr>
          <p:cNvSpPr/>
          <p:nvPr/>
        </p:nvSpPr>
        <p:spPr>
          <a:xfrm>
            <a:off x="8166814" y="2255743"/>
            <a:ext cx="766742" cy="288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training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9188CB7D-F76E-40A1-A46F-977FD9F5430B}"/>
              </a:ext>
            </a:extLst>
          </p:cNvPr>
          <p:cNvCxnSpPr>
            <a:cxnSpLocks/>
            <a:stCxn id="45" idx="3"/>
            <a:endCxn id="49" idx="1"/>
          </p:cNvCxnSpPr>
          <p:nvPr/>
        </p:nvCxnSpPr>
        <p:spPr>
          <a:xfrm>
            <a:off x="4032991" y="1848457"/>
            <a:ext cx="840292" cy="577454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D5CB4679-0065-4BB2-B17E-316C90F98453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4032991" y="2425911"/>
            <a:ext cx="840292" cy="578659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AF7121B6-F68C-49FD-8C66-77C60CE18B70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 flipV="1">
            <a:off x="4032991" y="2425911"/>
            <a:ext cx="840292" cy="16251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8BBA334-0E00-4CDA-9DB3-D46BBBC30C8C}"/>
              </a:ext>
            </a:extLst>
          </p:cNvPr>
          <p:cNvCxnSpPr>
            <a:cxnSpLocks/>
            <a:stCxn id="49" idx="3"/>
            <a:endCxn id="48" idx="1"/>
          </p:cNvCxnSpPr>
          <p:nvPr/>
        </p:nvCxnSpPr>
        <p:spPr>
          <a:xfrm>
            <a:off x="6313283" y="2425911"/>
            <a:ext cx="639075" cy="329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436B5EC-FB3D-44DE-B140-74610F03664A}"/>
              </a:ext>
            </a:extLst>
          </p:cNvPr>
          <p:cNvSpPr>
            <a:spLocks noChangeAspect="1"/>
          </p:cNvSpPr>
          <p:nvPr/>
        </p:nvSpPr>
        <p:spPr>
          <a:xfrm>
            <a:off x="2411521" y="2643967"/>
            <a:ext cx="720000" cy="72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TF</a:t>
            </a:r>
            <a:endParaRPr lang="en-GB" dirty="0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539E9692-341B-4E77-87B8-B228FA34EF6F}"/>
              </a:ext>
            </a:extLst>
          </p:cNvPr>
          <p:cNvCxnSpPr>
            <a:cxnSpLocks/>
            <a:stCxn id="46" idx="1"/>
            <a:endCxn id="57" idx="1"/>
          </p:cNvCxnSpPr>
          <p:nvPr/>
        </p:nvCxnSpPr>
        <p:spPr>
          <a:xfrm rot="10800000" flipV="1">
            <a:off x="2411521" y="2588425"/>
            <a:ext cx="1045470" cy="415541"/>
          </a:xfrm>
          <a:prstGeom prst="bentConnector3">
            <a:avLst>
              <a:gd name="adj1" fmla="val 121866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6F576E0-3B28-4943-B55A-F422FD9080CB}"/>
              </a:ext>
            </a:extLst>
          </p:cNvPr>
          <p:cNvCxnSpPr>
            <a:cxnSpLocks/>
            <a:stCxn id="57" idx="3"/>
            <a:endCxn id="47" idx="1"/>
          </p:cNvCxnSpPr>
          <p:nvPr/>
        </p:nvCxnSpPr>
        <p:spPr>
          <a:xfrm>
            <a:off x="3131521" y="3003967"/>
            <a:ext cx="325470" cy="60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6F9649AE-9342-47DF-9D81-98C68F3E711F}"/>
                  </a:ext>
                </a:extLst>
              </p:cNvPr>
              <p:cNvSpPr/>
              <p:nvPr/>
            </p:nvSpPr>
            <p:spPr>
              <a:xfrm>
                <a:off x="3456991" y="2064883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6F9649AE-9342-47DF-9D81-98C68F3E71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2064883"/>
                <a:ext cx="576000" cy="288000"/>
              </a:xfrm>
              <a:prstGeom prst="roundRect">
                <a:avLst/>
              </a:prstGeom>
              <a:blipFill>
                <a:blip r:embed="rId7"/>
                <a:stretch>
                  <a:fillRect t="-4255" r="-33684"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74992587-9BFF-48D1-9475-3DA07C6F1E23}"/>
              </a:ext>
            </a:extLst>
          </p:cNvPr>
          <p:cNvCxnSpPr>
            <a:cxnSpLocks/>
            <a:stCxn id="60" idx="3"/>
            <a:endCxn id="49" idx="1"/>
          </p:cNvCxnSpPr>
          <p:nvPr/>
        </p:nvCxnSpPr>
        <p:spPr>
          <a:xfrm>
            <a:off x="4032991" y="2208883"/>
            <a:ext cx="840292" cy="217028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40C34F5-F696-4EF6-B203-B94E036FD8C8}"/>
              </a:ext>
            </a:extLst>
          </p:cNvPr>
          <p:cNvSpPr>
            <a:spLocks noChangeAspect="1"/>
          </p:cNvSpPr>
          <p:nvPr/>
        </p:nvSpPr>
        <p:spPr>
          <a:xfrm>
            <a:off x="9305618" y="5710322"/>
            <a:ext cx="216000" cy="216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D6C6B53-3252-4987-9935-C332E27F61DC}"/>
              </a:ext>
            </a:extLst>
          </p:cNvPr>
          <p:cNvSpPr/>
          <p:nvPr/>
        </p:nvSpPr>
        <p:spPr>
          <a:xfrm>
            <a:off x="9607278" y="5674322"/>
            <a:ext cx="874752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s-E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model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A2929AF-E90E-433E-AB08-F405728BECF4}"/>
              </a:ext>
            </a:extLst>
          </p:cNvPr>
          <p:cNvSpPr/>
          <p:nvPr/>
        </p:nvSpPr>
        <p:spPr>
          <a:xfrm>
            <a:off x="9310533" y="5395774"/>
            <a:ext cx="216000" cy="216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D52B717-57D5-44CE-9270-E4FC7DDF2649}"/>
              </a:ext>
            </a:extLst>
          </p:cNvPr>
          <p:cNvSpPr/>
          <p:nvPr/>
        </p:nvSpPr>
        <p:spPr>
          <a:xfrm>
            <a:off x="9612109" y="5359774"/>
            <a:ext cx="693434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input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D5A5C55-D3BB-4DDB-84E2-52DA62A806D1}"/>
              </a:ext>
            </a:extLst>
          </p:cNvPr>
          <p:cNvSpPr/>
          <p:nvPr/>
        </p:nvSpPr>
        <p:spPr>
          <a:xfrm>
            <a:off x="9295815" y="6042483"/>
            <a:ext cx="216000" cy="216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GB" i="1" dirty="0">
              <a:latin typeface="Cambria Math" panose="02040503050406030204" pitchFamily="18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713F1DE5-F7A0-415A-AE15-7ED0B8D58ECF}"/>
              </a:ext>
            </a:extLst>
          </p:cNvPr>
          <p:cNvSpPr/>
          <p:nvPr/>
        </p:nvSpPr>
        <p:spPr>
          <a:xfrm>
            <a:off x="9597391" y="6004841"/>
            <a:ext cx="874752" cy="288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output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0F384D-914B-478F-96A4-118C0F2C452E}"/>
              </a:ext>
            </a:extLst>
          </p:cNvPr>
          <p:cNvSpPr txBox="1"/>
          <p:nvPr/>
        </p:nvSpPr>
        <p:spPr>
          <a:xfrm>
            <a:off x="670558" y="1061732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buClr>
                <a:schemeClr val="accent5"/>
              </a:buClr>
              <a:defRPr sz="240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From static attributes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F9486FE-A180-48F7-A222-6907F12C3025}"/>
              </a:ext>
            </a:extLst>
          </p:cNvPr>
          <p:cNvSpPr txBox="1"/>
          <p:nvPr/>
        </p:nvSpPr>
        <p:spPr>
          <a:xfrm>
            <a:off x="670557" y="3627916"/>
            <a:ext cx="4879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buClr>
                <a:schemeClr val="accent5"/>
              </a:buClr>
              <a:defRPr sz="240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From static and dynamic attributes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C7C90B25-4E92-4C46-8179-0400CF2686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56991" y="6076259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C7C90B25-4E92-4C46-8179-0400CF268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6076259"/>
                <a:ext cx="576000" cy="288000"/>
              </a:xfrm>
              <a:prstGeom prst="roundRect">
                <a:avLst/>
              </a:prstGeom>
              <a:blipFill>
                <a:blip r:embed="rId8"/>
                <a:stretch>
                  <a:fillRect l="-10526" b="-297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E892CCC0-5755-4B7E-A37E-A02FDCE3F5F7}"/>
                  </a:ext>
                </a:extLst>
              </p:cNvPr>
              <p:cNvSpPr/>
              <p:nvPr/>
            </p:nvSpPr>
            <p:spPr>
              <a:xfrm>
                <a:off x="3456992" y="5076245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E892CCC0-5755-4B7E-A37E-A02FDCE3F5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2" y="5076245"/>
                <a:ext cx="576000" cy="288000"/>
              </a:xfrm>
              <a:prstGeom prst="roundRect">
                <a:avLst/>
              </a:prstGeom>
              <a:blipFill>
                <a:blip r:embed="rId9"/>
                <a:stretch>
                  <a:fillRect t="-2128" r="-22105" b="-63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3CFCF7AD-161D-4BB7-9690-10CF3FDD8647}"/>
                  </a:ext>
                </a:extLst>
              </p:cNvPr>
              <p:cNvSpPr/>
              <p:nvPr/>
            </p:nvSpPr>
            <p:spPr>
              <a:xfrm>
                <a:off x="3456993" y="5498806"/>
                <a:ext cx="576000" cy="2880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3CFCF7AD-161D-4BB7-9690-10CF3FDD86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3" y="5498806"/>
                <a:ext cx="576000" cy="288000"/>
              </a:xfrm>
              <a:prstGeom prst="roundRect">
                <a:avLst/>
              </a:prstGeom>
              <a:blipFill>
                <a:blip r:embed="rId10"/>
                <a:stretch>
                  <a:fillRect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A1DEC3F-A73F-49E6-9A71-232B72D60A85}"/>
                  </a:ext>
                </a:extLst>
              </p:cNvPr>
              <p:cNvSpPr/>
              <p:nvPr/>
            </p:nvSpPr>
            <p:spPr>
              <a:xfrm>
                <a:off x="6952360" y="4887438"/>
                <a:ext cx="900000" cy="360000"/>
              </a:xfrm>
              <a:prstGeom prst="round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𝑠𝑖𝑚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7A1DEC3F-A73F-49E6-9A71-232B72D60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2360" y="4887438"/>
                <a:ext cx="900000" cy="360000"/>
              </a:xfrm>
              <a:prstGeom prst="roundRect">
                <a:avLst/>
              </a:prstGeom>
              <a:blipFill>
                <a:blip r:embed="rId11"/>
                <a:stretch>
                  <a:fillRect l="-3378" b="-1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BEE26DE-5AC2-4AA3-AEE6-29776950A324}"/>
              </a:ext>
            </a:extLst>
          </p:cNvPr>
          <p:cNvSpPr>
            <a:spLocks noChangeAspect="1"/>
          </p:cNvSpPr>
          <p:nvPr/>
        </p:nvSpPr>
        <p:spPr>
          <a:xfrm>
            <a:off x="4873285" y="4344147"/>
            <a:ext cx="1440000" cy="144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 err="1"/>
              <a:t>surrogate</a:t>
            </a:r>
            <a:endParaRPr lang="en-GB" dirty="0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15BFEC3-47CE-44FD-871C-ED85E3E9E926}"/>
              </a:ext>
            </a:extLst>
          </p:cNvPr>
          <p:cNvCxnSpPr>
            <a:cxnSpLocks/>
            <a:stCxn id="94" idx="3"/>
            <a:endCxn id="76" idx="1"/>
          </p:cNvCxnSpPr>
          <p:nvPr/>
        </p:nvCxnSpPr>
        <p:spPr>
          <a:xfrm>
            <a:off x="4032991" y="4494106"/>
            <a:ext cx="840294" cy="5700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B630F08C-06FA-462D-BE55-6B211B5B99F3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 flipV="1">
            <a:off x="4032993" y="5064147"/>
            <a:ext cx="840292" cy="578659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0362670-D39E-42B8-83B3-EB7F6F1F7D1F}"/>
              </a:ext>
            </a:extLst>
          </p:cNvPr>
          <p:cNvCxnSpPr>
            <a:cxnSpLocks/>
            <a:stCxn id="73" idx="3"/>
            <a:endCxn id="76" idx="1"/>
          </p:cNvCxnSpPr>
          <p:nvPr/>
        </p:nvCxnSpPr>
        <p:spPr>
          <a:xfrm flipV="1">
            <a:off x="4032992" y="5064147"/>
            <a:ext cx="840293" cy="156098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5867463-3DDE-4E66-9396-4DA9BFC29DAF}"/>
              </a:ext>
            </a:extLst>
          </p:cNvPr>
          <p:cNvCxnSpPr>
            <a:cxnSpLocks/>
            <a:stCxn id="76" idx="3"/>
            <a:endCxn id="75" idx="1"/>
          </p:cNvCxnSpPr>
          <p:nvPr/>
        </p:nvCxnSpPr>
        <p:spPr>
          <a:xfrm>
            <a:off x="6313285" y="5064147"/>
            <a:ext cx="639075" cy="329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2206DF3-3B69-424F-A8BE-7CDAA00653E7}"/>
              </a:ext>
            </a:extLst>
          </p:cNvPr>
          <p:cNvSpPr>
            <a:spLocks noChangeAspect="1"/>
          </p:cNvSpPr>
          <p:nvPr/>
        </p:nvSpPr>
        <p:spPr>
          <a:xfrm>
            <a:off x="2411521" y="5284841"/>
            <a:ext cx="720000" cy="7200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/>
              <a:t>TF</a:t>
            </a:r>
            <a:endParaRPr lang="en-GB" dirty="0"/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89030CB-2039-4064-A180-4D8AE37CDDD7}"/>
              </a:ext>
            </a:extLst>
          </p:cNvPr>
          <p:cNvCxnSpPr>
            <a:cxnSpLocks/>
            <a:stCxn id="73" idx="1"/>
            <a:endCxn id="81" idx="1"/>
          </p:cNvCxnSpPr>
          <p:nvPr/>
        </p:nvCxnSpPr>
        <p:spPr>
          <a:xfrm rot="10800000" flipV="1">
            <a:off x="2411522" y="5220245"/>
            <a:ext cx="1045471" cy="424596"/>
          </a:xfrm>
          <a:prstGeom prst="bentConnector3">
            <a:avLst>
              <a:gd name="adj1" fmla="val 121866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35D5487-4720-488A-B817-2247C68C625E}"/>
              </a:ext>
            </a:extLst>
          </p:cNvPr>
          <p:cNvCxnSpPr>
            <a:cxnSpLocks/>
            <a:stCxn id="81" idx="3"/>
            <a:endCxn id="74" idx="1"/>
          </p:cNvCxnSpPr>
          <p:nvPr/>
        </p:nvCxnSpPr>
        <p:spPr>
          <a:xfrm flipV="1">
            <a:off x="3131521" y="5642806"/>
            <a:ext cx="325472" cy="2035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9FFBF632-9DC2-48D4-A699-68A85714190E}"/>
              </a:ext>
            </a:extLst>
          </p:cNvPr>
          <p:cNvCxnSpPr>
            <a:cxnSpLocks/>
            <a:stCxn id="71" idx="1"/>
            <a:endCxn id="81" idx="1"/>
          </p:cNvCxnSpPr>
          <p:nvPr/>
        </p:nvCxnSpPr>
        <p:spPr>
          <a:xfrm rot="10800000">
            <a:off x="2411521" y="5644841"/>
            <a:ext cx="1045470" cy="575418"/>
          </a:xfrm>
          <a:prstGeom prst="bentConnector3">
            <a:avLst>
              <a:gd name="adj1" fmla="val 121866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7A5C740C-7B32-43AA-B96F-CCF1A2559B8B}"/>
              </a:ext>
            </a:extLst>
          </p:cNvPr>
          <p:cNvCxnSpPr>
            <a:cxnSpLocks/>
            <a:stCxn id="94" idx="1"/>
            <a:endCxn id="81" idx="1"/>
          </p:cNvCxnSpPr>
          <p:nvPr/>
        </p:nvCxnSpPr>
        <p:spPr>
          <a:xfrm rot="10800000" flipV="1">
            <a:off x="2411521" y="4494105"/>
            <a:ext cx="1045470" cy="1150735"/>
          </a:xfrm>
          <a:prstGeom prst="bentConnector3">
            <a:avLst>
              <a:gd name="adj1" fmla="val 121866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8A1D1512-929C-495E-8BF9-D1984A9910D0}"/>
              </a:ext>
            </a:extLst>
          </p:cNvPr>
          <p:cNvCxnSpPr>
            <a:cxnSpLocks/>
            <a:stCxn id="71" idx="3"/>
            <a:endCxn id="75" idx="2"/>
          </p:cNvCxnSpPr>
          <p:nvPr/>
        </p:nvCxnSpPr>
        <p:spPr>
          <a:xfrm flipV="1">
            <a:off x="4032991" y="5247438"/>
            <a:ext cx="3369369" cy="972821"/>
          </a:xfrm>
          <a:prstGeom prst="bent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headEnd type="arrow" w="med" len="lg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43DCF2B1-D452-4318-9717-583A59EA7CAB}"/>
              </a:ext>
            </a:extLst>
          </p:cNvPr>
          <p:cNvSpPr/>
          <p:nvPr/>
        </p:nvSpPr>
        <p:spPr>
          <a:xfrm>
            <a:off x="5259015" y="6076259"/>
            <a:ext cx="766742" cy="288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training</a:t>
            </a:r>
            <a:endParaRPr lang="en-GB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77274294-8C90-4BD4-9648-266500DFB05A}"/>
                  </a:ext>
                </a:extLst>
              </p:cNvPr>
              <p:cNvSpPr/>
              <p:nvPr/>
            </p:nvSpPr>
            <p:spPr>
              <a:xfrm>
                <a:off x="3456991" y="4350106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77274294-8C90-4BD4-9648-266500DFB0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4350106"/>
                <a:ext cx="576000" cy="288000"/>
              </a:xfrm>
              <a:prstGeom prst="roundRect">
                <a:avLst/>
              </a:prstGeom>
              <a:blipFill>
                <a:blip r:embed="rId12"/>
                <a:stretch>
                  <a:fillRect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8C88E417-DB9C-448B-9863-06CF2F0A10ED}"/>
                  </a:ext>
                </a:extLst>
              </p:cNvPr>
              <p:cNvSpPr/>
              <p:nvPr/>
            </p:nvSpPr>
            <p:spPr>
              <a:xfrm>
                <a:off x="3456991" y="4710532"/>
                <a:ext cx="576000" cy="2880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8C88E417-DB9C-448B-9863-06CF2F0A10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991" y="4710532"/>
                <a:ext cx="576000" cy="288000"/>
              </a:xfrm>
              <a:prstGeom prst="roundRect">
                <a:avLst/>
              </a:prstGeom>
              <a:blipFill>
                <a:blip r:embed="rId13"/>
                <a:stretch>
                  <a:fillRect t="-4255" r="-33684" b="-42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DB66F4B1-5959-4693-A6AB-3ECB60B37885}"/>
              </a:ext>
            </a:extLst>
          </p:cNvPr>
          <p:cNvCxnSpPr>
            <a:cxnSpLocks/>
            <a:stCxn id="95" idx="3"/>
            <a:endCxn id="76" idx="1"/>
          </p:cNvCxnSpPr>
          <p:nvPr/>
        </p:nvCxnSpPr>
        <p:spPr>
          <a:xfrm>
            <a:off x="4032991" y="4854532"/>
            <a:ext cx="840294" cy="20961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F144FD3B-CC6C-47F0-8CB8-5666A62A5214}"/>
              </a:ext>
            </a:extLst>
          </p:cNvPr>
          <p:cNvCxnSpPr>
            <a:cxnSpLocks/>
            <a:stCxn id="95" idx="1"/>
            <a:endCxn id="81" idx="1"/>
          </p:cNvCxnSpPr>
          <p:nvPr/>
        </p:nvCxnSpPr>
        <p:spPr>
          <a:xfrm rot="10800000" flipV="1">
            <a:off x="2411521" y="4854531"/>
            <a:ext cx="1045470" cy="790309"/>
          </a:xfrm>
          <a:prstGeom prst="bentConnector3">
            <a:avLst>
              <a:gd name="adj1" fmla="val 121866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AB02E341-DC20-46F7-8CA4-94F382427727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AB98A56-2602-4707-BCB5-ECE16148B2A8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B87CA79-AA22-4F81-9642-C6DB426EF0EA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C8CB7BD-1045-4CE2-9099-700E2EEED96E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205471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7" grpId="0" animBg="1"/>
      <p:bldP spid="60" grpId="0" animBg="1"/>
      <p:bldP spid="62" grpId="0" animBg="1"/>
      <p:bldP spid="63" grpId="0"/>
      <p:bldP spid="64" grpId="0" animBg="1"/>
      <p:bldP spid="65" grpId="0"/>
      <p:bldP spid="66" grpId="0" animBg="1"/>
      <p:bldP spid="67" grpId="0"/>
      <p:bldP spid="69" grpId="0"/>
      <p:bldP spid="70" grpId="0"/>
      <p:bldP spid="71" grpId="0" animBg="1"/>
      <p:bldP spid="73" grpId="0" animBg="1"/>
      <p:bldP spid="74" grpId="0" animBg="1"/>
      <p:bldP spid="75" grpId="0" animBg="1"/>
      <p:bldP spid="76" grpId="0" animBg="1"/>
      <p:bldP spid="81" grpId="0" animBg="1"/>
      <p:bldP spid="87" grpId="0" animBg="1"/>
      <p:bldP spid="94" grpId="0" animBg="1"/>
      <p:bldP spid="9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9B186B6-CFD2-4934-BC76-51CEF13D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4641" y="6467452"/>
            <a:ext cx="369651" cy="365125"/>
          </a:xfrm>
        </p:spPr>
        <p:txBody>
          <a:bodyPr/>
          <a:lstStyle/>
          <a:p>
            <a:fld id="{E7872BEF-DB94-6840-8AB0-1579DB081167}" type="slidenum">
              <a:rPr lang="en-GB" sz="140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12</a:t>
            </a:fld>
            <a:endParaRPr lang="en-GB" sz="14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B1B3AD-1651-458A-8342-8E3DF83DA4EB}"/>
              </a:ext>
            </a:extLst>
          </p:cNvPr>
          <p:cNvSpPr txBox="1"/>
          <p:nvPr/>
        </p:nvSpPr>
        <p:spPr>
          <a:xfrm>
            <a:off x="670559" y="2456354"/>
            <a:ext cx="3228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5"/>
              </a:buClr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Challenges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980D5E-D103-467F-8B68-ACC407485E8D}"/>
              </a:ext>
            </a:extLst>
          </p:cNvPr>
          <p:cNvSpPr txBox="1"/>
          <p:nvPr/>
        </p:nvSpPr>
        <p:spPr>
          <a:xfrm>
            <a:off x="670559" y="2935725"/>
            <a:ext cx="99965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Apply parameter learning in a spatially distributed model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Extract from the static and dynamic maps the relevant information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Patching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Vision transformers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Include human intervention on natural catchments: reservoirs, water abstraction, irrigation...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How to include inflows?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74F3386-2F85-4BFE-89EF-212866246DC0}"/>
              </a:ext>
            </a:extLst>
          </p:cNvPr>
          <p:cNvSpPr txBox="1"/>
          <p:nvPr/>
        </p:nvSpPr>
        <p:spPr>
          <a:xfrm>
            <a:off x="670559" y="391886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LISFLOOD-OS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99D24D-1B36-456E-BB9D-D31A08DB32D0}"/>
              </a:ext>
            </a:extLst>
          </p:cNvPr>
          <p:cNvSpPr txBox="1"/>
          <p:nvPr/>
        </p:nvSpPr>
        <p:spPr>
          <a:xfrm>
            <a:off x="33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Google Flood Hub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68452F-8B43-41E4-8DAC-9BD923F71DA7}"/>
              </a:ext>
            </a:extLst>
          </p:cNvPr>
          <p:cNvSpPr txBox="1"/>
          <p:nvPr/>
        </p:nvSpPr>
        <p:spPr>
          <a:xfrm>
            <a:off x="6072404" y="391883"/>
            <a:ext cx="270000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Calibration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EC1CB7B-F34F-4710-87E8-2C573AC7D41F}"/>
              </a:ext>
            </a:extLst>
          </p:cNvPr>
          <p:cNvSpPr txBox="1"/>
          <p:nvPr/>
        </p:nvSpPr>
        <p:spPr>
          <a:xfrm>
            <a:off x="8772404" y="389765"/>
            <a:ext cx="2700000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Parameter learning</a:t>
            </a:r>
          </a:p>
        </p:txBody>
      </p:sp>
    </p:spTree>
    <p:extLst>
      <p:ext uri="{BB962C8B-B14F-4D97-AF65-F5344CB8AC3E}">
        <p14:creationId xmlns:p14="http://schemas.microsoft.com/office/powerpoint/2010/main" val="359212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8363CA-9485-4F0B-8A22-B4A1131AC596}"/>
              </a:ext>
            </a:extLst>
          </p:cNvPr>
          <p:cNvSpPr/>
          <p:nvPr/>
        </p:nvSpPr>
        <p:spPr>
          <a:xfrm>
            <a:off x="0" y="0"/>
            <a:ext cx="4181839" cy="6858000"/>
          </a:xfrm>
          <a:prstGeom prst="rect">
            <a:avLst/>
          </a:prstGeom>
          <a:solidFill>
            <a:srgbClr val="C55A1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983C1-323B-42AC-BA36-E9C3BD6370EB}"/>
              </a:ext>
            </a:extLst>
          </p:cNvPr>
          <p:cNvSpPr txBox="1"/>
          <p:nvPr/>
        </p:nvSpPr>
        <p:spPr>
          <a:xfrm>
            <a:off x="0" y="2987130"/>
            <a:ext cx="3887553" cy="58477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942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7277</TotalTime>
  <Words>1082</Words>
  <Application>Microsoft Office PowerPoint</Application>
  <PresentationFormat>Widescreen</PresentationFormat>
  <Paragraphs>241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Consolas</vt:lpstr>
      <vt:lpstr>Courier New</vt:lpstr>
      <vt:lpstr>Segoe Print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CASADO RODRIGUEZ Jesus (JRC-ISPRA)</dc:creator>
  <cp:lastModifiedBy>CASADO RODRIGUEZ Jesus (JRC-ISPRA)</cp:lastModifiedBy>
  <cp:revision>136</cp:revision>
  <dcterms:created xsi:type="dcterms:W3CDTF">2023-11-06T14:14:49Z</dcterms:created>
  <dcterms:modified xsi:type="dcterms:W3CDTF">2024-05-07T08:02:11Z</dcterms:modified>
</cp:coreProperties>
</file>
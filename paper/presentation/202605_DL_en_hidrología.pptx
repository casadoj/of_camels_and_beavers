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90" r:id="rId3"/>
    <p:sldId id="279" r:id="rId4"/>
    <p:sldId id="291" r:id="rId5"/>
    <p:sldId id="272" r:id="rId6"/>
    <p:sldId id="280" r:id="rId7"/>
    <p:sldId id="282" r:id="rId8"/>
    <p:sldId id="294" r:id="rId9"/>
    <p:sldId id="283" r:id="rId10"/>
    <p:sldId id="295" r:id="rId11"/>
    <p:sldId id="296" r:id="rId12"/>
    <p:sldId id="297" r:id="rId13"/>
    <p:sldId id="298" r:id="rId14"/>
    <p:sldId id="299" r:id="rId15"/>
    <p:sldId id="300" r:id="rId16"/>
    <p:sldId id="27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95CFE1B-B890-4AE2-B144-3F68C1BDBB8D}">
          <p14:sldIdLst>
            <p14:sldId id="256"/>
          </p14:sldIdLst>
        </p14:section>
        <p14:section name="LISFLOOD-OS" id="{521BDB2D-7FB7-4E45-AF6A-713FC813F434}">
          <p14:sldIdLst>
            <p14:sldId id="290"/>
            <p14:sldId id="279"/>
          </p14:sldIdLst>
        </p14:section>
        <p14:section name="Gloogle Flood Hub" id="{2494D262-5C4B-433C-89E5-363816D4998A}">
          <p14:sldIdLst>
            <p14:sldId id="291"/>
            <p14:sldId id="272"/>
          </p14:sldIdLst>
        </p14:section>
        <p14:section name="Calibration" id="{028DC4A3-41C7-4A0C-A5AB-FAB8570B15DC}">
          <p14:sldIdLst>
            <p14:sldId id="280"/>
            <p14:sldId id="282"/>
            <p14:sldId id="294"/>
            <p14:sldId id="283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Other approaches" id="{02B119F9-55AE-4800-A8C1-DACEDEB06D79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4472C4"/>
    <a:srgbClr val="993366"/>
    <a:srgbClr val="D9D9D9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4660"/>
  </p:normalViewPr>
  <p:slideViewPr>
    <p:cSldViewPr snapToGrid="0">
      <p:cViewPr>
        <p:scale>
          <a:sx n="75" d="100"/>
          <a:sy n="75" d="100"/>
        </p:scale>
        <p:origin x="451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CBE4C-FBF5-4D9C-94FB-530A34F84EC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CEEE55-152B-4EC7-9F2E-35311E21D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911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B152B-F9FB-433B-A2E0-F380F2DC00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8A4366-06B3-435A-8FA1-C41B2AC12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68D18-3B85-4BCC-8937-39A98417C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3D2C1-3381-4949-9C05-0BF7D778AA46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553FD-CF29-413E-B06D-D9BBFD5CB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97E7A-84E3-41C9-BD77-CA9494AE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92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7E45B-2361-474F-8938-1AC08E3DA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C400B-9FE4-470E-92CC-14426E47E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9ADDB-10CE-4C6E-A06D-EDB2BD0E9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E812-952E-49F6-8757-06DEF9216D46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9A9C8-3A0A-4EE1-8CF6-C989528F1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D46A3-4E69-48F4-97D3-062165604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719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8207D-32E0-4CAD-A0DC-6EF160EF5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8FF7E-7DF8-4F4A-A112-0A3609117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496E9-36C2-4639-B47B-B65D0232B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038CF-84EE-4924-B040-12F370921513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6EF22-0EEA-4CB0-9860-9891718F6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036B7-101F-4C52-98BC-2DA0A0349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188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801CC-1FB6-4279-9E10-B5A085BB4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6B5A5-A27D-4E7F-841D-64EE33E485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60583-29C3-46E3-ABA2-D96AF7809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057241-3E26-4C04-B988-A25D141B2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7FACB-68C4-48DE-AF62-9FB1E966FBD2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A75E6-80F0-4819-AADA-1E33AF1DC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6A224-6383-4210-B228-C06E87125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7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A5BB4-3F71-4035-9173-A1AC9397F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6F13A-64D2-462F-A89C-D94F54E2A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9F80B-6DB7-46DC-B9A6-82AB6F381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AE42A7-2CE5-4F42-84DC-BF0F64848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4302B9-A1DC-41F3-8567-8B4F6969E4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37C29A-7D5B-4420-8DAB-AFA7BE96F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46FA0-AD96-49DF-A023-8F5D8D7E14CF}" type="datetime1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F44BAB-A452-4F96-8FF9-EDAC0ADD8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695353-962B-4437-8FFB-211B2B572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966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8450D-356E-433B-B023-07BC67F3A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490B60-ECB4-4966-A7E2-677BD7E83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9136-5C3E-4F93-9CB1-30B2894F2CE8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1F8848-604A-4C67-B4B7-4ADE2136C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B82E5A-98AC-4408-85D8-B96A2774C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59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A015CA-C613-493E-872B-C3213CBF2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229DC-051E-4570-8A0A-B9D5E742E900}" type="datetime1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3FED28-BA21-49CD-83BA-7ED2E6E69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125BA-3AE1-4A7D-AB3D-DB6CF0C5E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8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5EB76-BDE5-42DB-B0EE-DB84C3A24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09D90-EAC1-4A7F-8A36-2AC76B6BE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FEC9F-F560-4A9D-8978-95EF07E8E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77C641-FB01-4749-B475-16BB8EFBD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7E573-FBCC-4372-9502-B40681BD8A8F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A798D-8CA9-4808-9CC2-C9B657048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319353-D498-4664-A6CD-18F32221D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277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0B5DD-E1E3-41CA-9BCD-A262C8746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9B854B-4433-4F06-B539-49D0BFF24C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7F073-3A6F-42B5-8C6B-08339EE2E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209685-180B-46D9-B88B-F7DF3CE09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FF89-EBC6-4D63-BA54-9BD8D0A7B612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90651-6A5B-4642-ADE6-D191D75DE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2C01E-9B3F-4560-A62D-6A030237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39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E21A4-6B9C-43C6-83D6-96AF45E7F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94C6E0-1B89-44B8-9A7D-B8A64BF66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4A910-0DE6-4FC9-91EC-ECFDC7E33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A20DD-628D-42F3-9E4D-BC6B9D2E7677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329FC-AD8A-4204-9752-37491FCEA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27165-959F-496D-A4A0-286926681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099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4F1E44-7990-433A-AE77-38ED240E2F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97B01-D664-43B1-B8D8-50E074E963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695B3-EC7C-4832-B2CA-F30DC67E3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03AAB-D7A6-4F7D-ABDA-8B8B1FB7679C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AEB8E-E5E4-47AE-AEDD-EFE4C373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FCD5F-3609-4051-A6FA-59E487FE5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815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7BBC3D-5CF7-4E16-857E-657A538F9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38EED-7341-4E94-8BC3-BB021E77F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58CF8-9A7A-43DC-94B5-A772AC57A8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3C7DD-409D-46C7-92B6-0BB1EFDAC08F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C058A-E453-4227-AEBE-198251910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194D9-448C-4C4D-87EB-D93ADB6551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407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hyperlink" Target="https://github.com/ec-jrc/lisflood-code" TargetMode="External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hyperlink" Target="https://github.com/ec-jrc/lisflood-code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0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hyperlink" Target="https://github.com/ec-jrc/lisflood-code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ratzert/Caravan" TargetMode="Externa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08363CA-9485-4F0B-8A22-B4A1131AC596}"/>
              </a:ext>
            </a:extLst>
          </p:cNvPr>
          <p:cNvSpPr/>
          <p:nvPr/>
        </p:nvSpPr>
        <p:spPr>
          <a:xfrm>
            <a:off x="0" y="0"/>
            <a:ext cx="4181839" cy="6858000"/>
          </a:xfrm>
          <a:prstGeom prst="rect">
            <a:avLst/>
          </a:prstGeom>
          <a:solidFill>
            <a:srgbClr val="C55A1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0983C1-323B-42AC-BA36-E9C3BD6370EB}"/>
              </a:ext>
            </a:extLst>
          </p:cNvPr>
          <p:cNvSpPr txBox="1"/>
          <p:nvPr/>
        </p:nvSpPr>
        <p:spPr>
          <a:xfrm>
            <a:off x="0" y="476859"/>
            <a:ext cx="4181839" cy="1077218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r>
              <a:rPr lang="es-ES" sz="3200" dirty="0">
                <a:solidFill>
                  <a:schemeClr val="bg1"/>
                </a:solidFill>
                <a:latin typeface="+mj-lt"/>
              </a:rPr>
              <a:t>Aprendizaje profundo </a:t>
            </a:r>
          </a:p>
          <a:p>
            <a:r>
              <a:rPr lang="es-ES" sz="3200" dirty="0">
                <a:solidFill>
                  <a:schemeClr val="bg1"/>
                </a:solidFill>
                <a:latin typeface="+mj-lt"/>
              </a:rPr>
              <a:t>en Hidrología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8D9B70-F3A9-45A9-AF9B-3CCF7EBEAD7B}"/>
              </a:ext>
            </a:extLst>
          </p:cNvPr>
          <p:cNvSpPr txBox="1"/>
          <p:nvPr/>
        </p:nvSpPr>
        <p:spPr>
          <a:xfrm>
            <a:off x="136525" y="5958945"/>
            <a:ext cx="2862028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rPr>
              <a:t>Jesús Casado Rodríguez</a:t>
            </a:r>
          </a:p>
          <a:p>
            <a:r>
              <a:rPr lang="es-ES" sz="1600" dirty="0">
                <a:solidFill>
                  <a:schemeClr val="bg1"/>
                </a:solidFill>
                <a:latin typeface="+mj-lt"/>
              </a:rPr>
              <a:t>13-05-2026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DEC12D-8020-4FDD-8990-6DDBA79677A6}"/>
              </a:ext>
            </a:extLst>
          </p:cNvPr>
          <p:cNvSpPr txBox="1"/>
          <p:nvPr/>
        </p:nvSpPr>
        <p:spPr>
          <a:xfrm>
            <a:off x="136525" y="2126838"/>
            <a:ext cx="4045314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638" indent="-274638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rPr>
              <a:t>LISFLOOD</a:t>
            </a:r>
          </a:p>
          <a:p>
            <a:pPr marL="274638" indent="-274638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rPr>
              <a:t>Google Flood Hub</a:t>
            </a:r>
          </a:p>
          <a:p>
            <a:pPr marL="274638" indent="-274638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rPr>
              <a:t>Calibration of hydrological models</a:t>
            </a:r>
          </a:p>
          <a:p>
            <a:pPr marL="274638" indent="-274638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rPr>
              <a:t>Parameter learning</a:t>
            </a:r>
          </a:p>
        </p:txBody>
      </p:sp>
    </p:spTree>
    <p:extLst>
      <p:ext uri="{BB962C8B-B14F-4D97-AF65-F5344CB8AC3E}">
        <p14:creationId xmlns:p14="http://schemas.microsoft.com/office/powerpoint/2010/main" val="301799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9F759-95B7-793F-D96F-33B1735AA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2</a:t>
            </a:fld>
            <a:endParaRPr lang="en-US"/>
          </a:p>
        </p:txBody>
      </p:sp>
      <p:sp>
        <p:nvSpPr>
          <p:cNvPr id="5" name="CuadroTexto 27">
            <a:extLst>
              <a:ext uri="{FF2B5EF4-FFF2-40B4-BE49-F238E27FC236}">
                <a16:creationId xmlns:a16="http://schemas.microsoft.com/office/drawing/2014/main" id="{EF2CA7CC-90D8-A8BD-68D1-F4911A8ECAC8}"/>
              </a:ext>
            </a:extLst>
          </p:cNvPr>
          <p:cNvSpPr/>
          <p:nvPr/>
        </p:nvSpPr>
        <p:spPr>
          <a:xfrm>
            <a:off x="1438920" y="4448880"/>
            <a:ext cx="689040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Desventajas: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Tiempo de computación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Calibración: tiempo y trasvase de información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Regionalización en cuencas no aforadas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" name="Grupo 7">
            <a:extLst>
              <a:ext uri="{FF2B5EF4-FFF2-40B4-BE49-F238E27FC236}">
                <a16:creationId xmlns:a16="http://schemas.microsoft.com/office/drawing/2014/main" id="{FEDC8AB1-B92D-D05A-5964-632F20CB1A71}"/>
              </a:ext>
            </a:extLst>
          </p:cNvPr>
          <p:cNvGrpSpPr/>
          <p:nvPr/>
        </p:nvGrpSpPr>
        <p:grpSpPr>
          <a:xfrm>
            <a:off x="7867800" y="2057040"/>
            <a:ext cx="4320000" cy="3724200"/>
            <a:chOff x="7867800" y="2057040"/>
            <a:chExt cx="4320000" cy="3724200"/>
          </a:xfrm>
        </p:grpSpPr>
        <p:pic>
          <p:nvPicPr>
            <p:cNvPr id="7" name="Picture 15">
              <a:extLst>
                <a:ext uri="{FF2B5EF4-FFF2-40B4-BE49-F238E27FC236}">
                  <a16:creationId xmlns:a16="http://schemas.microsoft.com/office/drawing/2014/main" id="{4E7638AF-3F85-3892-E4A3-A4C96F0692B5}"/>
                </a:ext>
              </a:extLst>
            </p:cNvPr>
            <p:cNvPicPr/>
            <p:nvPr/>
          </p:nvPicPr>
          <p:blipFill>
            <a:blip r:embed="rId2"/>
            <a:srcRect l="685" t="1389" r="46378" b="1029"/>
            <a:stretch/>
          </p:blipFill>
          <p:spPr>
            <a:xfrm>
              <a:off x="7999560" y="2057040"/>
              <a:ext cx="4188240" cy="37098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8" name="Group 12">
              <a:extLst>
                <a:ext uri="{FF2B5EF4-FFF2-40B4-BE49-F238E27FC236}">
                  <a16:creationId xmlns:a16="http://schemas.microsoft.com/office/drawing/2014/main" id="{72154EFC-2ABA-0CC1-9B89-11BA09A3CCCA}"/>
                </a:ext>
              </a:extLst>
            </p:cNvPr>
            <p:cNvGrpSpPr/>
            <p:nvPr/>
          </p:nvGrpSpPr>
          <p:grpSpPr>
            <a:xfrm>
              <a:off x="7867800" y="4448880"/>
              <a:ext cx="1231200" cy="1332360"/>
              <a:chOff x="7867800" y="4448880"/>
              <a:chExt cx="1231200" cy="1332360"/>
            </a:xfrm>
          </p:grpSpPr>
          <p:pic>
            <p:nvPicPr>
              <p:cNvPr id="9" name="Picture 19">
                <a:extLst>
                  <a:ext uri="{FF2B5EF4-FFF2-40B4-BE49-F238E27FC236}">
                    <a16:creationId xmlns:a16="http://schemas.microsoft.com/office/drawing/2014/main" id="{D726D1E1-1AE7-63C9-861F-0D777B774018}"/>
                  </a:ext>
                </a:extLst>
              </p:cNvPr>
              <p:cNvPicPr/>
              <p:nvPr/>
            </p:nvPicPr>
            <p:blipFill>
              <a:blip r:embed="rId3"/>
              <a:srcRect l="616" t="22042" r="71258" b="27708"/>
              <a:stretch/>
            </p:blipFill>
            <p:spPr>
              <a:xfrm>
                <a:off x="7867800" y="4448880"/>
                <a:ext cx="1231200" cy="13323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10" name="Rectangle 14">
                <a:extLst>
                  <a:ext uri="{FF2B5EF4-FFF2-40B4-BE49-F238E27FC236}">
                    <a16:creationId xmlns:a16="http://schemas.microsoft.com/office/drawing/2014/main" id="{BC753FCE-BF94-5051-8FDF-B841AFEFB987}"/>
                  </a:ext>
                </a:extLst>
              </p:cNvPr>
              <p:cNvSpPr/>
              <p:nvPr/>
            </p:nvSpPr>
            <p:spPr>
              <a:xfrm>
                <a:off x="8205480" y="4783320"/>
                <a:ext cx="297720" cy="256680"/>
              </a:xfrm>
              <a:prstGeom prst="rect">
                <a:avLst/>
              </a:prstGeom>
              <a:solidFill>
                <a:srgbClr val="00B0F0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es-E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grpSp>
            <p:nvGrpSpPr>
              <p:cNvPr id="11" name="Group 15">
                <a:extLst>
                  <a:ext uri="{FF2B5EF4-FFF2-40B4-BE49-F238E27FC236}">
                    <a16:creationId xmlns:a16="http://schemas.microsoft.com/office/drawing/2014/main" id="{140A0567-7264-8A01-EDBB-62B763EA1F7E}"/>
                  </a:ext>
                </a:extLst>
              </p:cNvPr>
              <p:cNvGrpSpPr/>
              <p:nvPr/>
            </p:nvGrpSpPr>
            <p:grpSpPr>
              <a:xfrm>
                <a:off x="7949160" y="4506840"/>
                <a:ext cx="552960" cy="535680"/>
                <a:chOff x="7949160" y="4506840"/>
                <a:chExt cx="552960" cy="535680"/>
              </a:xfrm>
            </p:grpSpPr>
            <p:sp>
              <p:nvSpPr>
                <p:cNvPr id="14" name="Rectangle 18">
                  <a:extLst>
                    <a:ext uri="{FF2B5EF4-FFF2-40B4-BE49-F238E27FC236}">
                      <a16:creationId xmlns:a16="http://schemas.microsoft.com/office/drawing/2014/main" id="{473C3418-2E74-8A56-416B-8178DF899ABD}"/>
                    </a:ext>
                  </a:extLst>
                </p:cNvPr>
                <p:cNvSpPr/>
                <p:nvPr/>
              </p:nvSpPr>
              <p:spPr>
                <a:xfrm>
                  <a:off x="7949160" y="4506840"/>
                  <a:ext cx="552960" cy="277560"/>
                </a:xfrm>
                <a:prstGeom prst="rect">
                  <a:avLst/>
                </a:prstGeom>
                <a:solidFill>
                  <a:srgbClr val="92D050">
                    <a:alpha val="5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</a:pPr>
                  <a:endParaRPr lang="es-E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  <p:sp>
              <p:nvSpPr>
                <p:cNvPr id="15" name="Rectangle 19">
                  <a:extLst>
                    <a:ext uri="{FF2B5EF4-FFF2-40B4-BE49-F238E27FC236}">
                      <a16:creationId xmlns:a16="http://schemas.microsoft.com/office/drawing/2014/main" id="{AABFA6A3-BABF-5C62-FD63-2A3BD6316AFD}"/>
                    </a:ext>
                  </a:extLst>
                </p:cNvPr>
                <p:cNvSpPr/>
                <p:nvPr/>
              </p:nvSpPr>
              <p:spPr>
                <a:xfrm>
                  <a:off x="7949160" y="4785840"/>
                  <a:ext cx="256320" cy="256680"/>
                </a:xfrm>
                <a:prstGeom prst="rect">
                  <a:avLst/>
                </a:prstGeom>
                <a:solidFill>
                  <a:srgbClr val="92D050">
                    <a:alpha val="5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</a:pPr>
                  <a:endParaRPr lang="es-ES" sz="1800" b="0" u="none" strike="noStrike">
                    <a:solidFill>
                      <a:schemeClr val="lt1"/>
                    </a:solidFill>
                    <a:effectLst/>
                    <a:uFillTx/>
                    <a:latin typeface="Calibri"/>
                  </a:endParaRPr>
                </a:p>
              </p:txBody>
            </p:sp>
          </p:grpSp>
          <p:sp>
            <p:nvSpPr>
              <p:cNvPr id="12" name="Rectangle 16">
                <a:extLst>
                  <a:ext uri="{FF2B5EF4-FFF2-40B4-BE49-F238E27FC236}">
                    <a16:creationId xmlns:a16="http://schemas.microsoft.com/office/drawing/2014/main" id="{FA1CF116-C71F-AE2E-C218-327827E3252C}"/>
                  </a:ext>
                </a:extLst>
              </p:cNvPr>
              <p:cNvSpPr/>
              <p:nvPr/>
            </p:nvSpPr>
            <p:spPr>
              <a:xfrm>
                <a:off x="7949160" y="5039640"/>
                <a:ext cx="552960" cy="463680"/>
              </a:xfrm>
              <a:prstGeom prst="rect">
                <a:avLst/>
              </a:pr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es-E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13" name="Rectangle 17">
                <a:extLst>
                  <a:ext uri="{FF2B5EF4-FFF2-40B4-BE49-F238E27FC236}">
                    <a16:creationId xmlns:a16="http://schemas.microsoft.com/office/drawing/2014/main" id="{C6EEE439-351A-A8EF-E6CD-5365A8E7AB87}"/>
                  </a:ext>
                </a:extLst>
              </p:cNvPr>
              <p:cNvSpPr/>
              <p:nvPr/>
            </p:nvSpPr>
            <p:spPr>
              <a:xfrm>
                <a:off x="8502840" y="4514040"/>
                <a:ext cx="552960" cy="989280"/>
              </a:xfrm>
              <a:prstGeom prst="rect">
                <a:avLst/>
              </a:prstGeom>
              <a:solidFill>
                <a:schemeClr val="dk1">
                  <a:lumMod val="40000"/>
                  <a:lumOff val="60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es-ES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pic>
        <p:nvPicPr>
          <p:cNvPr id="16" name="Imagen 93">
            <a:extLst>
              <a:ext uri="{FF2B5EF4-FFF2-40B4-BE49-F238E27FC236}">
                <a16:creationId xmlns:a16="http://schemas.microsoft.com/office/drawing/2014/main" id="{7E2F7B72-FC77-F4B1-7679-9841BB4EE1B7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17240" y="2109240"/>
            <a:ext cx="1019880" cy="101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TextBox 9">
            <a:extLst>
              <a:ext uri="{FF2B5EF4-FFF2-40B4-BE49-F238E27FC236}">
                <a16:creationId xmlns:a16="http://schemas.microsoft.com/office/drawing/2014/main" id="{13EB7599-80EC-CF00-E0F1-9C1B33C66250}"/>
              </a:ext>
            </a:extLst>
          </p:cNvPr>
          <p:cNvSpPr/>
          <p:nvPr/>
        </p:nvSpPr>
        <p:spPr>
          <a:xfrm>
            <a:off x="1507320" y="2052360"/>
            <a:ext cx="6884280" cy="119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1" u="none" strike="noStrike" dirty="0">
                <a:solidFill>
                  <a:srgbClr val="3465A4"/>
                </a:solidFill>
                <a:effectLst/>
                <a:uFillTx/>
                <a:latin typeface="Calibri Light"/>
              </a:rPr>
              <a:t>LISFLOOD</a:t>
            </a: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 es un modelo hidrológico </a:t>
            </a:r>
            <a:r>
              <a:rPr lang="es-ES" sz="1800" b="0" u="none" strike="noStrike" dirty="0">
                <a:solidFill>
                  <a:srgbClr val="3465A4"/>
                </a:solidFill>
                <a:effectLst/>
                <a:uFillTx/>
                <a:latin typeface="Calibri Light"/>
              </a:rPr>
              <a:t>espacialmente distribuido y basado en procesos físicos</a:t>
            </a: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 desarrollado por el JRC desde 1997. 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Se usa en sistemas de alerta operacionales como </a:t>
            </a:r>
            <a:r>
              <a:rPr lang="es-ES" sz="1800" b="1" u="none" strike="noStrike" dirty="0">
                <a:solidFill>
                  <a:srgbClr val="3465A4"/>
                </a:solidFill>
                <a:effectLst/>
                <a:uFillTx/>
                <a:latin typeface="Calibri Light"/>
              </a:rPr>
              <a:t>EFAS</a:t>
            </a:r>
            <a:r>
              <a:rPr lang="es-ES" sz="1800" b="0" u="none" strike="noStrike" dirty="0">
                <a:solidFill>
                  <a:srgbClr val="000000"/>
                </a:solidFill>
                <a:effectLst/>
                <a:uFillTx/>
                <a:latin typeface="Calibri Light"/>
              </a:rPr>
              <a:t>/</a:t>
            </a:r>
            <a:r>
              <a:rPr lang="es-ES" sz="1800" b="0" u="none" strike="noStrike" dirty="0" err="1">
                <a:solidFill>
                  <a:schemeClr val="dk1"/>
                </a:solidFill>
                <a:effectLst/>
                <a:uFillTx/>
                <a:latin typeface="Calibri Light"/>
              </a:rPr>
              <a:t>GloFAS</a:t>
            </a: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 o EDO/GDO de </a:t>
            </a:r>
            <a:r>
              <a:rPr lang="es-ES" sz="1800" b="0" u="none" strike="noStrike" dirty="0" err="1">
                <a:solidFill>
                  <a:schemeClr val="dk1"/>
                </a:solidFill>
                <a:effectLst/>
                <a:uFillTx/>
                <a:latin typeface="Calibri Light"/>
              </a:rPr>
              <a:t>Copernicus</a:t>
            </a: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lang="es-ES" sz="1800" b="0" u="none" strike="noStrike" dirty="0" err="1">
                <a:solidFill>
                  <a:schemeClr val="dk1"/>
                </a:solidFill>
                <a:effectLst/>
                <a:uFillTx/>
                <a:latin typeface="Calibri Light"/>
              </a:rPr>
              <a:t>Emergency</a:t>
            </a: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 Management </a:t>
            </a:r>
            <a:r>
              <a:rPr lang="es-ES" sz="1800" b="0" u="none" strike="noStrike" dirty="0" err="1">
                <a:solidFill>
                  <a:schemeClr val="dk1"/>
                </a:solidFill>
                <a:effectLst/>
                <a:uFillTx/>
                <a:latin typeface="Calibri Light"/>
              </a:rPr>
              <a:t>Services</a:t>
            </a: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 (CEMS).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CuadroTexto 42">
            <a:extLst>
              <a:ext uri="{FF2B5EF4-FFF2-40B4-BE49-F238E27FC236}">
                <a16:creationId xmlns:a16="http://schemas.microsoft.com/office/drawing/2014/main" id="{593E42B5-0165-1BFA-6606-EB5552D9FA3F}"/>
              </a:ext>
            </a:extLst>
          </p:cNvPr>
          <p:cNvSpPr/>
          <p:nvPr/>
        </p:nvSpPr>
        <p:spPr>
          <a:xfrm>
            <a:off x="1507320" y="3248280"/>
            <a:ext cx="6881760" cy="119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Ventajas: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Basados en procesos físicos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Reproduce múltiples variables de estado y flujos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Espacialmente distribuidos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4CA1C1-E7E5-969A-D348-A1A2FCC8507D}"/>
              </a:ext>
            </a:extLst>
          </p:cNvPr>
          <p:cNvSpPr txBox="1"/>
          <p:nvPr/>
        </p:nvSpPr>
        <p:spPr>
          <a:xfrm>
            <a:off x="670559" y="391886"/>
            <a:ext cx="2700000" cy="46166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  <a:latin typeface="+mj-lt"/>
              </a:rPr>
              <a:t>Basado</a:t>
            </a:r>
            <a:r>
              <a:rPr lang="en-US" sz="24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+mj-lt"/>
              </a:rPr>
              <a:t>en</a:t>
            </a:r>
            <a:r>
              <a:rPr lang="en-US" sz="24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+mj-lt"/>
              </a:rPr>
              <a:t>procesos</a:t>
            </a:r>
            <a:endParaRPr 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3DB974-89F5-97DD-88D7-ADC17CFBD7EF}"/>
              </a:ext>
            </a:extLst>
          </p:cNvPr>
          <p:cNvSpPr txBox="1"/>
          <p:nvPr/>
        </p:nvSpPr>
        <p:spPr>
          <a:xfrm>
            <a:off x="3372404" y="391883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 err="1"/>
              <a:t>Basado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datos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C172F8-21AC-569B-D8B5-014DD9CEA91F}"/>
              </a:ext>
            </a:extLst>
          </p:cNvPr>
          <p:cNvSpPr txBox="1"/>
          <p:nvPr/>
        </p:nvSpPr>
        <p:spPr>
          <a:xfrm>
            <a:off x="6072404" y="391883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 err="1"/>
              <a:t>Calibración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B7E4A6-A32B-AC47-2ECC-D56A915B01C9}"/>
              </a:ext>
            </a:extLst>
          </p:cNvPr>
          <p:cNvSpPr txBox="1"/>
          <p:nvPr/>
        </p:nvSpPr>
        <p:spPr>
          <a:xfrm>
            <a:off x="8772404" y="389765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Parameter learning</a:t>
            </a:r>
          </a:p>
        </p:txBody>
      </p:sp>
    </p:spTree>
    <p:extLst>
      <p:ext uri="{BB962C8B-B14F-4D97-AF65-F5344CB8AC3E}">
        <p14:creationId xmlns:p14="http://schemas.microsoft.com/office/powerpoint/2010/main" val="1392514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BFB05B8D-6499-4394-9B9D-6F23B3B4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94641" y="6467452"/>
            <a:ext cx="369651" cy="365125"/>
          </a:xfrm>
        </p:spPr>
        <p:txBody>
          <a:bodyPr/>
          <a:lstStyle/>
          <a:p>
            <a:fld id="{E7872BEF-DB94-6840-8AB0-1579DB081167}" type="slidenum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3</a:t>
            </a:fld>
            <a:endParaRPr lang="en-GB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42AF990-A6FC-4C7E-9DC5-80501323536D}"/>
              </a:ext>
            </a:extLst>
          </p:cNvPr>
          <p:cNvGrpSpPr>
            <a:grpSpLocks noChangeAspect="1"/>
          </p:cNvGrpSpPr>
          <p:nvPr/>
        </p:nvGrpSpPr>
        <p:grpSpPr>
          <a:xfrm>
            <a:off x="4855676" y="3393420"/>
            <a:ext cx="1620000" cy="1620000"/>
            <a:chOff x="3161352" y="1577119"/>
            <a:chExt cx="2076757" cy="2076757"/>
          </a:xfrm>
        </p:grpSpPr>
        <p:sp>
          <p:nvSpPr>
            <p:cNvPr id="25" name="Oval 24">
              <a:hlinkClick r:id="rId2"/>
              <a:extLst>
                <a:ext uri="{FF2B5EF4-FFF2-40B4-BE49-F238E27FC236}">
                  <a16:creationId xmlns:a16="http://schemas.microsoft.com/office/drawing/2014/main" id="{25E8D2FD-62E0-496D-9538-CC42CF5F3C25}"/>
                </a:ext>
              </a:extLst>
            </p:cNvPr>
            <p:cNvSpPr/>
            <p:nvPr/>
          </p:nvSpPr>
          <p:spPr>
            <a:xfrm>
              <a:off x="3161352" y="1577119"/>
              <a:ext cx="2076757" cy="207675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Oval 4">
              <a:extLst>
                <a:ext uri="{FF2B5EF4-FFF2-40B4-BE49-F238E27FC236}">
                  <a16:creationId xmlns:a16="http://schemas.microsoft.com/office/drawing/2014/main" id="{69368AA7-76BB-4DBB-A2E9-8F2E972891BA}"/>
                </a:ext>
              </a:extLst>
            </p:cNvPr>
            <p:cNvSpPr txBox="1"/>
            <p:nvPr/>
          </p:nvSpPr>
          <p:spPr>
            <a:xfrm>
              <a:off x="3161352" y="1881253"/>
              <a:ext cx="2003579" cy="146848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</a:pPr>
              <a:r>
                <a:rPr lang="en-GB" sz="2000" kern="1200" dirty="0"/>
                <a:t>LISFLOOD</a:t>
              </a:r>
              <a:endParaRPr lang="en-GB" sz="1600" kern="12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9739D5D-36DC-40D7-8A43-61B3F932A572}"/>
              </a:ext>
            </a:extLst>
          </p:cNvPr>
          <p:cNvGrpSpPr>
            <a:grpSpLocks noChangeAspect="1"/>
          </p:cNvGrpSpPr>
          <p:nvPr/>
        </p:nvGrpSpPr>
        <p:grpSpPr>
          <a:xfrm>
            <a:off x="3359789" y="1791741"/>
            <a:ext cx="1260000" cy="1260000"/>
            <a:chOff x="366752" y="1816577"/>
            <a:chExt cx="1491473" cy="1491473"/>
          </a:xfrm>
        </p:grpSpPr>
        <p:sp>
          <p:nvSpPr>
            <p:cNvPr id="29" name="Oval 28">
              <a:hlinkClick r:id="rId3" action="ppaction://hlinksldjump"/>
              <a:extLst>
                <a:ext uri="{FF2B5EF4-FFF2-40B4-BE49-F238E27FC236}">
                  <a16:creationId xmlns:a16="http://schemas.microsoft.com/office/drawing/2014/main" id="{DE1CB140-CBA5-4907-8FDA-C089E5DA5483}"/>
                </a:ext>
              </a:extLst>
            </p:cNvPr>
            <p:cNvSpPr/>
            <p:nvPr/>
          </p:nvSpPr>
          <p:spPr>
            <a:xfrm>
              <a:off x="366752" y="1816577"/>
              <a:ext cx="1491473" cy="1491473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0" name="Oval 4">
              <a:extLst>
                <a:ext uri="{FF2B5EF4-FFF2-40B4-BE49-F238E27FC236}">
                  <a16:creationId xmlns:a16="http://schemas.microsoft.com/office/drawing/2014/main" id="{E7FE0F88-92F5-42E3-BFFB-A9E5AC63F883}"/>
                </a:ext>
              </a:extLst>
            </p:cNvPr>
            <p:cNvSpPr txBox="1"/>
            <p:nvPr/>
          </p:nvSpPr>
          <p:spPr>
            <a:xfrm>
              <a:off x="366752" y="2034998"/>
              <a:ext cx="1491473" cy="10546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970" tIns="13970" rIns="13970" bIns="1397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kern="1200" dirty="0" err="1"/>
                <a:t>propiedades</a:t>
              </a:r>
              <a:r>
                <a:rPr lang="en-GB" kern="1200" dirty="0"/>
                <a:t> </a:t>
              </a:r>
              <a:r>
                <a:rPr lang="en-GB" kern="1200" dirty="0" err="1"/>
                <a:t>físicas</a:t>
              </a:r>
              <a:endParaRPr lang="en-GB" kern="120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C9ED637-691C-4F34-84D7-9955E9557241}"/>
              </a:ext>
            </a:extLst>
          </p:cNvPr>
          <p:cNvGrpSpPr>
            <a:grpSpLocks noChangeAspect="1"/>
          </p:cNvGrpSpPr>
          <p:nvPr/>
        </p:nvGrpSpPr>
        <p:grpSpPr>
          <a:xfrm>
            <a:off x="2450211" y="2822778"/>
            <a:ext cx="1260000" cy="1260000"/>
            <a:chOff x="366752" y="1816577"/>
            <a:chExt cx="1491473" cy="1491473"/>
          </a:xfrm>
        </p:grpSpPr>
        <p:sp>
          <p:nvSpPr>
            <p:cNvPr id="32" name="Oval 31">
              <a:hlinkClick r:id="rId3" action="ppaction://hlinksldjump"/>
              <a:extLst>
                <a:ext uri="{FF2B5EF4-FFF2-40B4-BE49-F238E27FC236}">
                  <a16:creationId xmlns:a16="http://schemas.microsoft.com/office/drawing/2014/main" id="{C8DF948D-8435-4EC1-9C5C-4CBAED5AA3E1}"/>
                </a:ext>
              </a:extLst>
            </p:cNvPr>
            <p:cNvSpPr/>
            <p:nvPr/>
          </p:nvSpPr>
          <p:spPr>
            <a:xfrm>
              <a:off x="366752" y="1816577"/>
              <a:ext cx="1491473" cy="1491473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3" name="Oval 4">
              <a:extLst>
                <a:ext uri="{FF2B5EF4-FFF2-40B4-BE49-F238E27FC236}">
                  <a16:creationId xmlns:a16="http://schemas.microsoft.com/office/drawing/2014/main" id="{93CE72F0-FC60-4F1D-9615-058E8C19C7BA}"/>
                </a:ext>
              </a:extLst>
            </p:cNvPr>
            <p:cNvSpPr txBox="1"/>
            <p:nvPr/>
          </p:nvSpPr>
          <p:spPr>
            <a:xfrm>
              <a:off x="366752" y="2034998"/>
              <a:ext cx="1491473" cy="10546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970" tIns="13970" rIns="13970" bIns="1397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</a:pPr>
              <a:r>
                <a:rPr lang="en-GB" kern="1200" dirty="0" err="1"/>
                <a:t>meteoro</a:t>
              </a:r>
              <a:r>
                <a:rPr lang="en-GB" kern="1200" dirty="0"/>
                <a:t>-</a:t>
              </a:r>
            </a:p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</a:pPr>
              <a:r>
                <a:rPr lang="en-GB" kern="1200" dirty="0" err="1"/>
                <a:t>logía</a:t>
              </a:r>
              <a:endParaRPr lang="en-GB" sz="1400" kern="12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633A8F5-67B1-426C-9727-1518569287FD}"/>
              </a:ext>
            </a:extLst>
          </p:cNvPr>
          <p:cNvGrpSpPr>
            <a:grpSpLocks noChangeAspect="1"/>
          </p:cNvGrpSpPr>
          <p:nvPr/>
        </p:nvGrpSpPr>
        <p:grpSpPr>
          <a:xfrm>
            <a:off x="3359789" y="5198494"/>
            <a:ext cx="1260000" cy="1260000"/>
            <a:chOff x="366752" y="1816577"/>
            <a:chExt cx="1491473" cy="1491473"/>
          </a:xfrm>
        </p:grpSpPr>
        <p:sp>
          <p:nvSpPr>
            <p:cNvPr id="35" name="Oval 34">
              <a:hlinkClick r:id="rId4" action="ppaction://hlinksldjump"/>
              <a:extLst>
                <a:ext uri="{FF2B5EF4-FFF2-40B4-BE49-F238E27FC236}">
                  <a16:creationId xmlns:a16="http://schemas.microsoft.com/office/drawing/2014/main" id="{91D2ACAF-AEEB-4E8D-B59A-5649B734BEA4}"/>
                </a:ext>
              </a:extLst>
            </p:cNvPr>
            <p:cNvSpPr/>
            <p:nvPr/>
          </p:nvSpPr>
          <p:spPr>
            <a:xfrm>
              <a:off x="366752" y="1816577"/>
              <a:ext cx="1491473" cy="1491473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6" name="Oval 4">
              <a:extLst>
                <a:ext uri="{FF2B5EF4-FFF2-40B4-BE49-F238E27FC236}">
                  <a16:creationId xmlns:a16="http://schemas.microsoft.com/office/drawing/2014/main" id="{EBD74371-055D-4982-B398-8341B89AB5F7}"/>
                </a:ext>
              </a:extLst>
            </p:cNvPr>
            <p:cNvSpPr txBox="1"/>
            <p:nvPr/>
          </p:nvSpPr>
          <p:spPr>
            <a:xfrm>
              <a:off x="366752" y="2034998"/>
              <a:ext cx="1491473" cy="10546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970" tIns="13970" rIns="13970" bIns="1397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</a:pPr>
              <a:r>
                <a:rPr lang="en-GB" dirty="0" err="1"/>
                <a:t>parámetros</a:t>
              </a:r>
              <a:endParaRPr lang="en-GB" sz="1400" kern="12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696ED784-1554-4540-8ECC-FCC2C84BF048}"/>
              </a:ext>
            </a:extLst>
          </p:cNvPr>
          <p:cNvSpPr>
            <a:spLocks noChangeAspect="1"/>
          </p:cNvSpPr>
          <p:nvPr/>
        </p:nvSpPr>
        <p:spPr>
          <a:xfrm>
            <a:off x="7531174" y="3578057"/>
            <a:ext cx="1260000" cy="12600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dirty="0" err="1"/>
              <a:t>flujos</a:t>
            </a:r>
            <a:r>
              <a:rPr lang="en-GB" dirty="0"/>
              <a:t> &amp; </a:t>
            </a:r>
            <a:r>
              <a:rPr lang="es-ES" dirty="0" err="1"/>
              <a:t>almace-namientos</a:t>
            </a:r>
            <a:endParaRPr lang="es-ES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FDB0559-EEA4-453B-8716-21E47E7432AA}"/>
              </a:ext>
            </a:extLst>
          </p:cNvPr>
          <p:cNvCxnSpPr>
            <a:cxnSpLocks/>
            <a:stCxn id="29" idx="5"/>
            <a:endCxn id="26" idx="1"/>
          </p:cNvCxnSpPr>
          <p:nvPr/>
        </p:nvCxnSpPr>
        <p:spPr>
          <a:xfrm>
            <a:off x="4435266" y="2867218"/>
            <a:ext cx="420410" cy="1336202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867F69F-5A69-4AD9-ACBB-1D7CA450DACF}"/>
              </a:ext>
            </a:extLst>
          </p:cNvPr>
          <p:cNvCxnSpPr>
            <a:cxnSpLocks/>
            <a:stCxn id="33" idx="3"/>
            <a:endCxn id="26" idx="1"/>
          </p:cNvCxnSpPr>
          <p:nvPr/>
        </p:nvCxnSpPr>
        <p:spPr>
          <a:xfrm>
            <a:off x="3710211" y="3452779"/>
            <a:ext cx="1145465" cy="75064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F93351A-938F-4986-A4DB-D212E70D1D37}"/>
              </a:ext>
            </a:extLst>
          </p:cNvPr>
          <p:cNvCxnSpPr>
            <a:cxnSpLocks/>
            <a:stCxn id="35" idx="7"/>
            <a:endCxn id="26" idx="1"/>
          </p:cNvCxnSpPr>
          <p:nvPr/>
        </p:nvCxnSpPr>
        <p:spPr>
          <a:xfrm flipV="1">
            <a:off x="4435266" y="4203420"/>
            <a:ext cx="420410" cy="1179597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1BEAEE0-5829-4AC1-A02A-164C67DA47FF}"/>
              </a:ext>
            </a:extLst>
          </p:cNvPr>
          <p:cNvCxnSpPr>
            <a:stCxn id="25" idx="6"/>
            <a:endCxn id="37" idx="2"/>
          </p:cNvCxnSpPr>
          <p:nvPr/>
        </p:nvCxnSpPr>
        <p:spPr>
          <a:xfrm>
            <a:off x="6475676" y="4203420"/>
            <a:ext cx="1055498" cy="4637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5F3BCA0-64C1-4D15-86D1-9DA9007A93A8}"/>
              </a:ext>
            </a:extLst>
          </p:cNvPr>
          <p:cNvSpPr txBox="1"/>
          <p:nvPr/>
        </p:nvSpPr>
        <p:spPr>
          <a:xfrm>
            <a:off x="670559" y="1765858"/>
            <a:ext cx="2187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buClr>
                <a:schemeClr val="accent5"/>
              </a:buClr>
              <a:defRPr sz="2400">
                <a:solidFill>
                  <a:schemeClr val="accent5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 LISFLOOD run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BD606D-48A9-4C73-A039-C404D4D43A98}"/>
              </a:ext>
            </a:extLst>
          </p:cNvPr>
          <p:cNvSpPr txBox="1"/>
          <p:nvPr/>
        </p:nvSpPr>
        <p:spPr>
          <a:xfrm rot="20882640">
            <a:off x="6118463" y="2028428"/>
            <a:ext cx="19257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1">
                    <a:lumMod val="75000"/>
                  </a:schemeClr>
                </a:solidFill>
                <a:latin typeface="Segoe Print" panose="02000600000000000000" pitchFamily="2" charset="0"/>
              </a:rPr>
              <a:t>¡Espacialmente distribuido!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D1F67E4-B3B8-43CC-8FD1-8F19548380A9}"/>
              </a:ext>
            </a:extLst>
          </p:cNvPr>
          <p:cNvSpPr txBox="1"/>
          <p:nvPr/>
        </p:nvSpPr>
        <p:spPr>
          <a:xfrm>
            <a:off x="7518440" y="4926991"/>
            <a:ext cx="25682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Caudal</a:t>
            </a:r>
          </a:p>
          <a:p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Humedad del suelo</a:t>
            </a:r>
          </a:p>
          <a:p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Volumen embalsado</a:t>
            </a:r>
          </a:p>
          <a:p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Equivalente agua-nieve</a:t>
            </a:r>
          </a:p>
          <a:p>
            <a:r>
              <a:rPr lang="es-ES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…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AEBBA4D-C1FE-46E9-A529-4517A7E95645}"/>
              </a:ext>
            </a:extLst>
          </p:cNvPr>
          <p:cNvGrpSpPr>
            <a:grpSpLocks noChangeAspect="1"/>
          </p:cNvGrpSpPr>
          <p:nvPr/>
        </p:nvGrpSpPr>
        <p:grpSpPr>
          <a:xfrm>
            <a:off x="2450211" y="4198682"/>
            <a:ext cx="1260000" cy="1260000"/>
            <a:chOff x="366752" y="1816577"/>
            <a:chExt cx="1491473" cy="1491473"/>
          </a:xfrm>
        </p:grpSpPr>
        <p:sp>
          <p:nvSpPr>
            <p:cNvPr id="58" name="Oval 57">
              <a:hlinkClick r:id="rId3" action="ppaction://hlinksldjump"/>
              <a:extLst>
                <a:ext uri="{FF2B5EF4-FFF2-40B4-BE49-F238E27FC236}">
                  <a16:creationId xmlns:a16="http://schemas.microsoft.com/office/drawing/2014/main" id="{B5648B5A-A276-4A2F-80D0-5822AB2DF7F4}"/>
                </a:ext>
              </a:extLst>
            </p:cNvPr>
            <p:cNvSpPr/>
            <p:nvPr/>
          </p:nvSpPr>
          <p:spPr>
            <a:xfrm>
              <a:off x="366752" y="1816577"/>
              <a:ext cx="1491473" cy="1491473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59" name="Oval 4">
              <a:extLst>
                <a:ext uri="{FF2B5EF4-FFF2-40B4-BE49-F238E27FC236}">
                  <a16:creationId xmlns:a16="http://schemas.microsoft.com/office/drawing/2014/main" id="{639EF02D-8603-421C-9250-BA7482AAEAD4}"/>
                </a:ext>
              </a:extLst>
            </p:cNvPr>
            <p:cNvSpPr txBox="1"/>
            <p:nvPr/>
          </p:nvSpPr>
          <p:spPr>
            <a:xfrm>
              <a:off x="366752" y="2034998"/>
              <a:ext cx="1491473" cy="10546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970" tIns="13970" rIns="13970" bIns="1397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</a:pPr>
              <a:r>
                <a:rPr lang="en-GB" kern="1200" dirty="0" err="1"/>
                <a:t>condiciones</a:t>
              </a:r>
              <a:r>
                <a:rPr lang="en-GB" kern="1200" dirty="0"/>
                <a:t> </a:t>
              </a:r>
              <a:r>
                <a:rPr lang="en-GB" kern="1200" dirty="0" err="1"/>
                <a:t>iniciales</a:t>
              </a:r>
              <a:endParaRPr lang="en-GB" sz="1400" kern="12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1D97FD7-8625-4D66-85D5-FA42E01A3FA2}"/>
              </a:ext>
            </a:extLst>
          </p:cNvPr>
          <p:cNvCxnSpPr>
            <a:cxnSpLocks/>
            <a:stCxn id="59" idx="3"/>
            <a:endCxn id="26" idx="1"/>
          </p:cNvCxnSpPr>
          <p:nvPr/>
        </p:nvCxnSpPr>
        <p:spPr>
          <a:xfrm flipV="1">
            <a:off x="3710211" y="4203420"/>
            <a:ext cx="1145465" cy="625263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7109A979-3EC0-4556-9B90-3C6B0012F899}"/>
              </a:ext>
            </a:extLst>
          </p:cNvPr>
          <p:cNvSpPr txBox="1"/>
          <p:nvPr/>
        </p:nvSpPr>
        <p:spPr>
          <a:xfrm>
            <a:off x="670559" y="391886"/>
            <a:ext cx="2700000" cy="46166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+mj-lt"/>
              </a:rPr>
              <a:t>LISFLOOD-OS</a:t>
            </a:r>
          </a:p>
        </p:txBody>
      </p:sp>
      <p:sp>
        <p:nvSpPr>
          <p:cNvPr id="64" name="TextBox 63">
            <a:hlinkClick r:id="rId5" action="ppaction://hlinksldjump"/>
            <a:extLst>
              <a:ext uri="{FF2B5EF4-FFF2-40B4-BE49-F238E27FC236}">
                <a16:creationId xmlns:a16="http://schemas.microsoft.com/office/drawing/2014/main" id="{BBF27823-1384-4149-82B8-ABE19DFB781A}"/>
              </a:ext>
            </a:extLst>
          </p:cNvPr>
          <p:cNvSpPr txBox="1"/>
          <p:nvPr/>
        </p:nvSpPr>
        <p:spPr>
          <a:xfrm>
            <a:off x="3372404" y="391883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Google Flood Hub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57E03EC-6583-4D49-A20C-BE68B201D0B7}"/>
              </a:ext>
            </a:extLst>
          </p:cNvPr>
          <p:cNvSpPr txBox="1"/>
          <p:nvPr/>
        </p:nvSpPr>
        <p:spPr>
          <a:xfrm>
            <a:off x="6072404" y="391883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Calibration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FC9D1B4-E618-4892-BFFF-79BA8DA7E458}"/>
              </a:ext>
            </a:extLst>
          </p:cNvPr>
          <p:cNvSpPr txBox="1"/>
          <p:nvPr/>
        </p:nvSpPr>
        <p:spPr>
          <a:xfrm>
            <a:off x="8772404" y="389765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Parameter learning</a:t>
            </a:r>
          </a:p>
        </p:txBody>
      </p:sp>
    </p:spTree>
    <p:extLst>
      <p:ext uri="{BB962C8B-B14F-4D97-AF65-F5344CB8AC3E}">
        <p14:creationId xmlns:p14="http://schemas.microsoft.com/office/powerpoint/2010/main" val="4108157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44" grpId="0"/>
      <p:bldP spid="2" grpId="0"/>
      <p:bldP spid="5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FDD92-D645-E4A5-DB9F-3A65F12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4</a:t>
            </a:fld>
            <a:endParaRPr lang="en-US"/>
          </a:p>
        </p:txBody>
      </p:sp>
      <p:sp>
        <p:nvSpPr>
          <p:cNvPr id="5" name="CuadroTexto 34">
            <a:extLst>
              <a:ext uri="{FF2B5EF4-FFF2-40B4-BE49-F238E27FC236}">
                <a16:creationId xmlns:a16="http://schemas.microsoft.com/office/drawing/2014/main" id="{C3B7A862-9614-9AF2-BFE1-EF73D9DC38F1}"/>
              </a:ext>
            </a:extLst>
          </p:cNvPr>
          <p:cNvSpPr/>
          <p:nvPr/>
        </p:nvSpPr>
        <p:spPr>
          <a:xfrm>
            <a:off x="1508040" y="1082478"/>
            <a:ext cx="8174160" cy="119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1" u="none" strike="noStrike">
                <a:solidFill>
                  <a:srgbClr val="2A6099"/>
                </a:solidFill>
                <a:effectLst/>
                <a:uFillTx/>
                <a:latin typeface="Calibri light"/>
              </a:rPr>
              <a:t>NeuralHydrology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es un modelo de simulación de caudal agregado basado puramente en datos y desarrollado por Frederik Kratzert (2018) y después utilizado en </a:t>
            </a:r>
            <a:r>
              <a:rPr lang="es-ES" sz="1800" b="1" u="none" strike="noStrike">
                <a:solidFill>
                  <a:srgbClr val="2A6099"/>
                </a:solidFill>
                <a:effectLst/>
                <a:uFillTx/>
                <a:latin typeface="Calibri light"/>
              </a:rPr>
              <a:t>Google Flood Hub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Utiliza un tipo de redes neuronal recurrente llamado </a:t>
            </a:r>
            <a:r>
              <a:rPr lang="es-ES" sz="1800" b="1" u="none" strike="noStrike">
                <a:solidFill>
                  <a:srgbClr val="2A6099"/>
                </a:solidFill>
                <a:effectLst/>
                <a:uFillTx/>
                <a:latin typeface="Calibri light"/>
              </a:rPr>
              <a:t>LSTM</a:t>
            </a: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(Long-Short Term Memory).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" name="Imagen 108">
            <a:extLst>
              <a:ext uri="{FF2B5EF4-FFF2-40B4-BE49-F238E27FC236}">
                <a16:creationId xmlns:a16="http://schemas.microsoft.com/office/drawing/2014/main" id="{DB786A15-F6B7-4499-060E-A3F0886A1FB1}"/>
              </a:ext>
            </a:extLst>
          </p:cNvPr>
          <p:cNvPicPr/>
          <p:nvPr/>
        </p:nvPicPr>
        <p:blipFill>
          <a:blip r:embed="rId2"/>
          <a:srcRect r="636"/>
          <a:stretch/>
        </p:blipFill>
        <p:spPr>
          <a:xfrm>
            <a:off x="193320" y="1043958"/>
            <a:ext cx="1190520" cy="119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CuadroTexto 43">
            <a:extLst>
              <a:ext uri="{FF2B5EF4-FFF2-40B4-BE49-F238E27FC236}">
                <a16:creationId xmlns:a16="http://schemas.microsoft.com/office/drawing/2014/main" id="{B6DB3F9C-D3BC-2E1D-0C6F-C8A311D83470}"/>
              </a:ext>
            </a:extLst>
          </p:cNvPr>
          <p:cNvSpPr/>
          <p:nvPr/>
        </p:nvSpPr>
        <p:spPr>
          <a:xfrm>
            <a:off x="1511640" y="2272278"/>
            <a:ext cx="3825360" cy="122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Ventajas: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Mayor rendimiento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Menor tiempo de computación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Aprendizaje conjunto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CuadroTexto 44">
            <a:extLst>
              <a:ext uri="{FF2B5EF4-FFF2-40B4-BE49-F238E27FC236}">
                <a16:creationId xmlns:a16="http://schemas.microsoft.com/office/drawing/2014/main" id="{AA20A650-F75E-3D53-CC96-6DFE92972C5B}"/>
              </a:ext>
            </a:extLst>
          </p:cNvPr>
          <p:cNvSpPr/>
          <p:nvPr/>
        </p:nvSpPr>
        <p:spPr>
          <a:xfrm>
            <a:off x="1507320" y="3519318"/>
            <a:ext cx="3936600" cy="92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Desventajas: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Cajas negras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Sólo reproducen caudal o calado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EE2D53C-DC94-6A51-D001-01ADF1484262}"/>
              </a:ext>
            </a:extLst>
          </p:cNvPr>
          <p:cNvGrpSpPr/>
          <p:nvPr/>
        </p:nvGrpSpPr>
        <p:grpSpPr>
          <a:xfrm>
            <a:off x="6532776" y="2543479"/>
            <a:ext cx="5356055" cy="4136146"/>
            <a:chOff x="2047592" y="437080"/>
            <a:chExt cx="8489847" cy="6556178"/>
          </a:xfrm>
        </p:grpSpPr>
        <p:sp>
          <p:nvSpPr>
            <p:cNvPr id="46" name="Rectángulo: esquinas redondeadas 3">
              <a:extLst>
                <a:ext uri="{FF2B5EF4-FFF2-40B4-BE49-F238E27FC236}">
                  <a16:creationId xmlns:a16="http://schemas.microsoft.com/office/drawing/2014/main" id="{5CCDAF8B-66CE-D508-131E-0B619922EDA3}"/>
                </a:ext>
              </a:extLst>
            </p:cNvPr>
            <p:cNvSpPr/>
            <p:nvPr/>
          </p:nvSpPr>
          <p:spPr>
            <a:xfrm>
              <a:off x="3205240" y="1255200"/>
              <a:ext cx="5040000" cy="4320000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47" name="Conector recto de flecha 5">
              <a:extLst>
                <a:ext uri="{FF2B5EF4-FFF2-40B4-BE49-F238E27FC236}">
                  <a16:creationId xmlns:a16="http://schemas.microsoft.com/office/drawing/2014/main" id="{6141CB76-5BBC-E329-21E3-D898ABAE1522}"/>
                </a:ext>
              </a:extLst>
            </p:cNvPr>
            <p:cNvCxnSpPr>
              <a:cxnSpLocks/>
              <a:endCxn id="49" idx="2"/>
            </p:cNvCxnSpPr>
            <p:nvPr/>
          </p:nvCxnSpPr>
          <p:spPr>
            <a:xfrm>
              <a:off x="2486346" y="1976731"/>
              <a:ext cx="203012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: angular 8">
              <a:extLst>
                <a:ext uri="{FF2B5EF4-FFF2-40B4-BE49-F238E27FC236}">
                  <a16:creationId xmlns:a16="http://schemas.microsoft.com/office/drawing/2014/main" id="{D6BF6793-370D-A4C5-89D1-32905A8796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6346" y="3559200"/>
              <a:ext cx="4349393" cy="1286069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Elipse 10">
              <a:extLst>
                <a:ext uri="{FF2B5EF4-FFF2-40B4-BE49-F238E27FC236}">
                  <a16:creationId xmlns:a16="http://schemas.microsoft.com/office/drawing/2014/main" id="{D2FD78D5-BDC9-6FD7-81AD-800458DFF6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16469" y="1832731"/>
              <a:ext cx="288000" cy="28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X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50" name="Elipse 11">
              <a:extLst>
                <a:ext uri="{FF2B5EF4-FFF2-40B4-BE49-F238E27FC236}">
                  <a16:creationId xmlns:a16="http://schemas.microsoft.com/office/drawing/2014/main" id="{D69690C0-1A57-DF5A-9BFD-14580880AA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2000" y="3285000"/>
              <a:ext cx="288000" cy="28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X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51" name="Elipse 12">
              <a:extLst>
                <a:ext uri="{FF2B5EF4-FFF2-40B4-BE49-F238E27FC236}">
                  <a16:creationId xmlns:a16="http://schemas.microsoft.com/office/drawing/2014/main" id="{8CF26A4D-FB0B-F5DF-3AE8-A2E49B23B0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62510" y="1837201"/>
              <a:ext cx="288000" cy="28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+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52" name="Elipse 13">
              <a:extLst>
                <a:ext uri="{FF2B5EF4-FFF2-40B4-BE49-F238E27FC236}">
                  <a16:creationId xmlns:a16="http://schemas.microsoft.com/office/drawing/2014/main" id="{DE111796-62F5-86B9-0A37-339E8CD988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91739" y="3271200"/>
              <a:ext cx="288000" cy="28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X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cxnSp>
          <p:nvCxnSpPr>
            <p:cNvPr id="53" name="Conector recto de flecha 17">
              <a:extLst>
                <a:ext uri="{FF2B5EF4-FFF2-40B4-BE49-F238E27FC236}">
                  <a16:creationId xmlns:a16="http://schemas.microsoft.com/office/drawing/2014/main" id="{C17F80F2-08F5-782E-D978-39A092E98749}"/>
                </a:ext>
              </a:extLst>
            </p:cNvPr>
            <p:cNvCxnSpPr>
              <a:cxnSpLocks/>
              <a:stCxn id="49" idx="6"/>
              <a:endCxn id="51" idx="2"/>
            </p:cNvCxnSpPr>
            <p:nvPr/>
          </p:nvCxnSpPr>
          <p:spPr>
            <a:xfrm>
              <a:off x="4804469" y="1976731"/>
              <a:ext cx="1158041" cy="447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ectángulo 21">
              <a:extLst>
                <a:ext uri="{FF2B5EF4-FFF2-40B4-BE49-F238E27FC236}">
                  <a16:creationId xmlns:a16="http://schemas.microsoft.com/office/drawing/2014/main" id="{61D3D9F1-C17B-65AE-3F39-6DD2310D62A3}"/>
                </a:ext>
              </a:extLst>
            </p:cNvPr>
            <p:cNvSpPr/>
            <p:nvPr/>
          </p:nvSpPr>
          <p:spPr>
            <a:xfrm>
              <a:off x="2076396" y="1832731"/>
              <a:ext cx="504497" cy="273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" sz="2200" dirty="0">
                  <a:solidFill>
                    <a:schemeClr val="tx1"/>
                  </a:solidFill>
                </a:rPr>
                <a:t>C</a:t>
              </a:r>
              <a:r>
                <a:rPr lang="es-ES" sz="2200" baseline="-25000" dirty="0">
                  <a:solidFill>
                    <a:schemeClr val="tx1"/>
                  </a:solidFill>
                </a:rPr>
                <a:t>t-1</a:t>
              </a:r>
              <a:endParaRPr lang="en-GB" sz="22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55" name="Rectángulo 22">
              <a:extLst>
                <a:ext uri="{FF2B5EF4-FFF2-40B4-BE49-F238E27FC236}">
                  <a16:creationId xmlns:a16="http://schemas.microsoft.com/office/drawing/2014/main" id="{3CF25371-1771-2F54-6720-71257FB5A8C5}"/>
                </a:ext>
              </a:extLst>
            </p:cNvPr>
            <p:cNvSpPr/>
            <p:nvPr/>
          </p:nvSpPr>
          <p:spPr>
            <a:xfrm>
              <a:off x="8911277" y="1851393"/>
              <a:ext cx="504497" cy="273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" sz="2200" dirty="0">
                  <a:solidFill>
                    <a:schemeClr val="tx1"/>
                  </a:solidFill>
                </a:rPr>
                <a:t>C</a:t>
              </a:r>
              <a:r>
                <a:rPr lang="es-ES" sz="2200" baseline="-25000" dirty="0">
                  <a:solidFill>
                    <a:schemeClr val="tx1"/>
                  </a:solidFill>
                </a:rPr>
                <a:t>t</a:t>
              </a:r>
              <a:endParaRPr lang="en-GB" sz="2200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56" name="Conector: angular 24">
              <a:extLst>
                <a:ext uri="{FF2B5EF4-FFF2-40B4-BE49-F238E27FC236}">
                  <a16:creationId xmlns:a16="http://schemas.microsoft.com/office/drawing/2014/main" id="{59E0FA79-EC8C-118D-09C9-C1426236DB35}"/>
                </a:ext>
              </a:extLst>
            </p:cNvPr>
            <p:cNvCxnSpPr>
              <a:cxnSpLocks/>
              <a:stCxn id="57" idx="3"/>
              <a:endCxn id="50" idx="4"/>
            </p:cNvCxnSpPr>
            <p:nvPr/>
          </p:nvCxnSpPr>
          <p:spPr>
            <a:xfrm flipV="1">
              <a:off x="2552089" y="3573000"/>
              <a:ext cx="3543911" cy="1272269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Rectángulo 31">
              <a:extLst>
                <a:ext uri="{FF2B5EF4-FFF2-40B4-BE49-F238E27FC236}">
                  <a16:creationId xmlns:a16="http://schemas.microsoft.com/office/drawing/2014/main" id="{C6395A04-A656-B73B-EE7C-7BA7D61634F9}"/>
                </a:ext>
              </a:extLst>
            </p:cNvPr>
            <p:cNvSpPr/>
            <p:nvPr/>
          </p:nvSpPr>
          <p:spPr>
            <a:xfrm>
              <a:off x="2047592" y="4708634"/>
              <a:ext cx="504497" cy="273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" sz="2200" dirty="0">
                  <a:solidFill>
                    <a:schemeClr val="tx1"/>
                  </a:solidFill>
                </a:rPr>
                <a:t>h</a:t>
              </a:r>
              <a:r>
                <a:rPr lang="es-ES" sz="2200" baseline="-25000" dirty="0">
                  <a:solidFill>
                    <a:schemeClr val="tx1"/>
                  </a:solidFill>
                </a:rPr>
                <a:t>t-1</a:t>
              </a:r>
              <a:endParaRPr lang="en-GB" sz="22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58" name="Rectángulo 32">
              <a:extLst>
                <a:ext uri="{FF2B5EF4-FFF2-40B4-BE49-F238E27FC236}">
                  <a16:creationId xmlns:a16="http://schemas.microsoft.com/office/drawing/2014/main" id="{747DBBC2-F7F1-E6D3-B67C-DD755812958B}"/>
                </a:ext>
              </a:extLst>
            </p:cNvPr>
            <p:cNvSpPr/>
            <p:nvPr/>
          </p:nvSpPr>
          <p:spPr>
            <a:xfrm>
              <a:off x="8911277" y="4733339"/>
              <a:ext cx="504497" cy="273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" sz="2200" dirty="0">
                  <a:solidFill>
                    <a:schemeClr val="tx1"/>
                  </a:solidFill>
                </a:rPr>
                <a:t>h</a:t>
              </a:r>
              <a:r>
                <a:rPr lang="es-ES" sz="2200" baseline="-25000" dirty="0">
                  <a:solidFill>
                    <a:schemeClr val="tx1"/>
                  </a:solidFill>
                </a:rPr>
                <a:t>t</a:t>
              </a:r>
              <a:endParaRPr lang="en-GB" sz="2200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59" name="Conector: angular 45">
              <a:extLst>
                <a:ext uri="{FF2B5EF4-FFF2-40B4-BE49-F238E27FC236}">
                  <a16:creationId xmlns:a16="http://schemas.microsoft.com/office/drawing/2014/main" id="{B79ED812-5631-6CD3-599D-C53D23C57CAA}"/>
                </a:ext>
              </a:extLst>
            </p:cNvPr>
            <p:cNvCxnSpPr>
              <a:cxnSpLocks/>
              <a:stCxn id="57" idx="3"/>
              <a:endCxn id="50" idx="2"/>
            </p:cNvCxnSpPr>
            <p:nvPr/>
          </p:nvCxnSpPr>
          <p:spPr>
            <a:xfrm flipV="1">
              <a:off x="2552089" y="3429000"/>
              <a:ext cx="3399911" cy="1416269"/>
            </a:xfrm>
            <a:prstGeom prst="bentConnector3">
              <a:avLst>
                <a:gd name="adj1" fmla="val 82768"/>
              </a:avLst>
            </a:prstGeom>
            <a:ln w="1270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: angular 49">
              <a:extLst>
                <a:ext uri="{FF2B5EF4-FFF2-40B4-BE49-F238E27FC236}">
                  <a16:creationId xmlns:a16="http://schemas.microsoft.com/office/drawing/2014/main" id="{50607A7D-87DA-522E-9C69-B1D69D660CFD}"/>
                </a:ext>
              </a:extLst>
            </p:cNvPr>
            <p:cNvCxnSpPr>
              <a:cxnSpLocks/>
              <a:stCxn id="61" idx="0"/>
              <a:endCxn id="49" idx="4"/>
            </p:cNvCxnSpPr>
            <p:nvPr/>
          </p:nvCxnSpPr>
          <p:spPr>
            <a:xfrm rot="5400000" flipH="1" flipV="1">
              <a:off x="2245059" y="3831018"/>
              <a:ext cx="4125696" cy="705123"/>
            </a:xfrm>
            <a:prstGeom prst="bentConnector3">
              <a:avLst>
                <a:gd name="adj1" fmla="val 33993"/>
              </a:avLst>
            </a:prstGeom>
            <a:ln w="1270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ectángulo 51">
              <a:extLst>
                <a:ext uri="{FF2B5EF4-FFF2-40B4-BE49-F238E27FC236}">
                  <a16:creationId xmlns:a16="http://schemas.microsoft.com/office/drawing/2014/main" id="{0FA0F766-863B-ED0B-6B26-589EC57954AC}"/>
                </a:ext>
              </a:extLst>
            </p:cNvPr>
            <p:cNvSpPr/>
            <p:nvPr/>
          </p:nvSpPr>
          <p:spPr>
            <a:xfrm>
              <a:off x="3703097" y="6246427"/>
              <a:ext cx="504497" cy="1313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" sz="2200" dirty="0">
                  <a:solidFill>
                    <a:schemeClr val="tx1"/>
                  </a:solidFill>
                </a:rPr>
                <a:t>X</a:t>
              </a:r>
              <a:r>
                <a:rPr lang="es-ES" sz="2200" baseline="-25000" dirty="0">
                  <a:solidFill>
                    <a:schemeClr val="tx1"/>
                  </a:solidFill>
                </a:rPr>
                <a:t>t</a:t>
              </a:r>
              <a:endParaRPr lang="en-GB" sz="22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2" name="Rectángulo 52">
              <a:extLst>
                <a:ext uri="{FF2B5EF4-FFF2-40B4-BE49-F238E27FC236}">
                  <a16:creationId xmlns:a16="http://schemas.microsoft.com/office/drawing/2014/main" id="{6C139EF8-CDF7-663C-50BC-B0B32BD87188}"/>
                </a:ext>
              </a:extLst>
            </p:cNvPr>
            <p:cNvSpPr/>
            <p:nvPr/>
          </p:nvSpPr>
          <p:spPr>
            <a:xfrm>
              <a:off x="7317427" y="6166287"/>
              <a:ext cx="504497" cy="273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" sz="2200" dirty="0">
                  <a:solidFill>
                    <a:schemeClr val="tx1"/>
                  </a:solidFill>
                </a:rPr>
                <a:t>h</a:t>
              </a:r>
              <a:r>
                <a:rPr lang="es-ES" sz="2200" baseline="-25000" dirty="0">
                  <a:solidFill>
                    <a:schemeClr val="tx1"/>
                  </a:solidFill>
                </a:rPr>
                <a:t>t</a:t>
              </a:r>
              <a:endParaRPr lang="en-GB" sz="2200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63" name="Conector recto de flecha 60">
              <a:extLst>
                <a:ext uri="{FF2B5EF4-FFF2-40B4-BE49-F238E27FC236}">
                  <a16:creationId xmlns:a16="http://schemas.microsoft.com/office/drawing/2014/main" id="{4E969048-AFCF-36C7-0721-097C619EC8C0}"/>
                </a:ext>
              </a:extLst>
            </p:cNvPr>
            <p:cNvCxnSpPr>
              <a:cxnSpLocks/>
              <a:stCxn id="50" idx="0"/>
              <a:endCxn id="51" idx="4"/>
            </p:cNvCxnSpPr>
            <p:nvPr/>
          </p:nvCxnSpPr>
          <p:spPr>
            <a:xfrm flipV="1">
              <a:off x="6096000" y="2125201"/>
              <a:ext cx="10510" cy="115979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cto de flecha 63">
              <a:extLst>
                <a:ext uri="{FF2B5EF4-FFF2-40B4-BE49-F238E27FC236}">
                  <a16:creationId xmlns:a16="http://schemas.microsoft.com/office/drawing/2014/main" id="{A76098F2-A272-D33E-E572-3B2B2999512F}"/>
                </a:ext>
              </a:extLst>
            </p:cNvPr>
            <p:cNvCxnSpPr>
              <a:cxnSpLocks/>
              <a:stCxn id="51" idx="6"/>
              <a:endCxn id="55" idx="1"/>
            </p:cNvCxnSpPr>
            <p:nvPr/>
          </p:nvCxnSpPr>
          <p:spPr>
            <a:xfrm>
              <a:off x="6250510" y="1981201"/>
              <a:ext cx="2660767" cy="682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: angular 71">
              <a:extLst>
                <a:ext uri="{FF2B5EF4-FFF2-40B4-BE49-F238E27FC236}">
                  <a16:creationId xmlns:a16="http://schemas.microsoft.com/office/drawing/2014/main" id="{7CD65CA5-769B-EC32-0EA4-9E1E80656EA6}"/>
                </a:ext>
              </a:extLst>
            </p:cNvPr>
            <p:cNvCxnSpPr>
              <a:cxnSpLocks/>
              <a:stCxn id="51" idx="6"/>
              <a:endCxn id="52" idx="0"/>
            </p:cNvCxnSpPr>
            <p:nvPr/>
          </p:nvCxnSpPr>
          <p:spPr>
            <a:xfrm>
              <a:off x="6250510" y="1981201"/>
              <a:ext cx="585229" cy="1289999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: angular 76">
              <a:extLst>
                <a:ext uri="{FF2B5EF4-FFF2-40B4-BE49-F238E27FC236}">
                  <a16:creationId xmlns:a16="http://schemas.microsoft.com/office/drawing/2014/main" id="{15931C92-5691-69D4-EA71-D917CAFEFD56}"/>
                </a:ext>
              </a:extLst>
            </p:cNvPr>
            <p:cNvCxnSpPr>
              <a:cxnSpLocks/>
              <a:stCxn id="52" idx="6"/>
              <a:endCxn id="62" idx="0"/>
            </p:cNvCxnSpPr>
            <p:nvPr/>
          </p:nvCxnSpPr>
          <p:spPr>
            <a:xfrm>
              <a:off x="6979739" y="3415200"/>
              <a:ext cx="589937" cy="2751087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ector: angular 79">
              <a:extLst>
                <a:ext uri="{FF2B5EF4-FFF2-40B4-BE49-F238E27FC236}">
                  <a16:creationId xmlns:a16="http://schemas.microsoft.com/office/drawing/2014/main" id="{85EB573B-B9B7-4DF2-1191-4BE8239AD724}"/>
                </a:ext>
              </a:extLst>
            </p:cNvPr>
            <p:cNvCxnSpPr>
              <a:cxnSpLocks/>
              <a:stCxn id="52" idx="6"/>
              <a:endCxn id="58" idx="1"/>
            </p:cNvCxnSpPr>
            <p:nvPr/>
          </p:nvCxnSpPr>
          <p:spPr>
            <a:xfrm>
              <a:off x="6979739" y="3415200"/>
              <a:ext cx="1931538" cy="1454774"/>
            </a:xfrm>
            <a:prstGeom prst="bentConnector3">
              <a:avLst>
                <a:gd name="adj1" fmla="val 31151"/>
              </a:avLst>
            </a:prstGeom>
            <a:ln w="1270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ectángulo 23">
              <a:extLst>
                <a:ext uri="{FF2B5EF4-FFF2-40B4-BE49-F238E27FC236}">
                  <a16:creationId xmlns:a16="http://schemas.microsoft.com/office/drawing/2014/main" id="{0F9FAF77-13B1-65E7-12D9-8DEEED3925BA}"/>
                </a:ext>
              </a:extLst>
            </p:cNvPr>
            <p:cNvSpPr/>
            <p:nvPr/>
          </p:nvSpPr>
          <p:spPr>
            <a:xfrm>
              <a:off x="4585127" y="3961021"/>
              <a:ext cx="150682" cy="33855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2200" dirty="0">
                  <a:solidFill>
                    <a:schemeClr val="tx1"/>
                  </a:solidFill>
                </a:rPr>
                <a:t>σ</a:t>
              </a:r>
              <a:endParaRPr lang="en-GB" sz="22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9" name="Rectángulo 40">
              <a:extLst>
                <a:ext uri="{FF2B5EF4-FFF2-40B4-BE49-F238E27FC236}">
                  <a16:creationId xmlns:a16="http://schemas.microsoft.com/office/drawing/2014/main" id="{052829F0-A374-EF8A-59B8-28B966F95589}"/>
                </a:ext>
              </a:extLst>
            </p:cNvPr>
            <p:cNvSpPr/>
            <p:nvPr/>
          </p:nvSpPr>
          <p:spPr>
            <a:xfrm>
              <a:off x="5294389" y="3961021"/>
              <a:ext cx="150682" cy="33855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2200" dirty="0">
                  <a:solidFill>
                    <a:schemeClr val="tx1"/>
                  </a:solidFill>
                </a:rPr>
                <a:t>σ</a:t>
              </a:r>
              <a:endParaRPr lang="en-GB" sz="2200" dirty="0">
                <a:solidFill>
                  <a:schemeClr val="tx1"/>
                </a:solidFill>
              </a:endParaRPr>
            </a:p>
          </p:txBody>
        </p:sp>
        <p:sp>
          <p:nvSpPr>
            <p:cNvPr id="70" name="Rectángulo 41">
              <a:extLst>
                <a:ext uri="{FF2B5EF4-FFF2-40B4-BE49-F238E27FC236}">
                  <a16:creationId xmlns:a16="http://schemas.microsoft.com/office/drawing/2014/main" id="{7151046C-0D63-2953-F27E-4EA10410AADF}"/>
                </a:ext>
              </a:extLst>
            </p:cNvPr>
            <p:cNvSpPr/>
            <p:nvPr/>
          </p:nvSpPr>
          <p:spPr>
            <a:xfrm>
              <a:off x="5834493" y="3961020"/>
              <a:ext cx="520720" cy="33855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n-US" sz="2200" dirty="0">
                  <a:solidFill>
                    <a:schemeClr val="tx1"/>
                  </a:solidFill>
                </a:rPr>
                <a:t>tanh</a:t>
              </a:r>
            </a:p>
          </p:txBody>
        </p:sp>
        <p:sp>
          <p:nvSpPr>
            <p:cNvPr id="71" name="Rectángulo 42">
              <a:extLst>
                <a:ext uri="{FF2B5EF4-FFF2-40B4-BE49-F238E27FC236}">
                  <a16:creationId xmlns:a16="http://schemas.microsoft.com/office/drawing/2014/main" id="{919AA992-BC21-8AB3-BDF9-53DD15235A64}"/>
                </a:ext>
              </a:extLst>
            </p:cNvPr>
            <p:cNvSpPr/>
            <p:nvPr/>
          </p:nvSpPr>
          <p:spPr>
            <a:xfrm>
              <a:off x="6760397" y="3961020"/>
              <a:ext cx="150682" cy="33855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2200" dirty="0">
                  <a:solidFill>
                    <a:schemeClr val="tx1"/>
                  </a:solidFill>
                </a:rPr>
                <a:t>σ</a:t>
              </a:r>
              <a:endParaRPr lang="en-GB" sz="2200" dirty="0">
                <a:solidFill>
                  <a:schemeClr val="tx1"/>
                </a:solidFill>
              </a:endParaRPr>
            </a:p>
          </p:txBody>
        </p:sp>
        <p:sp>
          <p:nvSpPr>
            <p:cNvPr id="72" name="Rectángulo 43">
              <a:extLst>
                <a:ext uri="{FF2B5EF4-FFF2-40B4-BE49-F238E27FC236}">
                  <a16:creationId xmlns:a16="http://schemas.microsoft.com/office/drawing/2014/main" id="{01F23E25-3627-8427-DF40-E0DACE896548}"/>
                </a:ext>
              </a:extLst>
            </p:cNvPr>
            <p:cNvSpPr/>
            <p:nvPr/>
          </p:nvSpPr>
          <p:spPr>
            <a:xfrm>
              <a:off x="6575379" y="2494827"/>
              <a:ext cx="520720" cy="33855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2200" dirty="0">
                  <a:solidFill>
                    <a:schemeClr val="tx1"/>
                  </a:solidFill>
                </a:rPr>
                <a:t>tanh</a:t>
              </a:r>
              <a:endParaRPr lang="en-GB" sz="2200" dirty="0">
                <a:solidFill>
                  <a:schemeClr val="tx1"/>
                </a:solidFill>
              </a:endParaRPr>
            </a:p>
          </p:txBody>
        </p:sp>
        <p:sp>
          <p:nvSpPr>
            <p:cNvPr id="73" name="Rectángulo: esquinas redondeadas 26">
              <a:extLst>
                <a:ext uri="{FF2B5EF4-FFF2-40B4-BE49-F238E27FC236}">
                  <a16:creationId xmlns:a16="http://schemas.microsoft.com/office/drawing/2014/main" id="{DF598B34-0566-D8F2-DACB-026411A9EAB2}"/>
                </a:ext>
              </a:extLst>
            </p:cNvPr>
            <p:cNvSpPr/>
            <p:nvPr/>
          </p:nvSpPr>
          <p:spPr>
            <a:xfrm>
              <a:off x="4290755" y="1692284"/>
              <a:ext cx="705124" cy="2908592"/>
            </a:xfrm>
            <a:custGeom>
              <a:avLst/>
              <a:gdLst>
                <a:gd name="connsiteX0" fmla="*/ 0 w 444847"/>
                <a:gd name="connsiteY0" fmla="*/ 74143 h 1834966"/>
                <a:gd name="connsiteX1" fmla="*/ 74143 w 444847"/>
                <a:gd name="connsiteY1" fmla="*/ 0 h 1834966"/>
                <a:gd name="connsiteX2" fmla="*/ 370704 w 444847"/>
                <a:gd name="connsiteY2" fmla="*/ 0 h 1834966"/>
                <a:gd name="connsiteX3" fmla="*/ 444847 w 444847"/>
                <a:gd name="connsiteY3" fmla="*/ 74143 h 1834966"/>
                <a:gd name="connsiteX4" fmla="*/ 444847 w 444847"/>
                <a:gd name="connsiteY4" fmla="*/ 653236 h 1834966"/>
                <a:gd name="connsiteX5" fmla="*/ 444847 w 444847"/>
                <a:gd name="connsiteY5" fmla="*/ 1164863 h 1834966"/>
                <a:gd name="connsiteX6" fmla="*/ 444847 w 444847"/>
                <a:gd name="connsiteY6" fmla="*/ 1760823 h 1834966"/>
                <a:gd name="connsiteX7" fmla="*/ 370704 w 444847"/>
                <a:gd name="connsiteY7" fmla="*/ 1834966 h 1834966"/>
                <a:gd name="connsiteX8" fmla="*/ 74143 w 444847"/>
                <a:gd name="connsiteY8" fmla="*/ 1834966 h 1834966"/>
                <a:gd name="connsiteX9" fmla="*/ 0 w 444847"/>
                <a:gd name="connsiteY9" fmla="*/ 1760823 h 1834966"/>
                <a:gd name="connsiteX10" fmla="*/ 0 w 444847"/>
                <a:gd name="connsiteY10" fmla="*/ 1215463 h 1834966"/>
                <a:gd name="connsiteX11" fmla="*/ 0 w 444847"/>
                <a:gd name="connsiteY11" fmla="*/ 686970 h 1834966"/>
                <a:gd name="connsiteX12" fmla="*/ 0 w 444847"/>
                <a:gd name="connsiteY12" fmla="*/ 74143 h 1834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44847" h="1834966" extrusionOk="0">
                  <a:moveTo>
                    <a:pt x="0" y="74143"/>
                  </a:moveTo>
                  <a:cubicBezTo>
                    <a:pt x="-3969" y="40158"/>
                    <a:pt x="30111" y="-1273"/>
                    <a:pt x="74143" y="0"/>
                  </a:cubicBezTo>
                  <a:cubicBezTo>
                    <a:pt x="179333" y="2450"/>
                    <a:pt x="227200" y="9031"/>
                    <a:pt x="370704" y="0"/>
                  </a:cubicBezTo>
                  <a:cubicBezTo>
                    <a:pt x="411718" y="-7642"/>
                    <a:pt x="442631" y="31601"/>
                    <a:pt x="444847" y="74143"/>
                  </a:cubicBezTo>
                  <a:cubicBezTo>
                    <a:pt x="425124" y="201989"/>
                    <a:pt x="463119" y="446166"/>
                    <a:pt x="444847" y="653236"/>
                  </a:cubicBezTo>
                  <a:cubicBezTo>
                    <a:pt x="426575" y="860306"/>
                    <a:pt x="438550" y="987204"/>
                    <a:pt x="444847" y="1164863"/>
                  </a:cubicBezTo>
                  <a:cubicBezTo>
                    <a:pt x="451144" y="1342522"/>
                    <a:pt x="438998" y="1548955"/>
                    <a:pt x="444847" y="1760823"/>
                  </a:cubicBezTo>
                  <a:cubicBezTo>
                    <a:pt x="449664" y="1802469"/>
                    <a:pt x="407610" y="1833121"/>
                    <a:pt x="370704" y="1834966"/>
                  </a:cubicBezTo>
                  <a:cubicBezTo>
                    <a:pt x="278194" y="1836411"/>
                    <a:pt x="195737" y="1848937"/>
                    <a:pt x="74143" y="1834966"/>
                  </a:cubicBezTo>
                  <a:cubicBezTo>
                    <a:pt x="29665" y="1831111"/>
                    <a:pt x="9371" y="1799092"/>
                    <a:pt x="0" y="1760823"/>
                  </a:cubicBezTo>
                  <a:cubicBezTo>
                    <a:pt x="-16082" y="1545095"/>
                    <a:pt x="-17535" y="1458030"/>
                    <a:pt x="0" y="1215463"/>
                  </a:cubicBezTo>
                  <a:cubicBezTo>
                    <a:pt x="17535" y="972896"/>
                    <a:pt x="-25482" y="950249"/>
                    <a:pt x="0" y="686970"/>
                  </a:cubicBezTo>
                  <a:cubicBezTo>
                    <a:pt x="25482" y="423691"/>
                    <a:pt x="-4064" y="261809"/>
                    <a:pt x="0" y="74143"/>
                  </a:cubicBezTo>
                  <a:close/>
                </a:path>
              </a:pathLst>
            </a:custGeom>
            <a:noFill/>
            <a:ln>
              <a:solidFill>
                <a:schemeClr val="accent4">
                  <a:lumMod val="75000"/>
                </a:schemeClr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981765707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74" name="Rectángulo: esquinas redondeadas 27">
              <a:extLst>
                <a:ext uri="{FF2B5EF4-FFF2-40B4-BE49-F238E27FC236}">
                  <a16:creationId xmlns:a16="http://schemas.microsoft.com/office/drawing/2014/main" id="{E760BDAE-864B-223E-43FA-84869856A16E}"/>
                </a:ext>
              </a:extLst>
            </p:cNvPr>
            <p:cNvSpPr/>
            <p:nvPr/>
          </p:nvSpPr>
          <p:spPr>
            <a:xfrm>
              <a:off x="5231720" y="3123956"/>
              <a:ext cx="1152280" cy="1996684"/>
            </a:xfrm>
            <a:custGeom>
              <a:avLst/>
              <a:gdLst>
                <a:gd name="connsiteX0" fmla="*/ 0 w 726948"/>
                <a:gd name="connsiteY0" fmla="*/ 121160 h 1259663"/>
                <a:gd name="connsiteX1" fmla="*/ 121160 w 726948"/>
                <a:gd name="connsiteY1" fmla="*/ 0 h 1259663"/>
                <a:gd name="connsiteX2" fmla="*/ 605788 w 726948"/>
                <a:gd name="connsiteY2" fmla="*/ 0 h 1259663"/>
                <a:gd name="connsiteX3" fmla="*/ 726948 w 726948"/>
                <a:gd name="connsiteY3" fmla="*/ 121160 h 1259663"/>
                <a:gd name="connsiteX4" fmla="*/ 726948 w 726948"/>
                <a:gd name="connsiteY4" fmla="*/ 640005 h 1259663"/>
                <a:gd name="connsiteX5" fmla="*/ 726948 w 726948"/>
                <a:gd name="connsiteY5" fmla="*/ 1138503 h 1259663"/>
                <a:gd name="connsiteX6" fmla="*/ 605788 w 726948"/>
                <a:gd name="connsiteY6" fmla="*/ 1259663 h 1259663"/>
                <a:gd name="connsiteX7" fmla="*/ 121160 w 726948"/>
                <a:gd name="connsiteY7" fmla="*/ 1259663 h 1259663"/>
                <a:gd name="connsiteX8" fmla="*/ 0 w 726948"/>
                <a:gd name="connsiteY8" fmla="*/ 1138503 h 1259663"/>
                <a:gd name="connsiteX9" fmla="*/ 0 w 726948"/>
                <a:gd name="connsiteY9" fmla="*/ 640005 h 1259663"/>
                <a:gd name="connsiteX10" fmla="*/ 0 w 726948"/>
                <a:gd name="connsiteY10" fmla="*/ 121160 h 125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6948" h="1259663" extrusionOk="0">
                  <a:moveTo>
                    <a:pt x="0" y="121160"/>
                  </a:moveTo>
                  <a:cubicBezTo>
                    <a:pt x="-8230" y="68684"/>
                    <a:pt x="47148" y="-2931"/>
                    <a:pt x="121160" y="0"/>
                  </a:cubicBezTo>
                  <a:cubicBezTo>
                    <a:pt x="282196" y="19013"/>
                    <a:pt x="391809" y="11945"/>
                    <a:pt x="605788" y="0"/>
                  </a:cubicBezTo>
                  <a:cubicBezTo>
                    <a:pt x="672841" y="-15906"/>
                    <a:pt x="725358" y="53102"/>
                    <a:pt x="726948" y="121160"/>
                  </a:cubicBezTo>
                  <a:cubicBezTo>
                    <a:pt x="728545" y="294692"/>
                    <a:pt x="708966" y="516424"/>
                    <a:pt x="726948" y="640005"/>
                  </a:cubicBezTo>
                  <a:cubicBezTo>
                    <a:pt x="744930" y="763587"/>
                    <a:pt x="729468" y="993881"/>
                    <a:pt x="726948" y="1138503"/>
                  </a:cubicBezTo>
                  <a:cubicBezTo>
                    <a:pt x="718432" y="1201230"/>
                    <a:pt x="686839" y="1261088"/>
                    <a:pt x="605788" y="1259663"/>
                  </a:cubicBezTo>
                  <a:cubicBezTo>
                    <a:pt x="396317" y="1271732"/>
                    <a:pt x="268508" y="1261791"/>
                    <a:pt x="121160" y="1259663"/>
                  </a:cubicBezTo>
                  <a:cubicBezTo>
                    <a:pt x="59952" y="1251927"/>
                    <a:pt x="-3572" y="1221753"/>
                    <a:pt x="0" y="1138503"/>
                  </a:cubicBezTo>
                  <a:cubicBezTo>
                    <a:pt x="13592" y="903894"/>
                    <a:pt x="23031" y="879224"/>
                    <a:pt x="0" y="640005"/>
                  </a:cubicBezTo>
                  <a:cubicBezTo>
                    <a:pt x="-23031" y="400786"/>
                    <a:pt x="-19716" y="372588"/>
                    <a:pt x="0" y="121160"/>
                  </a:cubicBezTo>
                  <a:close/>
                </a:path>
              </a:pathLst>
            </a:custGeom>
            <a:noFill/>
            <a:ln>
              <a:solidFill>
                <a:schemeClr val="accent4">
                  <a:lumMod val="75000"/>
                </a:schemeClr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981765707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75" name="Rectángulo: esquinas redondeadas 28">
              <a:extLst>
                <a:ext uri="{FF2B5EF4-FFF2-40B4-BE49-F238E27FC236}">
                  <a16:creationId xmlns:a16="http://schemas.microsoft.com/office/drawing/2014/main" id="{53A8B4E3-6B30-528F-3043-DF8B19EA4F36}"/>
                </a:ext>
              </a:extLst>
            </p:cNvPr>
            <p:cNvSpPr/>
            <p:nvPr/>
          </p:nvSpPr>
          <p:spPr>
            <a:xfrm>
              <a:off x="5725240" y="1692284"/>
              <a:ext cx="658759" cy="672678"/>
            </a:xfrm>
            <a:custGeom>
              <a:avLst/>
              <a:gdLst>
                <a:gd name="connsiteX0" fmla="*/ 0 w 415596"/>
                <a:gd name="connsiteY0" fmla="*/ 69267 h 424378"/>
                <a:gd name="connsiteX1" fmla="*/ 69267 w 415596"/>
                <a:gd name="connsiteY1" fmla="*/ 0 h 424378"/>
                <a:gd name="connsiteX2" fmla="*/ 346329 w 415596"/>
                <a:gd name="connsiteY2" fmla="*/ 0 h 424378"/>
                <a:gd name="connsiteX3" fmla="*/ 415596 w 415596"/>
                <a:gd name="connsiteY3" fmla="*/ 69267 h 424378"/>
                <a:gd name="connsiteX4" fmla="*/ 415596 w 415596"/>
                <a:gd name="connsiteY4" fmla="*/ 355111 h 424378"/>
                <a:gd name="connsiteX5" fmla="*/ 346329 w 415596"/>
                <a:gd name="connsiteY5" fmla="*/ 424378 h 424378"/>
                <a:gd name="connsiteX6" fmla="*/ 69267 w 415596"/>
                <a:gd name="connsiteY6" fmla="*/ 424378 h 424378"/>
                <a:gd name="connsiteX7" fmla="*/ 0 w 415596"/>
                <a:gd name="connsiteY7" fmla="*/ 355111 h 424378"/>
                <a:gd name="connsiteX8" fmla="*/ 0 w 415596"/>
                <a:gd name="connsiteY8" fmla="*/ 69267 h 42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5596" h="424378" extrusionOk="0">
                  <a:moveTo>
                    <a:pt x="0" y="69267"/>
                  </a:moveTo>
                  <a:cubicBezTo>
                    <a:pt x="-4030" y="38083"/>
                    <a:pt x="28830" y="-901"/>
                    <a:pt x="69267" y="0"/>
                  </a:cubicBezTo>
                  <a:cubicBezTo>
                    <a:pt x="198224" y="-12118"/>
                    <a:pt x="279270" y="-3767"/>
                    <a:pt x="346329" y="0"/>
                  </a:cubicBezTo>
                  <a:cubicBezTo>
                    <a:pt x="384630" y="-5350"/>
                    <a:pt x="414526" y="30242"/>
                    <a:pt x="415596" y="69267"/>
                  </a:cubicBezTo>
                  <a:cubicBezTo>
                    <a:pt x="424246" y="167267"/>
                    <a:pt x="410382" y="281708"/>
                    <a:pt x="415596" y="355111"/>
                  </a:cubicBezTo>
                  <a:cubicBezTo>
                    <a:pt x="420986" y="393722"/>
                    <a:pt x="386493" y="427642"/>
                    <a:pt x="346329" y="424378"/>
                  </a:cubicBezTo>
                  <a:cubicBezTo>
                    <a:pt x="227774" y="417867"/>
                    <a:pt x="168808" y="425077"/>
                    <a:pt x="69267" y="424378"/>
                  </a:cubicBezTo>
                  <a:cubicBezTo>
                    <a:pt x="30533" y="422360"/>
                    <a:pt x="-7766" y="391433"/>
                    <a:pt x="0" y="355111"/>
                  </a:cubicBezTo>
                  <a:cubicBezTo>
                    <a:pt x="7024" y="272986"/>
                    <a:pt x="2334" y="196146"/>
                    <a:pt x="0" y="69267"/>
                  </a:cubicBezTo>
                  <a:close/>
                </a:path>
              </a:pathLst>
            </a:custGeom>
            <a:noFill/>
            <a:ln>
              <a:solidFill>
                <a:schemeClr val="accent4">
                  <a:lumMod val="75000"/>
                </a:schemeClr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981765707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76" name="Rectángulo: esquinas redondeadas 29">
              <a:extLst>
                <a:ext uri="{FF2B5EF4-FFF2-40B4-BE49-F238E27FC236}">
                  <a16:creationId xmlns:a16="http://schemas.microsoft.com/office/drawing/2014/main" id="{F8393EF2-9DF1-E220-6F4C-9A46FBDFD4E8}"/>
                </a:ext>
              </a:extLst>
            </p:cNvPr>
            <p:cNvSpPr/>
            <p:nvPr/>
          </p:nvSpPr>
          <p:spPr>
            <a:xfrm>
              <a:off x="6547740" y="2423272"/>
              <a:ext cx="658759" cy="1876301"/>
            </a:xfrm>
            <a:custGeom>
              <a:avLst/>
              <a:gdLst>
                <a:gd name="connsiteX0" fmla="*/ 0 w 415596"/>
                <a:gd name="connsiteY0" fmla="*/ 69267 h 1183716"/>
                <a:gd name="connsiteX1" fmla="*/ 69267 w 415596"/>
                <a:gd name="connsiteY1" fmla="*/ 0 h 1183716"/>
                <a:gd name="connsiteX2" fmla="*/ 346329 w 415596"/>
                <a:gd name="connsiteY2" fmla="*/ 0 h 1183716"/>
                <a:gd name="connsiteX3" fmla="*/ 415596 w 415596"/>
                <a:gd name="connsiteY3" fmla="*/ 69267 h 1183716"/>
                <a:gd name="connsiteX4" fmla="*/ 415596 w 415596"/>
                <a:gd name="connsiteY4" fmla="*/ 602310 h 1183716"/>
                <a:gd name="connsiteX5" fmla="*/ 415596 w 415596"/>
                <a:gd name="connsiteY5" fmla="*/ 1114449 h 1183716"/>
                <a:gd name="connsiteX6" fmla="*/ 346329 w 415596"/>
                <a:gd name="connsiteY6" fmla="*/ 1183716 h 1183716"/>
                <a:gd name="connsiteX7" fmla="*/ 69267 w 415596"/>
                <a:gd name="connsiteY7" fmla="*/ 1183716 h 1183716"/>
                <a:gd name="connsiteX8" fmla="*/ 0 w 415596"/>
                <a:gd name="connsiteY8" fmla="*/ 1114449 h 1183716"/>
                <a:gd name="connsiteX9" fmla="*/ 0 w 415596"/>
                <a:gd name="connsiteY9" fmla="*/ 602310 h 1183716"/>
                <a:gd name="connsiteX10" fmla="*/ 0 w 415596"/>
                <a:gd name="connsiteY10" fmla="*/ 69267 h 1183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5596" h="1183716" extrusionOk="0">
                  <a:moveTo>
                    <a:pt x="0" y="69267"/>
                  </a:moveTo>
                  <a:cubicBezTo>
                    <a:pt x="-4030" y="38083"/>
                    <a:pt x="28830" y="-901"/>
                    <a:pt x="69267" y="0"/>
                  </a:cubicBezTo>
                  <a:cubicBezTo>
                    <a:pt x="198224" y="-12118"/>
                    <a:pt x="279270" y="-3767"/>
                    <a:pt x="346329" y="0"/>
                  </a:cubicBezTo>
                  <a:cubicBezTo>
                    <a:pt x="384630" y="-5350"/>
                    <a:pt x="414526" y="30242"/>
                    <a:pt x="415596" y="69267"/>
                  </a:cubicBezTo>
                  <a:cubicBezTo>
                    <a:pt x="428159" y="257545"/>
                    <a:pt x="422064" y="489817"/>
                    <a:pt x="415596" y="602310"/>
                  </a:cubicBezTo>
                  <a:cubicBezTo>
                    <a:pt x="409128" y="714803"/>
                    <a:pt x="392001" y="996404"/>
                    <a:pt x="415596" y="1114449"/>
                  </a:cubicBezTo>
                  <a:cubicBezTo>
                    <a:pt x="408536" y="1149233"/>
                    <a:pt x="389197" y="1184181"/>
                    <a:pt x="346329" y="1183716"/>
                  </a:cubicBezTo>
                  <a:cubicBezTo>
                    <a:pt x="215712" y="1188759"/>
                    <a:pt x="136216" y="1189234"/>
                    <a:pt x="69267" y="1183716"/>
                  </a:cubicBezTo>
                  <a:cubicBezTo>
                    <a:pt x="35185" y="1178058"/>
                    <a:pt x="-1705" y="1160499"/>
                    <a:pt x="0" y="1114449"/>
                  </a:cubicBezTo>
                  <a:cubicBezTo>
                    <a:pt x="1688" y="986682"/>
                    <a:pt x="-6314" y="715670"/>
                    <a:pt x="0" y="602310"/>
                  </a:cubicBezTo>
                  <a:cubicBezTo>
                    <a:pt x="6314" y="488950"/>
                    <a:pt x="-25646" y="256985"/>
                    <a:pt x="0" y="69267"/>
                  </a:cubicBezTo>
                  <a:close/>
                </a:path>
              </a:pathLst>
            </a:custGeom>
            <a:noFill/>
            <a:ln>
              <a:solidFill>
                <a:schemeClr val="accent4">
                  <a:lumMod val="75000"/>
                </a:schemeClr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981765707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77" name="Globo: línea doblada sin borde 30">
              <a:extLst>
                <a:ext uri="{FF2B5EF4-FFF2-40B4-BE49-F238E27FC236}">
                  <a16:creationId xmlns:a16="http://schemas.microsoft.com/office/drawing/2014/main" id="{7B885DD7-21DA-D364-1E8C-255FAF57BEFE}"/>
                </a:ext>
              </a:extLst>
            </p:cNvPr>
            <p:cNvSpPr/>
            <p:nvPr/>
          </p:nvSpPr>
          <p:spPr>
            <a:xfrm flipH="1">
              <a:off x="2596071" y="437080"/>
              <a:ext cx="1314447" cy="463291"/>
            </a:xfrm>
            <a:custGeom>
              <a:avLst/>
              <a:gdLst>
                <a:gd name="connsiteX0" fmla="*/ 0 w 1314447"/>
                <a:gd name="connsiteY0" fmla="*/ 0 h 463291"/>
                <a:gd name="connsiteX1" fmla="*/ 644079 w 1314447"/>
                <a:gd name="connsiteY1" fmla="*/ 0 h 463291"/>
                <a:gd name="connsiteX2" fmla="*/ 1314447 w 1314447"/>
                <a:gd name="connsiteY2" fmla="*/ 0 h 463291"/>
                <a:gd name="connsiteX3" fmla="*/ 1314447 w 1314447"/>
                <a:gd name="connsiteY3" fmla="*/ 463291 h 463291"/>
                <a:gd name="connsiteX4" fmla="*/ 683512 w 1314447"/>
                <a:gd name="connsiteY4" fmla="*/ 463291 h 463291"/>
                <a:gd name="connsiteX5" fmla="*/ 0 w 1314447"/>
                <a:gd name="connsiteY5" fmla="*/ 463291 h 463291"/>
                <a:gd name="connsiteX6" fmla="*/ 0 w 1314447"/>
                <a:gd name="connsiteY6" fmla="*/ 0 h 463291"/>
                <a:gd name="connsiteX0" fmla="*/ -109533 w 1314447"/>
                <a:gd name="connsiteY0" fmla="*/ 253304 h 463291"/>
                <a:gd name="connsiteX1" fmla="*/ -246183 w 1314447"/>
                <a:gd name="connsiteY1" fmla="*/ 253304 h 463291"/>
                <a:gd name="connsiteX2" fmla="*/ -504776 w 1314447"/>
                <a:gd name="connsiteY2" fmla="*/ 782765 h 463291"/>
                <a:gd name="connsiteX3" fmla="*/ -743478 w 1314447"/>
                <a:gd name="connsiteY3" fmla="*/ 1271498 h 463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4447" h="463291" stroke="0" extrusionOk="0">
                  <a:moveTo>
                    <a:pt x="0" y="0"/>
                  </a:moveTo>
                  <a:cubicBezTo>
                    <a:pt x="182763" y="2977"/>
                    <a:pt x="365179" y="-24199"/>
                    <a:pt x="644079" y="0"/>
                  </a:cubicBezTo>
                  <a:cubicBezTo>
                    <a:pt x="922979" y="24199"/>
                    <a:pt x="985095" y="11426"/>
                    <a:pt x="1314447" y="0"/>
                  </a:cubicBezTo>
                  <a:cubicBezTo>
                    <a:pt x="1313694" y="213783"/>
                    <a:pt x="1311944" y="314632"/>
                    <a:pt x="1314447" y="463291"/>
                  </a:cubicBezTo>
                  <a:cubicBezTo>
                    <a:pt x="1159071" y="476911"/>
                    <a:pt x="901814" y="454805"/>
                    <a:pt x="683512" y="463291"/>
                  </a:cubicBezTo>
                  <a:cubicBezTo>
                    <a:pt x="465211" y="471777"/>
                    <a:pt x="336603" y="433731"/>
                    <a:pt x="0" y="463291"/>
                  </a:cubicBezTo>
                  <a:cubicBezTo>
                    <a:pt x="15001" y="317270"/>
                    <a:pt x="14616" y="209585"/>
                    <a:pt x="0" y="0"/>
                  </a:cubicBezTo>
                  <a:close/>
                </a:path>
                <a:path w="1314447" h="463291" fill="none" extrusionOk="0">
                  <a:moveTo>
                    <a:pt x="-109533" y="253304"/>
                  </a:moveTo>
                  <a:cubicBezTo>
                    <a:pt x="-140889" y="257367"/>
                    <a:pt x="-207588" y="246479"/>
                    <a:pt x="-246183" y="253304"/>
                  </a:cubicBezTo>
                  <a:cubicBezTo>
                    <a:pt x="-290433" y="399230"/>
                    <a:pt x="-393745" y="619087"/>
                    <a:pt x="-504776" y="782765"/>
                  </a:cubicBezTo>
                  <a:cubicBezTo>
                    <a:pt x="-615808" y="946443"/>
                    <a:pt x="-698061" y="1135718"/>
                    <a:pt x="-743478" y="1271498"/>
                  </a:cubicBezTo>
                </a:path>
              </a:pathLst>
            </a:custGeom>
            <a:noFill/>
            <a:ln>
              <a:solidFill>
                <a:schemeClr val="accent4">
                  <a:lumMod val="75000"/>
                </a:schemeClr>
              </a:solidFill>
              <a:tailEnd type="stealth" w="med" len="lg"/>
              <a:extLst>
                <a:ext uri="{C807C97D-BFC1-408E-A445-0C87EB9F89A2}">
                  <ask:lineSketchStyleProps xmlns:ask="http://schemas.microsoft.com/office/drawing/2018/sketchyshapes" sd="1801589355">
                    <a:prstGeom prst="callout2">
                      <a:avLst>
                        <a:gd name="adj1" fmla="val 54675"/>
                        <a:gd name="adj2" fmla="val -8333"/>
                        <a:gd name="adj3" fmla="val 54675"/>
                        <a:gd name="adj4" fmla="val -18729"/>
                        <a:gd name="adj5" fmla="val 274449"/>
                        <a:gd name="adj6" fmla="val -56562"/>
                      </a:avLst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r"/>
              <a:r>
                <a:rPr lang="es-ES" dirty="0">
                  <a:solidFill>
                    <a:schemeClr val="accent4">
                      <a:lumMod val="75000"/>
                    </a:schemeClr>
                  </a:solidFill>
                </a:rPr>
                <a:t>olvido</a:t>
              </a:r>
              <a:endParaRPr lang="en-GB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78" name="Globo: línea doblada sin borde 35">
              <a:extLst>
                <a:ext uri="{FF2B5EF4-FFF2-40B4-BE49-F238E27FC236}">
                  <a16:creationId xmlns:a16="http://schemas.microsoft.com/office/drawing/2014/main" id="{66605F38-F2DC-9EE4-BBFA-9F6865D33C7B}"/>
                </a:ext>
              </a:extLst>
            </p:cNvPr>
            <p:cNvSpPr/>
            <p:nvPr/>
          </p:nvSpPr>
          <p:spPr>
            <a:xfrm flipH="1">
              <a:off x="3925133" y="6547170"/>
              <a:ext cx="1369256" cy="446088"/>
            </a:xfrm>
            <a:custGeom>
              <a:avLst/>
              <a:gdLst>
                <a:gd name="connsiteX0" fmla="*/ 0 w 1369256"/>
                <a:gd name="connsiteY0" fmla="*/ 0 h 446088"/>
                <a:gd name="connsiteX1" fmla="*/ 684628 w 1369256"/>
                <a:gd name="connsiteY1" fmla="*/ 0 h 446088"/>
                <a:gd name="connsiteX2" fmla="*/ 1369256 w 1369256"/>
                <a:gd name="connsiteY2" fmla="*/ 0 h 446088"/>
                <a:gd name="connsiteX3" fmla="*/ 1369256 w 1369256"/>
                <a:gd name="connsiteY3" fmla="*/ 446088 h 446088"/>
                <a:gd name="connsiteX4" fmla="*/ 657243 w 1369256"/>
                <a:gd name="connsiteY4" fmla="*/ 446088 h 446088"/>
                <a:gd name="connsiteX5" fmla="*/ 0 w 1369256"/>
                <a:gd name="connsiteY5" fmla="*/ 446088 h 446088"/>
                <a:gd name="connsiteX6" fmla="*/ 0 w 1369256"/>
                <a:gd name="connsiteY6" fmla="*/ 0 h 446088"/>
                <a:gd name="connsiteX0" fmla="*/ -114100 w 1369256"/>
                <a:gd name="connsiteY0" fmla="*/ 83642 h 446088"/>
                <a:gd name="connsiteX1" fmla="*/ -228214 w 1369256"/>
                <a:gd name="connsiteY1" fmla="*/ 83642 h 446088"/>
                <a:gd name="connsiteX2" fmla="*/ -341318 w 1369256"/>
                <a:gd name="connsiteY2" fmla="*/ -428363 h 446088"/>
                <a:gd name="connsiteX3" fmla="*/ -451128 w 1369256"/>
                <a:gd name="connsiteY3" fmla="*/ -925455 h 446088"/>
                <a:gd name="connsiteX4" fmla="*/ -557643 w 1369256"/>
                <a:gd name="connsiteY4" fmla="*/ -1407635 h 446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9256" h="446088" stroke="0" extrusionOk="0">
                  <a:moveTo>
                    <a:pt x="0" y="0"/>
                  </a:moveTo>
                  <a:cubicBezTo>
                    <a:pt x="281254" y="26665"/>
                    <a:pt x="388328" y="20943"/>
                    <a:pt x="684628" y="0"/>
                  </a:cubicBezTo>
                  <a:cubicBezTo>
                    <a:pt x="980928" y="-20943"/>
                    <a:pt x="1042644" y="7065"/>
                    <a:pt x="1369256" y="0"/>
                  </a:cubicBezTo>
                  <a:cubicBezTo>
                    <a:pt x="1387635" y="120841"/>
                    <a:pt x="1352427" y="327755"/>
                    <a:pt x="1369256" y="446088"/>
                  </a:cubicBezTo>
                  <a:cubicBezTo>
                    <a:pt x="1029528" y="472106"/>
                    <a:pt x="998810" y="469105"/>
                    <a:pt x="657243" y="446088"/>
                  </a:cubicBezTo>
                  <a:cubicBezTo>
                    <a:pt x="315676" y="423071"/>
                    <a:pt x="218852" y="434390"/>
                    <a:pt x="0" y="446088"/>
                  </a:cubicBezTo>
                  <a:cubicBezTo>
                    <a:pt x="456" y="240546"/>
                    <a:pt x="9633" y="151258"/>
                    <a:pt x="0" y="0"/>
                  </a:cubicBezTo>
                  <a:close/>
                </a:path>
                <a:path w="1369256" h="446088" fill="none" extrusionOk="0">
                  <a:moveTo>
                    <a:pt x="-114100" y="83642"/>
                  </a:moveTo>
                  <a:cubicBezTo>
                    <a:pt x="-145157" y="84919"/>
                    <a:pt x="-189463" y="81847"/>
                    <a:pt x="-228214" y="83642"/>
                  </a:cubicBezTo>
                  <a:cubicBezTo>
                    <a:pt x="-274031" y="-68436"/>
                    <a:pt x="-271176" y="-232055"/>
                    <a:pt x="-341318" y="-428363"/>
                  </a:cubicBezTo>
                  <a:cubicBezTo>
                    <a:pt x="-411460" y="-624671"/>
                    <a:pt x="-388040" y="-696703"/>
                    <a:pt x="-451128" y="-925455"/>
                  </a:cubicBezTo>
                  <a:cubicBezTo>
                    <a:pt x="-514216" y="-1154208"/>
                    <a:pt x="-518490" y="-1194841"/>
                    <a:pt x="-557643" y="-1407635"/>
                  </a:cubicBezTo>
                </a:path>
              </a:pathLst>
            </a:custGeom>
            <a:noFill/>
            <a:ln>
              <a:solidFill>
                <a:schemeClr val="accent4">
                  <a:lumMod val="75000"/>
                </a:schemeClr>
              </a:solidFill>
              <a:tailEnd type="stealth" w="med" len="lg"/>
              <a:extLst>
                <a:ext uri="{C807C97D-BFC1-408E-A445-0C87EB9F89A2}">
                  <ask:lineSketchStyleProps xmlns:ask="http://schemas.microsoft.com/office/drawing/2018/sketchyshapes" sd="15148896">
                    <a:prstGeom prst="callout2">
                      <a:avLst>
                        <a:gd name="adj1" fmla="val 18750"/>
                        <a:gd name="adj2" fmla="val -8333"/>
                        <a:gd name="adj3" fmla="val 18750"/>
                        <a:gd name="adj4" fmla="val -16667"/>
                        <a:gd name="adj5" fmla="val -315551"/>
                        <a:gd name="adj6" fmla="val -40726"/>
                      </a:avLst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r"/>
              <a:r>
                <a:rPr lang="es-ES" dirty="0">
                  <a:solidFill>
                    <a:schemeClr val="accent4">
                      <a:lumMod val="75000"/>
                    </a:schemeClr>
                  </a:solidFill>
                </a:rPr>
                <a:t>entrada</a:t>
              </a:r>
              <a:endParaRPr lang="en-GB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79" name="Globo: línea doblada sin borde 30">
              <a:extLst>
                <a:ext uri="{FF2B5EF4-FFF2-40B4-BE49-F238E27FC236}">
                  <a16:creationId xmlns:a16="http://schemas.microsoft.com/office/drawing/2014/main" id="{952413E9-C69E-897D-6CD2-129053D6B59E}"/>
                </a:ext>
              </a:extLst>
            </p:cNvPr>
            <p:cNvSpPr/>
            <p:nvPr/>
          </p:nvSpPr>
          <p:spPr>
            <a:xfrm>
              <a:off x="6848904" y="468668"/>
              <a:ext cx="2191713" cy="369777"/>
            </a:xfrm>
            <a:custGeom>
              <a:avLst/>
              <a:gdLst>
                <a:gd name="connsiteX0" fmla="*/ 0 w 2191713"/>
                <a:gd name="connsiteY0" fmla="*/ 0 h 369777"/>
                <a:gd name="connsiteX1" fmla="*/ 526011 w 2191713"/>
                <a:gd name="connsiteY1" fmla="*/ 0 h 369777"/>
                <a:gd name="connsiteX2" fmla="*/ 1073939 w 2191713"/>
                <a:gd name="connsiteY2" fmla="*/ 0 h 369777"/>
                <a:gd name="connsiteX3" fmla="*/ 1556116 w 2191713"/>
                <a:gd name="connsiteY3" fmla="*/ 0 h 369777"/>
                <a:gd name="connsiteX4" fmla="*/ 2191713 w 2191713"/>
                <a:gd name="connsiteY4" fmla="*/ 0 h 369777"/>
                <a:gd name="connsiteX5" fmla="*/ 2191713 w 2191713"/>
                <a:gd name="connsiteY5" fmla="*/ 369777 h 369777"/>
                <a:gd name="connsiteX6" fmla="*/ 1643785 w 2191713"/>
                <a:gd name="connsiteY6" fmla="*/ 369777 h 369777"/>
                <a:gd name="connsiteX7" fmla="*/ 1117774 w 2191713"/>
                <a:gd name="connsiteY7" fmla="*/ 369777 h 369777"/>
                <a:gd name="connsiteX8" fmla="*/ 547928 w 2191713"/>
                <a:gd name="connsiteY8" fmla="*/ 369777 h 369777"/>
                <a:gd name="connsiteX9" fmla="*/ 0 w 2191713"/>
                <a:gd name="connsiteY9" fmla="*/ 369777 h 369777"/>
                <a:gd name="connsiteX10" fmla="*/ 0 w 2191713"/>
                <a:gd name="connsiteY10" fmla="*/ 0 h 369777"/>
                <a:gd name="connsiteX0" fmla="*/ -182635 w 2191713"/>
                <a:gd name="connsiteY0" fmla="*/ 202176 h 369777"/>
                <a:gd name="connsiteX1" fmla="*/ -410486 w 2191713"/>
                <a:gd name="connsiteY1" fmla="*/ 202176 h 369777"/>
                <a:gd name="connsiteX2" fmla="*/ -623634 w 2191713"/>
                <a:gd name="connsiteY2" fmla="*/ 730949 h 369777"/>
                <a:gd name="connsiteX3" fmla="*/ -828424 w 2191713"/>
                <a:gd name="connsiteY3" fmla="*/ 1238986 h 36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1713" h="369777" stroke="0" extrusionOk="0">
                  <a:moveTo>
                    <a:pt x="0" y="0"/>
                  </a:moveTo>
                  <a:cubicBezTo>
                    <a:pt x="131633" y="18980"/>
                    <a:pt x="276375" y="-3298"/>
                    <a:pt x="526011" y="0"/>
                  </a:cubicBezTo>
                  <a:cubicBezTo>
                    <a:pt x="775647" y="3298"/>
                    <a:pt x="853816" y="21925"/>
                    <a:pt x="1073939" y="0"/>
                  </a:cubicBezTo>
                  <a:cubicBezTo>
                    <a:pt x="1294062" y="-21925"/>
                    <a:pt x="1458539" y="20946"/>
                    <a:pt x="1556116" y="0"/>
                  </a:cubicBezTo>
                  <a:cubicBezTo>
                    <a:pt x="1653693" y="-20946"/>
                    <a:pt x="1916436" y="-20765"/>
                    <a:pt x="2191713" y="0"/>
                  </a:cubicBezTo>
                  <a:cubicBezTo>
                    <a:pt x="2201403" y="79154"/>
                    <a:pt x="2193667" y="247145"/>
                    <a:pt x="2191713" y="369777"/>
                  </a:cubicBezTo>
                  <a:cubicBezTo>
                    <a:pt x="1980531" y="385625"/>
                    <a:pt x="1889052" y="392200"/>
                    <a:pt x="1643785" y="369777"/>
                  </a:cubicBezTo>
                  <a:cubicBezTo>
                    <a:pt x="1398518" y="347354"/>
                    <a:pt x="1279647" y="374096"/>
                    <a:pt x="1117774" y="369777"/>
                  </a:cubicBezTo>
                  <a:cubicBezTo>
                    <a:pt x="955901" y="365458"/>
                    <a:pt x="771683" y="343367"/>
                    <a:pt x="547928" y="369777"/>
                  </a:cubicBezTo>
                  <a:cubicBezTo>
                    <a:pt x="324173" y="396187"/>
                    <a:pt x="255918" y="380853"/>
                    <a:pt x="0" y="369777"/>
                  </a:cubicBezTo>
                  <a:cubicBezTo>
                    <a:pt x="11978" y="225846"/>
                    <a:pt x="17805" y="77949"/>
                    <a:pt x="0" y="0"/>
                  </a:cubicBezTo>
                  <a:close/>
                </a:path>
                <a:path w="2191713" h="369777" fill="none" extrusionOk="0">
                  <a:moveTo>
                    <a:pt x="-182635" y="202176"/>
                  </a:moveTo>
                  <a:cubicBezTo>
                    <a:pt x="-285158" y="195534"/>
                    <a:pt x="-357839" y="202961"/>
                    <a:pt x="-410486" y="202176"/>
                  </a:cubicBezTo>
                  <a:cubicBezTo>
                    <a:pt x="-498357" y="440010"/>
                    <a:pt x="-534085" y="555934"/>
                    <a:pt x="-623634" y="730949"/>
                  </a:cubicBezTo>
                  <a:cubicBezTo>
                    <a:pt x="-713183" y="905964"/>
                    <a:pt x="-793220" y="1130307"/>
                    <a:pt x="-828424" y="1238986"/>
                  </a:cubicBezTo>
                </a:path>
              </a:pathLst>
            </a:custGeom>
            <a:noFill/>
            <a:ln>
              <a:solidFill>
                <a:schemeClr val="accent4">
                  <a:lumMod val="75000"/>
                </a:schemeClr>
              </a:solidFill>
              <a:tailEnd type="stealth" w="med" len="lg"/>
              <a:extLst>
                <a:ext uri="{C807C97D-BFC1-408E-A445-0C87EB9F89A2}">
                  <ask:lineSketchStyleProps xmlns:ask="http://schemas.microsoft.com/office/drawing/2018/sketchyshapes" sd="1801589355">
                    <a:prstGeom prst="callout2">
                      <a:avLst>
                        <a:gd name="adj1" fmla="val 54675"/>
                        <a:gd name="adj2" fmla="val -8333"/>
                        <a:gd name="adj3" fmla="val 54675"/>
                        <a:gd name="adj4" fmla="val -18729"/>
                        <a:gd name="adj5" fmla="val 335063"/>
                        <a:gd name="adj6" fmla="val -37798"/>
                      </a:avLst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s-ES" dirty="0">
                  <a:solidFill>
                    <a:schemeClr val="accent4">
                      <a:lumMod val="75000"/>
                    </a:schemeClr>
                  </a:solidFill>
                </a:rPr>
                <a:t>actualización</a:t>
              </a:r>
              <a:endParaRPr lang="en-GB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80" name="Globo: línea doblada sin borde 30">
              <a:extLst>
                <a:ext uri="{FF2B5EF4-FFF2-40B4-BE49-F238E27FC236}">
                  <a16:creationId xmlns:a16="http://schemas.microsoft.com/office/drawing/2014/main" id="{D3CFD504-0DDB-DCD5-E697-F9F0DE72A9C8}"/>
                </a:ext>
              </a:extLst>
            </p:cNvPr>
            <p:cNvSpPr/>
            <p:nvPr/>
          </p:nvSpPr>
          <p:spPr>
            <a:xfrm>
              <a:off x="9345360" y="2839633"/>
              <a:ext cx="1192079" cy="463759"/>
            </a:xfrm>
            <a:custGeom>
              <a:avLst/>
              <a:gdLst>
                <a:gd name="connsiteX0" fmla="*/ 0 w 1192079"/>
                <a:gd name="connsiteY0" fmla="*/ 0 h 463759"/>
                <a:gd name="connsiteX1" fmla="*/ 584119 w 1192079"/>
                <a:gd name="connsiteY1" fmla="*/ 0 h 463759"/>
                <a:gd name="connsiteX2" fmla="*/ 1192079 w 1192079"/>
                <a:gd name="connsiteY2" fmla="*/ 0 h 463759"/>
                <a:gd name="connsiteX3" fmla="*/ 1192079 w 1192079"/>
                <a:gd name="connsiteY3" fmla="*/ 463759 h 463759"/>
                <a:gd name="connsiteX4" fmla="*/ 619881 w 1192079"/>
                <a:gd name="connsiteY4" fmla="*/ 463759 h 463759"/>
                <a:gd name="connsiteX5" fmla="*/ 0 w 1192079"/>
                <a:gd name="connsiteY5" fmla="*/ 463759 h 463759"/>
                <a:gd name="connsiteX6" fmla="*/ 0 w 1192079"/>
                <a:gd name="connsiteY6" fmla="*/ 0 h 463759"/>
                <a:gd name="connsiteX0" fmla="*/ -99336 w 1192079"/>
                <a:gd name="connsiteY0" fmla="*/ 253560 h 463759"/>
                <a:gd name="connsiteX1" fmla="*/ -223264 w 1192079"/>
                <a:gd name="connsiteY1" fmla="*/ 253560 h 463759"/>
                <a:gd name="connsiteX2" fmla="*/ -891340 w 1192079"/>
                <a:gd name="connsiteY2" fmla="*/ 257237 h 463759"/>
                <a:gd name="connsiteX3" fmla="*/ -1483785 w 1192079"/>
                <a:gd name="connsiteY3" fmla="*/ 260498 h 463759"/>
                <a:gd name="connsiteX4" fmla="*/ -2114045 w 1192079"/>
                <a:gd name="connsiteY4" fmla="*/ 263967 h 46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079" h="463759" stroke="0" extrusionOk="0">
                  <a:moveTo>
                    <a:pt x="0" y="0"/>
                  </a:moveTo>
                  <a:cubicBezTo>
                    <a:pt x="132761" y="3536"/>
                    <a:pt x="445731" y="1524"/>
                    <a:pt x="584119" y="0"/>
                  </a:cubicBezTo>
                  <a:cubicBezTo>
                    <a:pt x="722507" y="-1524"/>
                    <a:pt x="932434" y="10162"/>
                    <a:pt x="1192079" y="0"/>
                  </a:cubicBezTo>
                  <a:cubicBezTo>
                    <a:pt x="1213168" y="126868"/>
                    <a:pt x="1212793" y="335562"/>
                    <a:pt x="1192079" y="463759"/>
                  </a:cubicBezTo>
                  <a:cubicBezTo>
                    <a:pt x="975453" y="445431"/>
                    <a:pt x="901817" y="477681"/>
                    <a:pt x="619881" y="463759"/>
                  </a:cubicBezTo>
                  <a:cubicBezTo>
                    <a:pt x="337945" y="449837"/>
                    <a:pt x="295513" y="471174"/>
                    <a:pt x="0" y="463759"/>
                  </a:cubicBezTo>
                  <a:cubicBezTo>
                    <a:pt x="4829" y="337454"/>
                    <a:pt x="-9" y="210433"/>
                    <a:pt x="0" y="0"/>
                  </a:cubicBezTo>
                  <a:close/>
                </a:path>
                <a:path w="1192079" h="463759" fill="none" extrusionOk="0">
                  <a:moveTo>
                    <a:pt x="-99336" y="253560"/>
                  </a:moveTo>
                  <a:cubicBezTo>
                    <a:pt x="-142864" y="248806"/>
                    <a:pt x="-197562" y="248299"/>
                    <a:pt x="-223264" y="253560"/>
                  </a:cubicBezTo>
                  <a:cubicBezTo>
                    <a:pt x="-416559" y="239160"/>
                    <a:pt x="-651756" y="226223"/>
                    <a:pt x="-891340" y="257237"/>
                  </a:cubicBezTo>
                  <a:cubicBezTo>
                    <a:pt x="-1130924" y="288251"/>
                    <a:pt x="-1318474" y="265186"/>
                    <a:pt x="-1483785" y="260498"/>
                  </a:cubicBezTo>
                  <a:cubicBezTo>
                    <a:pt x="-1649096" y="255810"/>
                    <a:pt x="-1809805" y="284224"/>
                    <a:pt x="-2114045" y="263967"/>
                  </a:cubicBezTo>
                </a:path>
              </a:pathLst>
            </a:custGeom>
            <a:noFill/>
            <a:ln>
              <a:solidFill>
                <a:schemeClr val="accent4">
                  <a:lumMod val="75000"/>
                </a:schemeClr>
              </a:solidFill>
              <a:tailEnd type="stealth" w="med" len="lg"/>
              <a:extLst>
                <a:ext uri="{C807C97D-BFC1-408E-A445-0C87EB9F89A2}">
                  <ask:lineSketchStyleProps xmlns:ask="http://schemas.microsoft.com/office/drawing/2018/sketchyshapes" sd="1801589355">
                    <a:prstGeom prst="callout2">
                      <a:avLst>
                        <a:gd name="adj1" fmla="val 54675"/>
                        <a:gd name="adj2" fmla="val -8333"/>
                        <a:gd name="adj3" fmla="val 54675"/>
                        <a:gd name="adj4" fmla="val -18729"/>
                        <a:gd name="adj5" fmla="val 56919"/>
                        <a:gd name="adj6" fmla="val -177341"/>
                      </a:avLst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s-ES" dirty="0">
                  <a:solidFill>
                    <a:schemeClr val="accent4">
                      <a:lumMod val="75000"/>
                    </a:schemeClr>
                  </a:solidFill>
                </a:rPr>
                <a:t>salida</a:t>
              </a:r>
              <a:endParaRPr lang="en-GB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5869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79B186B6-CFD2-4934-BC76-51CEF13D2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94641" y="6467452"/>
            <a:ext cx="369651" cy="365125"/>
          </a:xfrm>
        </p:spPr>
        <p:txBody>
          <a:bodyPr/>
          <a:lstStyle/>
          <a:p>
            <a:fld id="{E7872BEF-DB94-6840-8AB0-1579DB081167}" type="slidenum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5</a:t>
            </a:fld>
            <a:endParaRPr lang="en-GB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C45086-773A-471B-B772-A6918BE84469}"/>
              </a:ext>
            </a:extLst>
          </p:cNvPr>
          <p:cNvSpPr txBox="1"/>
          <p:nvPr/>
        </p:nvSpPr>
        <p:spPr>
          <a:xfrm>
            <a:off x="670559" y="1029506"/>
            <a:ext cx="9996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alibri Light" panose="020F0302020204030204" pitchFamily="34" charset="0"/>
              </a:rPr>
              <a:t>NeuralHydrology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is a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lumped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data-driven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streamflow model developed initially by Frederik </a:t>
            </a:r>
            <a:r>
              <a:rPr 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Kratzert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(2018) and now used in Google Flood Hub.</a:t>
            </a:r>
            <a:endParaRPr lang="en-US" i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9FE697C-E088-459C-B01F-07FFBA17B715}"/>
              </a:ext>
            </a:extLst>
          </p:cNvPr>
          <p:cNvGrpSpPr>
            <a:grpSpLocks noChangeAspect="1"/>
          </p:cNvGrpSpPr>
          <p:nvPr/>
        </p:nvGrpSpPr>
        <p:grpSpPr>
          <a:xfrm>
            <a:off x="3110090" y="3231953"/>
            <a:ext cx="1620000" cy="1620000"/>
            <a:chOff x="3161352" y="1577119"/>
            <a:chExt cx="2076757" cy="2076757"/>
          </a:xfrm>
        </p:grpSpPr>
        <p:sp>
          <p:nvSpPr>
            <p:cNvPr id="14" name="Oval 13">
              <a:hlinkClick r:id="rId2"/>
              <a:extLst>
                <a:ext uri="{FF2B5EF4-FFF2-40B4-BE49-F238E27FC236}">
                  <a16:creationId xmlns:a16="http://schemas.microsoft.com/office/drawing/2014/main" id="{341370CD-4A3A-4984-BDB1-6D9E45FB8FD7}"/>
                </a:ext>
              </a:extLst>
            </p:cNvPr>
            <p:cNvSpPr/>
            <p:nvPr/>
          </p:nvSpPr>
          <p:spPr>
            <a:xfrm>
              <a:off x="3161352" y="1577119"/>
              <a:ext cx="2076757" cy="207675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5" name="Oval 4">
              <a:extLst>
                <a:ext uri="{FF2B5EF4-FFF2-40B4-BE49-F238E27FC236}">
                  <a16:creationId xmlns:a16="http://schemas.microsoft.com/office/drawing/2014/main" id="{A2EA427C-CC47-4F92-AA6C-13F8D2F796AD}"/>
                </a:ext>
              </a:extLst>
            </p:cNvPr>
            <p:cNvSpPr txBox="1"/>
            <p:nvPr/>
          </p:nvSpPr>
          <p:spPr>
            <a:xfrm>
              <a:off x="3161352" y="1881253"/>
              <a:ext cx="2003579" cy="146848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</a:pPr>
              <a:r>
                <a:rPr lang="en-GB" sz="2000" kern="1200" dirty="0"/>
                <a:t>(FC) </a:t>
              </a:r>
            </a:p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</a:pPr>
              <a:r>
                <a:rPr lang="en-GB" sz="2000" kern="1200" dirty="0"/>
                <a:t>+</a:t>
              </a:r>
            </a:p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</a:pPr>
              <a:r>
                <a:rPr lang="en-GB" sz="2000" kern="1200" dirty="0"/>
                <a:t> LSTM </a:t>
              </a:r>
            </a:p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</a:pPr>
              <a:r>
                <a:rPr lang="en-GB" sz="2000" kern="1200" dirty="0"/>
                <a:t>+</a:t>
              </a:r>
            </a:p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</a:pPr>
              <a:r>
                <a:rPr lang="en-GB" sz="2000" kern="1200" dirty="0"/>
                <a:t> FC</a:t>
              </a:r>
              <a:endParaRPr lang="en-GB" sz="1600" kern="12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60D18BA-B514-41FC-917E-69555E70FFD1}"/>
              </a:ext>
            </a:extLst>
          </p:cNvPr>
          <p:cNvGrpSpPr>
            <a:grpSpLocks noChangeAspect="1"/>
          </p:cNvGrpSpPr>
          <p:nvPr/>
        </p:nvGrpSpPr>
        <p:grpSpPr>
          <a:xfrm>
            <a:off x="1329183" y="1975632"/>
            <a:ext cx="1296000" cy="1296000"/>
            <a:chOff x="366752" y="1816577"/>
            <a:chExt cx="1491473" cy="1491473"/>
          </a:xfrm>
        </p:grpSpPr>
        <p:sp>
          <p:nvSpPr>
            <p:cNvPr id="17" name="Oval 16">
              <a:hlinkClick r:id="rId3" action="ppaction://hlinksldjump"/>
              <a:extLst>
                <a:ext uri="{FF2B5EF4-FFF2-40B4-BE49-F238E27FC236}">
                  <a16:creationId xmlns:a16="http://schemas.microsoft.com/office/drawing/2014/main" id="{9F14EB72-79E0-4480-9996-25C6CF9FBB02}"/>
                </a:ext>
              </a:extLst>
            </p:cNvPr>
            <p:cNvSpPr/>
            <p:nvPr/>
          </p:nvSpPr>
          <p:spPr>
            <a:xfrm>
              <a:off x="366752" y="1816577"/>
              <a:ext cx="1491473" cy="1491473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8" name="Oval 4">
              <a:extLst>
                <a:ext uri="{FF2B5EF4-FFF2-40B4-BE49-F238E27FC236}">
                  <a16:creationId xmlns:a16="http://schemas.microsoft.com/office/drawing/2014/main" id="{31E3AE64-81AC-4EF1-AA01-56D7A6290889}"/>
                </a:ext>
              </a:extLst>
            </p:cNvPr>
            <p:cNvSpPr txBox="1"/>
            <p:nvPr/>
          </p:nvSpPr>
          <p:spPr>
            <a:xfrm>
              <a:off x="366752" y="2034998"/>
              <a:ext cx="1491473" cy="10546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970" tIns="13970" rIns="13970" bIns="1397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dirty="0" err="1"/>
                <a:t>p</a:t>
              </a:r>
              <a:r>
                <a:rPr lang="en-GB" kern="1200" dirty="0" err="1"/>
                <a:t>ropiedades</a:t>
              </a:r>
              <a:r>
                <a:rPr lang="en-GB" kern="1200" dirty="0"/>
                <a:t> </a:t>
              </a:r>
              <a:r>
                <a:rPr lang="en-GB" kern="1200" dirty="0" err="1"/>
                <a:t>físicas</a:t>
              </a:r>
              <a:endParaRPr lang="en-GB" kern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EC656D3-7E71-4206-902C-788209B29089}"/>
              </a:ext>
            </a:extLst>
          </p:cNvPr>
          <p:cNvGrpSpPr>
            <a:grpSpLocks noChangeAspect="1"/>
          </p:cNvGrpSpPr>
          <p:nvPr/>
        </p:nvGrpSpPr>
        <p:grpSpPr>
          <a:xfrm>
            <a:off x="670559" y="3393953"/>
            <a:ext cx="1296000" cy="1296000"/>
            <a:chOff x="366752" y="1816577"/>
            <a:chExt cx="1491473" cy="1491473"/>
          </a:xfrm>
        </p:grpSpPr>
        <p:sp>
          <p:nvSpPr>
            <p:cNvPr id="20" name="Oval 19">
              <a:hlinkClick r:id="rId3" action="ppaction://hlinksldjump"/>
              <a:extLst>
                <a:ext uri="{FF2B5EF4-FFF2-40B4-BE49-F238E27FC236}">
                  <a16:creationId xmlns:a16="http://schemas.microsoft.com/office/drawing/2014/main" id="{7CA61165-4676-497A-8986-323770D85ACC}"/>
                </a:ext>
              </a:extLst>
            </p:cNvPr>
            <p:cNvSpPr/>
            <p:nvPr/>
          </p:nvSpPr>
          <p:spPr>
            <a:xfrm>
              <a:off x="366752" y="1816577"/>
              <a:ext cx="1491473" cy="1491473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1" name="Oval 4">
              <a:extLst>
                <a:ext uri="{FF2B5EF4-FFF2-40B4-BE49-F238E27FC236}">
                  <a16:creationId xmlns:a16="http://schemas.microsoft.com/office/drawing/2014/main" id="{165BE890-0DAA-4B61-AB03-E21E24BA694F}"/>
                </a:ext>
              </a:extLst>
            </p:cNvPr>
            <p:cNvSpPr txBox="1"/>
            <p:nvPr/>
          </p:nvSpPr>
          <p:spPr>
            <a:xfrm>
              <a:off x="366752" y="2034998"/>
              <a:ext cx="1491473" cy="10546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970" tIns="13970" rIns="13970" bIns="1397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</a:pPr>
              <a:r>
                <a:rPr lang="en-GB" kern="1200" dirty="0" err="1"/>
                <a:t>meteoro-logía</a:t>
              </a:r>
              <a:endParaRPr lang="en-GB" sz="1400" kern="12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2E9EA0A9-765B-4722-A5B6-70D971DD15A7}"/>
              </a:ext>
            </a:extLst>
          </p:cNvPr>
          <p:cNvSpPr>
            <a:spLocks noChangeAspect="1"/>
          </p:cNvSpPr>
          <p:nvPr/>
        </p:nvSpPr>
        <p:spPr>
          <a:xfrm>
            <a:off x="5659996" y="3393952"/>
            <a:ext cx="1296000" cy="12960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/>
              <a:t>caudal </a:t>
            </a:r>
            <a:r>
              <a:rPr lang="en-GB" dirty="0"/>
              <a:t>/ </a:t>
            </a:r>
            <a:r>
              <a:rPr lang="en-GB" dirty="0" err="1"/>
              <a:t>calado</a:t>
            </a:r>
            <a:endParaRPr lang="en-GB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99417C7-62BA-4C04-95C6-86447C3A40F2}"/>
              </a:ext>
            </a:extLst>
          </p:cNvPr>
          <p:cNvCxnSpPr>
            <a:cxnSpLocks/>
            <a:stCxn id="17" idx="5"/>
            <a:endCxn id="15" idx="1"/>
          </p:cNvCxnSpPr>
          <p:nvPr/>
        </p:nvCxnSpPr>
        <p:spPr>
          <a:xfrm>
            <a:off x="2435388" y="3081837"/>
            <a:ext cx="674702" cy="960116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AA6197B-0CC3-4E9D-A782-1D193DA19B00}"/>
              </a:ext>
            </a:extLst>
          </p:cNvPr>
          <p:cNvCxnSpPr>
            <a:cxnSpLocks/>
            <a:stCxn id="21" idx="3"/>
            <a:endCxn id="15" idx="1"/>
          </p:cNvCxnSpPr>
          <p:nvPr/>
        </p:nvCxnSpPr>
        <p:spPr>
          <a:xfrm flipV="1">
            <a:off x="1966559" y="4041953"/>
            <a:ext cx="1143531" cy="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7247273-3161-4032-9AEC-AD96EC3E3AC0}"/>
              </a:ext>
            </a:extLst>
          </p:cNvPr>
          <p:cNvCxnSpPr>
            <a:stCxn id="14" idx="6"/>
            <a:endCxn id="25" idx="2"/>
          </p:cNvCxnSpPr>
          <p:nvPr/>
        </p:nvCxnSpPr>
        <p:spPr>
          <a:xfrm flipV="1">
            <a:off x="4730090" y="4041952"/>
            <a:ext cx="929906" cy="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6BB864C-42CA-45FD-B60C-F45164023B79}"/>
              </a:ext>
            </a:extLst>
          </p:cNvPr>
          <p:cNvGrpSpPr>
            <a:grpSpLocks noChangeAspect="1"/>
          </p:cNvGrpSpPr>
          <p:nvPr/>
        </p:nvGrpSpPr>
        <p:grpSpPr>
          <a:xfrm>
            <a:off x="1342065" y="4812274"/>
            <a:ext cx="1296000" cy="1296000"/>
            <a:chOff x="366752" y="1816577"/>
            <a:chExt cx="1491473" cy="1491473"/>
          </a:xfrm>
        </p:grpSpPr>
        <p:sp>
          <p:nvSpPr>
            <p:cNvPr id="36" name="Oval 35">
              <a:hlinkClick r:id="rId3" action="ppaction://hlinksldjump"/>
              <a:extLst>
                <a:ext uri="{FF2B5EF4-FFF2-40B4-BE49-F238E27FC236}">
                  <a16:creationId xmlns:a16="http://schemas.microsoft.com/office/drawing/2014/main" id="{15940FAB-64CC-485C-A6E0-EFE5511A75E6}"/>
                </a:ext>
              </a:extLst>
            </p:cNvPr>
            <p:cNvSpPr/>
            <p:nvPr/>
          </p:nvSpPr>
          <p:spPr>
            <a:xfrm>
              <a:off x="366752" y="1816577"/>
              <a:ext cx="1491473" cy="14914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7" name="Oval 4">
              <a:extLst>
                <a:ext uri="{FF2B5EF4-FFF2-40B4-BE49-F238E27FC236}">
                  <a16:creationId xmlns:a16="http://schemas.microsoft.com/office/drawing/2014/main" id="{A1685536-C8FA-4498-A1BD-B539FAC45159}"/>
                </a:ext>
              </a:extLst>
            </p:cNvPr>
            <p:cNvSpPr txBox="1"/>
            <p:nvPr/>
          </p:nvSpPr>
          <p:spPr>
            <a:xfrm>
              <a:off x="366752" y="2034998"/>
              <a:ext cx="1491473" cy="10546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970" tIns="13970" rIns="13970" bIns="1397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</a:pPr>
              <a:r>
                <a:rPr lang="en-GB" dirty="0">
                  <a:solidFill>
                    <a:schemeClr val="bg2">
                      <a:lumMod val="50000"/>
                    </a:schemeClr>
                  </a:solidFill>
                </a:rPr>
                <a:t>caudal /</a:t>
              </a:r>
            </a:p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</a:pPr>
              <a:r>
                <a:rPr lang="en-GB" dirty="0" err="1">
                  <a:solidFill>
                    <a:schemeClr val="bg2">
                      <a:lumMod val="50000"/>
                    </a:schemeClr>
                  </a:solidFill>
                </a:rPr>
                <a:t>calado</a:t>
              </a:r>
              <a:endParaRPr lang="en-GB" sz="1400" kern="12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C9F0213-2B7E-41A8-87FC-88772CF9100B}"/>
              </a:ext>
            </a:extLst>
          </p:cNvPr>
          <p:cNvCxnSpPr>
            <a:cxnSpLocks/>
            <a:stCxn id="36" idx="7"/>
            <a:endCxn id="15" idx="1"/>
          </p:cNvCxnSpPr>
          <p:nvPr/>
        </p:nvCxnSpPr>
        <p:spPr>
          <a:xfrm flipV="1">
            <a:off x="2448270" y="4041953"/>
            <a:ext cx="661820" cy="960116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04BAF549-9ADE-43DC-B0F8-1E6C0777D568}"/>
              </a:ext>
            </a:extLst>
          </p:cNvPr>
          <p:cNvSpPr txBox="1"/>
          <p:nvPr/>
        </p:nvSpPr>
        <p:spPr>
          <a:xfrm rot="21091053">
            <a:off x="4624164" y="2188229"/>
            <a:ext cx="1690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1">
                    <a:lumMod val="75000"/>
                  </a:schemeClr>
                </a:solidFill>
                <a:latin typeface="Segoe Print" panose="02000600000000000000" pitchFamily="2" charset="0"/>
              </a:rPr>
              <a:t>¡Agregado!</a:t>
            </a:r>
            <a:endParaRPr lang="en-GB" dirty="0">
              <a:solidFill>
                <a:schemeClr val="accent1">
                  <a:lumMod val="75000"/>
                </a:schemeClr>
              </a:solidFill>
              <a:latin typeface="Segoe Print" panose="02000600000000000000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0A94B46-D4FB-481F-8928-1902D0C721B7}"/>
              </a:ext>
            </a:extLst>
          </p:cNvPr>
          <p:cNvSpPr txBox="1"/>
          <p:nvPr/>
        </p:nvSpPr>
        <p:spPr>
          <a:xfrm>
            <a:off x="670559" y="391886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LISFLOOD-OS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404B26-C9E0-41E0-98A5-774F0E1187D3}"/>
              </a:ext>
            </a:extLst>
          </p:cNvPr>
          <p:cNvSpPr txBox="1"/>
          <p:nvPr/>
        </p:nvSpPr>
        <p:spPr>
          <a:xfrm>
            <a:off x="3372404" y="391883"/>
            <a:ext cx="2700000" cy="46166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Google Flood Hub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7C9E3AD-ACD1-4829-AC93-746C9D8ED5CD}"/>
              </a:ext>
            </a:extLst>
          </p:cNvPr>
          <p:cNvSpPr txBox="1"/>
          <p:nvPr/>
        </p:nvSpPr>
        <p:spPr>
          <a:xfrm>
            <a:off x="6072404" y="391883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Calibration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18653FC-3EDC-4A9B-86AF-A02254FF6C08}"/>
              </a:ext>
            </a:extLst>
          </p:cNvPr>
          <p:cNvSpPr txBox="1"/>
          <p:nvPr/>
        </p:nvSpPr>
        <p:spPr>
          <a:xfrm>
            <a:off x="8772404" y="389765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Parameter learning</a:t>
            </a:r>
          </a:p>
        </p:txBody>
      </p:sp>
    </p:spTree>
    <p:extLst>
      <p:ext uri="{BB962C8B-B14F-4D97-AF65-F5344CB8AC3E}">
        <p14:creationId xmlns:p14="http://schemas.microsoft.com/office/powerpoint/2010/main" val="123954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5" grpId="0" animBg="1"/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Oval 78">
            <a:extLst>
              <a:ext uri="{FF2B5EF4-FFF2-40B4-BE49-F238E27FC236}">
                <a16:creationId xmlns:a16="http://schemas.microsoft.com/office/drawing/2014/main" id="{6F812D34-755C-42E5-A461-25D74F6941E1}"/>
              </a:ext>
            </a:extLst>
          </p:cNvPr>
          <p:cNvSpPr>
            <a:spLocks noChangeAspect="1"/>
          </p:cNvSpPr>
          <p:nvPr/>
        </p:nvSpPr>
        <p:spPr>
          <a:xfrm>
            <a:off x="3421435" y="5184034"/>
            <a:ext cx="1008000" cy="1008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600" dirty="0"/>
              <a:t>pesos</a:t>
            </a:r>
          </a:p>
          <a:p>
            <a:pPr algn="ctr"/>
            <a:r>
              <a:rPr lang="es-ES" sz="1600" dirty="0"/>
              <a:t>sesgos</a:t>
            </a:r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79B186B6-CFD2-4934-BC76-51CEF13D2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94641" y="6467452"/>
            <a:ext cx="369651" cy="365125"/>
          </a:xfrm>
        </p:spPr>
        <p:txBody>
          <a:bodyPr/>
          <a:lstStyle/>
          <a:p>
            <a:fld id="{E7872BEF-DB94-6840-8AB0-1579DB081167}" type="slidenum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6</a:t>
            </a:fld>
            <a:endParaRPr lang="en-GB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683187-CF7E-44FA-AC93-80F17375550A}"/>
              </a:ext>
            </a:extLst>
          </p:cNvPr>
          <p:cNvSpPr txBox="1"/>
          <p:nvPr/>
        </p:nvSpPr>
        <p:spPr>
          <a:xfrm>
            <a:off x="670559" y="853551"/>
            <a:ext cx="5425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s-ES" sz="2400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Modelos basados en procesos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75AAE6-A3D9-4D4D-9792-7064A30D813C}"/>
              </a:ext>
            </a:extLst>
          </p:cNvPr>
          <p:cNvSpPr txBox="1"/>
          <p:nvPr/>
        </p:nvSpPr>
        <p:spPr>
          <a:xfrm>
            <a:off x="670559" y="3818780"/>
            <a:ext cx="4561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s-ES" sz="2400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Modelos de aprendizaje profundo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F8C5483-64E8-4A91-A916-4EF5D5C852E3}"/>
              </a:ext>
            </a:extLst>
          </p:cNvPr>
          <p:cNvSpPr>
            <a:spLocks noChangeAspect="1"/>
          </p:cNvSpPr>
          <p:nvPr/>
        </p:nvSpPr>
        <p:spPr>
          <a:xfrm>
            <a:off x="1978387" y="1439388"/>
            <a:ext cx="1008000" cy="1008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/>
              <a:t>datos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069DD0A-F496-4C2D-9499-A90C162D5CBB}"/>
              </a:ext>
            </a:extLst>
          </p:cNvPr>
          <p:cNvCxnSpPr>
            <a:cxnSpLocks/>
            <a:stCxn id="41" idx="6"/>
            <a:endCxn id="42" idx="2"/>
          </p:cNvCxnSpPr>
          <p:nvPr/>
        </p:nvCxnSpPr>
        <p:spPr>
          <a:xfrm>
            <a:off x="4438700" y="2467477"/>
            <a:ext cx="44431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F36A7AF7-B3E9-4F2D-A875-AD21881DD291}"/>
              </a:ext>
            </a:extLst>
          </p:cNvPr>
          <p:cNvSpPr>
            <a:spLocks noChangeAspect="1"/>
          </p:cNvSpPr>
          <p:nvPr/>
        </p:nvSpPr>
        <p:spPr>
          <a:xfrm>
            <a:off x="1978387" y="2499597"/>
            <a:ext cx="1008000" cy="1008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dirty="0"/>
              <a:t>Pará-</a:t>
            </a:r>
          </a:p>
          <a:p>
            <a:pPr algn="ctr"/>
            <a:r>
              <a:rPr lang="en-GB" dirty="0"/>
              <a:t>metros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B2D0B28-4964-40FD-B501-DCA9B0484380}"/>
              </a:ext>
            </a:extLst>
          </p:cNvPr>
          <p:cNvSpPr>
            <a:spLocks noChangeAspect="1"/>
          </p:cNvSpPr>
          <p:nvPr/>
        </p:nvSpPr>
        <p:spPr>
          <a:xfrm>
            <a:off x="3430700" y="1963477"/>
            <a:ext cx="1008000" cy="10080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/>
              <a:t>modelo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F2AB4A5-04DC-4C54-B64A-B24BE4B148DD}"/>
              </a:ext>
            </a:extLst>
          </p:cNvPr>
          <p:cNvSpPr>
            <a:spLocks noChangeAspect="1"/>
          </p:cNvSpPr>
          <p:nvPr/>
        </p:nvSpPr>
        <p:spPr>
          <a:xfrm>
            <a:off x="4883014" y="1963477"/>
            <a:ext cx="1008000" cy="10080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dirty="0"/>
              <a:t>sim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7450F28-C1EC-465E-991B-AC0D4D0B6097}"/>
              </a:ext>
            </a:extLst>
          </p:cNvPr>
          <p:cNvSpPr>
            <a:spLocks noChangeAspect="1"/>
          </p:cNvSpPr>
          <p:nvPr/>
        </p:nvSpPr>
        <p:spPr>
          <a:xfrm>
            <a:off x="6335328" y="1963477"/>
            <a:ext cx="1008000" cy="1008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dirty="0" err="1"/>
              <a:t>obs</a:t>
            </a:r>
            <a:endParaRPr lang="en-GB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F3AE7D2-C974-439D-8F04-847BFEDD3A13}"/>
              </a:ext>
            </a:extLst>
          </p:cNvPr>
          <p:cNvCxnSpPr>
            <a:cxnSpLocks/>
            <a:stCxn id="30" idx="6"/>
            <a:endCxn id="41" idx="2"/>
          </p:cNvCxnSpPr>
          <p:nvPr/>
        </p:nvCxnSpPr>
        <p:spPr>
          <a:xfrm>
            <a:off x="2986387" y="1943388"/>
            <a:ext cx="444313" cy="52408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C3EA17D-709B-4EF8-ACCC-F5F6E924D00B}"/>
              </a:ext>
            </a:extLst>
          </p:cNvPr>
          <p:cNvCxnSpPr>
            <a:cxnSpLocks/>
            <a:stCxn id="32" idx="6"/>
            <a:endCxn id="41" idx="2"/>
          </p:cNvCxnSpPr>
          <p:nvPr/>
        </p:nvCxnSpPr>
        <p:spPr>
          <a:xfrm flipV="1">
            <a:off x="2986387" y="2467477"/>
            <a:ext cx="444313" cy="53612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6EF82B5-35DE-4F79-9C42-7C43A86665AE}"/>
              </a:ext>
            </a:extLst>
          </p:cNvPr>
          <p:cNvCxnSpPr>
            <a:cxnSpLocks/>
            <a:stCxn id="42" idx="6"/>
            <a:endCxn id="43" idx="2"/>
          </p:cNvCxnSpPr>
          <p:nvPr/>
        </p:nvCxnSpPr>
        <p:spPr>
          <a:xfrm>
            <a:off x="5891014" y="2467477"/>
            <a:ext cx="44431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387B31A7-0751-4B42-B2AA-7A93F8491E9C}"/>
              </a:ext>
            </a:extLst>
          </p:cNvPr>
          <p:cNvSpPr txBox="1"/>
          <p:nvPr/>
        </p:nvSpPr>
        <p:spPr>
          <a:xfrm>
            <a:off x="5806912" y="2036211"/>
            <a:ext cx="515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5"/>
              </a:buClr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FO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81CC7B9E-2CD3-4650-8D1A-F91640DEE764}"/>
              </a:ext>
            </a:extLst>
          </p:cNvPr>
          <p:cNvCxnSpPr>
            <a:cxnSpLocks/>
            <a:stCxn id="42" idx="4"/>
            <a:endCxn id="32" idx="4"/>
          </p:cNvCxnSpPr>
          <p:nvPr/>
        </p:nvCxnSpPr>
        <p:spPr>
          <a:xfrm rot="5400000">
            <a:off x="3666641" y="1787224"/>
            <a:ext cx="536120" cy="2904627"/>
          </a:xfrm>
          <a:prstGeom prst="bentConnector3">
            <a:avLst>
              <a:gd name="adj1" fmla="val 14264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D935292B-4C1F-4646-8D4E-5CCADE4BF35A}"/>
              </a:ext>
            </a:extLst>
          </p:cNvPr>
          <p:cNvSpPr txBox="1"/>
          <p:nvPr/>
        </p:nvSpPr>
        <p:spPr>
          <a:xfrm>
            <a:off x="7787642" y="2169573"/>
            <a:ext cx="41109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+mj-lt"/>
                <a:cs typeface="Calibri Light" panose="020F0302020204030204" pitchFamily="34" charset="0"/>
              </a:rPr>
              <a:t>Algoritmo de optimización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+mj-lt"/>
                <a:cs typeface="Calibri Light" panose="020F0302020204030204" pitchFamily="34" charset="0"/>
              </a:rPr>
              <a:t>Específico de cada cuenca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F15DF8B9-A081-41D0-9063-110C3B0D5941}"/>
              </a:ext>
            </a:extLst>
          </p:cNvPr>
          <p:cNvSpPr>
            <a:spLocks noChangeAspect="1"/>
          </p:cNvSpPr>
          <p:nvPr/>
        </p:nvSpPr>
        <p:spPr>
          <a:xfrm>
            <a:off x="1972280" y="4448698"/>
            <a:ext cx="1008000" cy="1008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/>
              <a:t>datos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EC3F538-5011-433B-BBB9-B6E7CCC76E0E}"/>
              </a:ext>
            </a:extLst>
          </p:cNvPr>
          <p:cNvCxnSpPr>
            <a:cxnSpLocks/>
            <a:stCxn id="67" idx="6"/>
            <a:endCxn id="68" idx="2"/>
          </p:cNvCxnSpPr>
          <p:nvPr/>
        </p:nvCxnSpPr>
        <p:spPr>
          <a:xfrm>
            <a:off x="4438700" y="4945369"/>
            <a:ext cx="44431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118ED2BF-E125-4B48-8777-D9927AD61A11}"/>
              </a:ext>
            </a:extLst>
          </p:cNvPr>
          <p:cNvSpPr>
            <a:spLocks noChangeAspect="1"/>
          </p:cNvSpPr>
          <p:nvPr/>
        </p:nvSpPr>
        <p:spPr>
          <a:xfrm>
            <a:off x="3430700" y="4441369"/>
            <a:ext cx="1008000" cy="10080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/>
              <a:t>modelo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C44F36C0-EA8D-43D2-B367-226B6C1DF3DC}"/>
              </a:ext>
            </a:extLst>
          </p:cNvPr>
          <p:cNvSpPr>
            <a:spLocks noChangeAspect="1"/>
          </p:cNvSpPr>
          <p:nvPr/>
        </p:nvSpPr>
        <p:spPr>
          <a:xfrm>
            <a:off x="4883014" y="4441369"/>
            <a:ext cx="1008000" cy="10080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dirty="0"/>
              <a:t>sim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2C794EA1-008F-4212-BA6D-7391A70BC0EA}"/>
              </a:ext>
            </a:extLst>
          </p:cNvPr>
          <p:cNvSpPr>
            <a:spLocks noChangeAspect="1"/>
          </p:cNvSpPr>
          <p:nvPr/>
        </p:nvSpPr>
        <p:spPr>
          <a:xfrm>
            <a:off x="6335328" y="4441369"/>
            <a:ext cx="1008000" cy="1008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dirty="0" err="1"/>
              <a:t>obs</a:t>
            </a:r>
            <a:endParaRPr lang="en-GB" dirty="0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C726E4C-8179-44DA-A9F7-6EE019391365}"/>
              </a:ext>
            </a:extLst>
          </p:cNvPr>
          <p:cNvCxnSpPr>
            <a:cxnSpLocks/>
            <a:stCxn id="64" idx="6"/>
            <a:endCxn id="67" idx="2"/>
          </p:cNvCxnSpPr>
          <p:nvPr/>
        </p:nvCxnSpPr>
        <p:spPr>
          <a:xfrm flipV="1">
            <a:off x="2980280" y="4945369"/>
            <a:ext cx="450420" cy="732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D2EC1AF-6F40-4F29-9CF5-CBFD7A8E5414}"/>
              </a:ext>
            </a:extLst>
          </p:cNvPr>
          <p:cNvCxnSpPr>
            <a:cxnSpLocks/>
            <a:stCxn id="68" idx="6"/>
            <a:endCxn id="69" idx="2"/>
          </p:cNvCxnSpPr>
          <p:nvPr/>
        </p:nvCxnSpPr>
        <p:spPr>
          <a:xfrm>
            <a:off x="5891014" y="4945369"/>
            <a:ext cx="44431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C11A832A-B882-4A7F-A2C4-762BCC2C1E96}"/>
              </a:ext>
            </a:extLst>
          </p:cNvPr>
          <p:cNvSpPr txBox="1"/>
          <p:nvPr/>
        </p:nvSpPr>
        <p:spPr>
          <a:xfrm>
            <a:off x="5838142" y="4947045"/>
            <a:ext cx="515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5"/>
              </a:buClr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FP</a:t>
            </a:r>
          </a:p>
        </p:txBody>
      </p: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9AB9DEA2-3F7C-4A28-B664-9869300B3EB7}"/>
              </a:ext>
            </a:extLst>
          </p:cNvPr>
          <p:cNvCxnSpPr>
            <a:cxnSpLocks/>
            <a:stCxn id="73" idx="2"/>
            <a:endCxn id="79" idx="4"/>
          </p:cNvCxnSpPr>
          <p:nvPr/>
        </p:nvCxnSpPr>
        <p:spPr>
          <a:xfrm rot="5400000">
            <a:off x="4572890" y="4668923"/>
            <a:ext cx="875657" cy="2170565"/>
          </a:xfrm>
          <a:prstGeom prst="bentConnector3">
            <a:avLst>
              <a:gd name="adj1" fmla="val 126106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0A439C45-D9ED-48FC-A015-B59DB1F14FEE}"/>
              </a:ext>
            </a:extLst>
          </p:cNvPr>
          <p:cNvSpPr txBox="1"/>
          <p:nvPr/>
        </p:nvSpPr>
        <p:spPr>
          <a:xfrm>
            <a:off x="4119515" y="6242609"/>
            <a:ext cx="1779803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>
              <a:buClr>
                <a:schemeClr val="accent5"/>
              </a:buClr>
            </a:pP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retro-propragación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FB6FC90-A8DF-40FF-A445-DE80185034EE}"/>
              </a:ext>
            </a:extLst>
          </p:cNvPr>
          <p:cNvSpPr txBox="1"/>
          <p:nvPr/>
        </p:nvSpPr>
        <p:spPr>
          <a:xfrm>
            <a:off x="7769112" y="4621180"/>
            <a:ext cx="41109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+mj-lt"/>
                <a:cs typeface="Calibri Light" panose="020F0302020204030204" pitchFamily="34" charset="0"/>
              </a:rPr>
              <a:t>Retro-progragación del gradiente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+mj-lt"/>
                <a:cs typeface="Calibri Light" panose="020F0302020204030204" pitchFamily="34" charset="0"/>
              </a:rPr>
              <a:t>Múltiples cuencas simultáneamente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0392D8B-E9FE-43CD-BF38-1CE8C830CA77}"/>
              </a:ext>
            </a:extLst>
          </p:cNvPr>
          <p:cNvSpPr txBox="1"/>
          <p:nvPr/>
        </p:nvSpPr>
        <p:spPr>
          <a:xfrm>
            <a:off x="670559" y="391886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LISFLOOD-OS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3BB8F50-F76A-4A78-9E49-6C00B474B690}"/>
              </a:ext>
            </a:extLst>
          </p:cNvPr>
          <p:cNvSpPr txBox="1"/>
          <p:nvPr/>
        </p:nvSpPr>
        <p:spPr>
          <a:xfrm>
            <a:off x="3372404" y="391883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Google Flood Hub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19932E9-57D1-4949-8559-8842149DC2A7}"/>
              </a:ext>
            </a:extLst>
          </p:cNvPr>
          <p:cNvSpPr txBox="1"/>
          <p:nvPr/>
        </p:nvSpPr>
        <p:spPr>
          <a:xfrm>
            <a:off x="6072404" y="391883"/>
            <a:ext cx="2700000" cy="46166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s-ES" dirty="0"/>
              <a:t>Ajuste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E4BA71F-CD8A-4F65-A550-F37787B976F0}"/>
              </a:ext>
            </a:extLst>
          </p:cNvPr>
          <p:cNvSpPr txBox="1"/>
          <p:nvPr/>
        </p:nvSpPr>
        <p:spPr>
          <a:xfrm>
            <a:off x="8772404" y="389765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Parameter learning</a:t>
            </a:r>
          </a:p>
        </p:txBody>
      </p:sp>
    </p:spTree>
    <p:extLst>
      <p:ext uri="{BB962C8B-B14F-4D97-AF65-F5344CB8AC3E}">
        <p14:creationId xmlns:p14="http://schemas.microsoft.com/office/powerpoint/2010/main" val="3622967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24" grpId="0"/>
      <p:bldP spid="29" grpId="0"/>
      <p:bldP spid="30" grpId="0" animBg="1"/>
      <p:bldP spid="32" grpId="0" animBg="1"/>
      <p:bldP spid="41" grpId="0" animBg="1"/>
      <p:bldP spid="42" grpId="0" animBg="1"/>
      <p:bldP spid="43" grpId="0" animBg="1"/>
      <p:bldP spid="57" grpId="0"/>
      <p:bldP spid="63" grpId="0"/>
      <p:bldP spid="64" grpId="0" animBg="1"/>
      <p:bldP spid="67" grpId="0" animBg="1"/>
      <p:bldP spid="68" grpId="0" animBg="1"/>
      <p:bldP spid="69" grpId="0" animBg="1"/>
      <p:bldP spid="73" grpId="0"/>
      <p:bldP spid="78" grpId="0" animBg="1"/>
      <p:bldP spid="8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8A728C1-6008-EE52-5575-CA2AB53363E5}"/>
              </a:ext>
            </a:extLst>
          </p:cNvPr>
          <p:cNvGrpSpPr/>
          <p:nvPr/>
        </p:nvGrpSpPr>
        <p:grpSpPr>
          <a:xfrm>
            <a:off x="3639285" y="4322640"/>
            <a:ext cx="1554079" cy="1784758"/>
            <a:chOff x="5880290" y="2149224"/>
            <a:chExt cx="1554079" cy="1784758"/>
          </a:xfrm>
        </p:grpSpPr>
        <p:sp>
          <p:nvSpPr>
            <p:cNvPr id="85" name="Freeform: Shape 10">
              <a:extLst>
                <a:ext uri="{FF2B5EF4-FFF2-40B4-BE49-F238E27FC236}">
                  <a16:creationId xmlns:a16="http://schemas.microsoft.com/office/drawing/2014/main" id="{0F18A10A-2346-77DA-014F-3758EF695BE9}"/>
                </a:ext>
              </a:extLst>
            </p:cNvPr>
            <p:cNvSpPr/>
            <p:nvPr/>
          </p:nvSpPr>
          <p:spPr>
            <a:xfrm>
              <a:off x="6231101" y="2149224"/>
              <a:ext cx="1135869" cy="1769247"/>
            </a:xfrm>
            <a:custGeom>
              <a:avLst/>
              <a:gdLst>
                <a:gd name="connsiteX0" fmla="*/ 1409811 w 1419837"/>
                <a:gd name="connsiteY0" fmla="*/ 1238250 h 2181225"/>
                <a:gd name="connsiteX1" fmla="*/ 1409811 w 1419837"/>
                <a:gd name="connsiteY1" fmla="*/ 1238250 h 2181225"/>
                <a:gd name="connsiteX2" fmla="*/ 1409811 w 1419837"/>
                <a:gd name="connsiteY2" fmla="*/ 1028700 h 2181225"/>
                <a:gd name="connsiteX3" fmla="*/ 1390761 w 1419837"/>
                <a:gd name="connsiteY3" fmla="*/ 971550 h 2181225"/>
                <a:gd name="connsiteX4" fmla="*/ 1381236 w 1419837"/>
                <a:gd name="connsiteY4" fmla="*/ 914400 h 2181225"/>
                <a:gd name="connsiteX5" fmla="*/ 1371711 w 1419837"/>
                <a:gd name="connsiteY5" fmla="*/ 762000 h 2181225"/>
                <a:gd name="connsiteX6" fmla="*/ 1352661 w 1419837"/>
                <a:gd name="connsiteY6" fmla="*/ 714375 h 2181225"/>
                <a:gd name="connsiteX7" fmla="*/ 1333611 w 1419837"/>
                <a:gd name="connsiteY7" fmla="*/ 590550 h 2181225"/>
                <a:gd name="connsiteX8" fmla="*/ 1314561 w 1419837"/>
                <a:gd name="connsiteY8" fmla="*/ 552450 h 2181225"/>
                <a:gd name="connsiteX9" fmla="*/ 1295511 w 1419837"/>
                <a:gd name="connsiteY9" fmla="*/ 419100 h 2181225"/>
                <a:gd name="connsiteX10" fmla="*/ 1276461 w 1419837"/>
                <a:gd name="connsiteY10" fmla="*/ 352425 h 2181225"/>
                <a:gd name="connsiteX11" fmla="*/ 1266936 w 1419837"/>
                <a:gd name="connsiteY11" fmla="*/ 314325 h 2181225"/>
                <a:gd name="connsiteX12" fmla="*/ 1228836 w 1419837"/>
                <a:gd name="connsiteY12" fmla="*/ 257175 h 2181225"/>
                <a:gd name="connsiteX13" fmla="*/ 1171686 w 1419837"/>
                <a:gd name="connsiteY13" fmla="*/ 219075 h 2181225"/>
                <a:gd name="connsiteX14" fmla="*/ 1152636 w 1419837"/>
                <a:gd name="connsiteY14" fmla="*/ 190500 h 2181225"/>
                <a:gd name="connsiteX15" fmla="*/ 1143111 w 1419837"/>
                <a:gd name="connsiteY15" fmla="*/ 161925 h 2181225"/>
                <a:gd name="connsiteX16" fmla="*/ 1114536 w 1419837"/>
                <a:gd name="connsiteY16" fmla="*/ 152400 h 2181225"/>
                <a:gd name="connsiteX17" fmla="*/ 1105011 w 1419837"/>
                <a:gd name="connsiteY17" fmla="*/ 123825 h 2181225"/>
                <a:gd name="connsiteX18" fmla="*/ 1047861 w 1419837"/>
                <a:gd name="connsiteY18" fmla="*/ 85725 h 2181225"/>
                <a:gd name="connsiteX19" fmla="*/ 1009761 w 1419837"/>
                <a:gd name="connsiteY19" fmla="*/ 57150 h 2181225"/>
                <a:gd name="connsiteX20" fmla="*/ 990711 w 1419837"/>
                <a:gd name="connsiteY20" fmla="*/ 28575 h 2181225"/>
                <a:gd name="connsiteX21" fmla="*/ 933561 w 1419837"/>
                <a:gd name="connsiteY21" fmla="*/ 0 h 2181225"/>
                <a:gd name="connsiteX22" fmla="*/ 419211 w 1419837"/>
                <a:gd name="connsiteY22" fmla="*/ 9525 h 2181225"/>
                <a:gd name="connsiteX23" fmla="*/ 371586 w 1419837"/>
                <a:gd name="connsiteY23" fmla="*/ 57150 h 2181225"/>
                <a:gd name="connsiteX24" fmla="*/ 343011 w 1419837"/>
                <a:gd name="connsiteY24" fmla="*/ 66675 h 2181225"/>
                <a:gd name="connsiteX25" fmla="*/ 323961 w 1419837"/>
                <a:gd name="connsiteY25" fmla="*/ 95250 h 2181225"/>
                <a:gd name="connsiteX26" fmla="*/ 266811 w 1419837"/>
                <a:gd name="connsiteY26" fmla="*/ 114300 h 2181225"/>
                <a:gd name="connsiteX27" fmla="*/ 219186 w 1419837"/>
                <a:gd name="connsiteY27" fmla="*/ 152400 h 2181225"/>
                <a:gd name="connsiteX28" fmla="*/ 162036 w 1419837"/>
                <a:gd name="connsiteY28" fmla="*/ 190500 h 2181225"/>
                <a:gd name="connsiteX29" fmla="*/ 95361 w 1419837"/>
                <a:gd name="connsiteY29" fmla="*/ 257175 h 2181225"/>
                <a:gd name="connsiteX30" fmla="*/ 66786 w 1419837"/>
                <a:gd name="connsiteY30" fmla="*/ 314325 h 2181225"/>
                <a:gd name="connsiteX31" fmla="*/ 9636 w 1419837"/>
                <a:gd name="connsiteY31" fmla="*/ 352425 h 2181225"/>
                <a:gd name="connsiteX32" fmla="*/ 111 w 1419837"/>
                <a:gd name="connsiteY32" fmla="*/ 381000 h 2181225"/>
                <a:gd name="connsiteX33" fmla="*/ 38211 w 1419837"/>
                <a:gd name="connsiteY33" fmla="*/ 476250 h 2181225"/>
                <a:gd name="connsiteX34" fmla="*/ 47736 w 1419837"/>
                <a:gd name="connsiteY34" fmla="*/ 523875 h 2181225"/>
                <a:gd name="connsiteX35" fmla="*/ 57261 w 1419837"/>
                <a:gd name="connsiteY35" fmla="*/ 552450 h 2181225"/>
                <a:gd name="connsiteX36" fmla="*/ 66786 w 1419837"/>
                <a:gd name="connsiteY36" fmla="*/ 600075 h 2181225"/>
                <a:gd name="connsiteX37" fmla="*/ 85836 w 1419837"/>
                <a:gd name="connsiteY37" fmla="*/ 666750 h 2181225"/>
                <a:gd name="connsiteX38" fmla="*/ 114411 w 1419837"/>
                <a:gd name="connsiteY38" fmla="*/ 752475 h 2181225"/>
                <a:gd name="connsiteX39" fmla="*/ 152511 w 1419837"/>
                <a:gd name="connsiteY39" fmla="*/ 857250 h 2181225"/>
                <a:gd name="connsiteX40" fmla="*/ 190611 w 1419837"/>
                <a:gd name="connsiteY40" fmla="*/ 942975 h 2181225"/>
                <a:gd name="connsiteX41" fmla="*/ 209661 w 1419837"/>
                <a:gd name="connsiteY41" fmla="*/ 1047750 h 2181225"/>
                <a:gd name="connsiteX42" fmla="*/ 228711 w 1419837"/>
                <a:gd name="connsiteY42" fmla="*/ 1085850 h 2181225"/>
                <a:gd name="connsiteX43" fmla="*/ 238236 w 1419837"/>
                <a:gd name="connsiteY43" fmla="*/ 1152525 h 2181225"/>
                <a:gd name="connsiteX44" fmla="*/ 247761 w 1419837"/>
                <a:gd name="connsiteY44" fmla="*/ 1200150 h 2181225"/>
                <a:gd name="connsiteX45" fmla="*/ 276336 w 1419837"/>
                <a:gd name="connsiteY45" fmla="*/ 1352550 h 2181225"/>
                <a:gd name="connsiteX46" fmla="*/ 304911 w 1419837"/>
                <a:gd name="connsiteY46" fmla="*/ 1390650 h 2181225"/>
                <a:gd name="connsiteX47" fmla="*/ 314436 w 1419837"/>
                <a:gd name="connsiteY47" fmla="*/ 1419225 h 2181225"/>
                <a:gd name="connsiteX48" fmla="*/ 323961 w 1419837"/>
                <a:gd name="connsiteY48" fmla="*/ 1476375 h 2181225"/>
                <a:gd name="connsiteX49" fmla="*/ 343011 w 1419837"/>
                <a:gd name="connsiteY49" fmla="*/ 1504950 h 2181225"/>
                <a:gd name="connsiteX50" fmla="*/ 362061 w 1419837"/>
                <a:gd name="connsiteY50" fmla="*/ 1571625 h 2181225"/>
                <a:gd name="connsiteX51" fmla="*/ 371586 w 1419837"/>
                <a:gd name="connsiteY51" fmla="*/ 1600200 h 2181225"/>
                <a:gd name="connsiteX52" fmla="*/ 381111 w 1419837"/>
                <a:gd name="connsiteY52" fmla="*/ 1638300 h 2181225"/>
                <a:gd name="connsiteX53" fmla="*/ 400161 w 1419837"/>
                <a:gd name="connsiteY53" fmla="*/ 1685925 h 2181225"/>
                <a:gd name="connsiteX54" fmla="*/ 428736 w 1419837"/>
                <a:gd name="connsiteY54" fmla="*/ 1771650 h 2181225"/>
                <a:gd name="connsiteX55" fmla="*/ 438261 w 1419837"/>
                <a:gd name="connsiteY55" fmla="*/ 1800225 h 2181225"/>
                <a:gd name="connsiteX56" fmla="*/ 447786 w 1419837"/>
                <a:gd name="connsiteY56" fmla="*/ 1828800 h 2181225"/>
                <a:gd name="connsiteX57" fmla="*/ 476361 w 1419837"/>
                <a:gd name="connsiteY57" fmla="*/ 1924050 h 2181225"/>
                <a:gd name="connsiteX58" fmla="*/ 485886 w 1419837"/>
                <a:gd name="connsiteY58" fmla="*/ 1952625 h 2181225"/>
                <a:gd name="connsiteX59" fmla="*/ 495411 w 1419837"/>
                <a:gd name="connsiteY59" fmla="*/ 1981200 h 2181225"/>
                <a:gd name="connsiteX60" fmla="*/ 514461 w 1419837"/>
                <a:gd name="connsiteY60" fmla="*/ 2066925 h 2181225"/>
                <a:gd name="connsiteX61" fmla="*/ 523986 w 1419837"/>
                <a:gd name="connsiteY61" fmla="*/ 2095500 h 2181225"/>
                <a:gd name="connsiteX62" fmla="*/ 543036 w 1419837"/>
                <a:gd name="connsiteY62" fmla="*/ 2124075 h 2181225"/>
                <a:gd name="connsiteX63" fmla="*/ 600186 w 1419837"/>
                <a:gd name="connsiteY63" fmla="*/ 2181225 h 2181225"/>
                <a:gd name="connsiteX64" fmla="*/ 809736 w 1419837"/>
                <a:gd name="connsiteY64" fmla="*/ 2171700 h 2181225"/>
                <a:gd name="connsiteX65" fmla="*/ 838311 w 1419837"/>
                <a:gd name="connsiteY65" fmla="*/ 2162175 h 2181225"/>
                <a:gd name="connsiteX66" fmla="*/ 885936 w 1419837"/>
                <a:gd name="connsiteY66" fmla="*/ 2076450 h 2181225"/>
                <a:gd name="connsiteX67" fmla="*/ 914511 w 1419837"/>
                <a:gd name="connsiteY67" fmla="*/ 1790700 h 2181225"/>
                <a:gd name="connsiteX68" fmla="*/ 943086 w 1419837"/>
                <a:gd name="connsiteY68" fmla="*/ 1704975 h 2181225"/>
                <a:gd name="connsiteX69" fmla="*/ 952611 w 1419837"/>
                <a:gd name="connsiteY69" fmla="*/ 1676400 h 2181225"/>
                <a:gd name="connsiteX70" fmla="*/ 990711 w 1419837"/>
                <a:gd name="connsiteY70" fmla="*/ 1619250 h 2181225"/>
                <a:gd name="connsiteX71" fmla="*/ 1038336 w 1419837"/>
                <a:gd name="connsiteY71" fmla="*/ 1533525 h 2181225"/>
                <a:gd name="connsiteX72" fmla="*/ 1076436 w 1419837"/>
                <a:gd name="connsiteY72" fmla="*/ 1476375 h 2181225"/>
                <a:gd name="connsiteX73" fmla="*/ 1095486 w 1419837"/>
                <a:gd name="connsiteY73" fmla="*/ 1447800 h 2181225"/>
                <a:gd name="connsiteX74" fmla="*/ 1124061 w 1419837"/>
                <a:gd name="connsiteY74" fmla="*/ 1428750 h 2181225"/>
                <a:gd name="connsiteX75" fmla="*/ 1143111 w 1419837"/>
                <a:gd name="connsiteY75" fmla="*/ 1400175 h 2181225"/>
                <a:gd name="connsiteX76" fmla="*/ 1200261 w 1419837"/>
                <a:gd name="connsiteY76" fmla="*/ 1362075 h 2181225"/>
                <a:gd name="connsiteX77" fmla="*/ 1219311 w 1419837"/>
                <a:gd name="connsiteY77" fmla="*/ 1333500 h 2181225"/>
                <a:gd name="connsiteX78" fmla="*/ 1314561 w 1419837"/>
                <a:gd name="connsiteY78" fmla="*/ 1304925 h 2181225"/>
                <a:gd name="connsiteX79" fmla="*/ 1409811 w 1419837"/>
                <a:gd name="connsiteY79" fmla="*/ 1238250 h 2181225"/>
                <a:gd name="connsiteX0" fmla="*/ 1409811 w 1419837"/>
                <a:gd name="connsiteY0" fmla="*/ 1268584 h 2211559"/>
                <a:gd name="connsiteX1" fmla="*/ 1409811 w 1419837"/>
                <a:gd name="connsiteY1" fmla="*/ 1268584 h 2211559"/>
                <a:gd name="connsiteX2" fmla="*/ 1409811 w 1419837"/>
                <a:gd name="connsiteY2" fmla="*/ 1059034 h 2211559"/>
                <a:gd name="connsiteX3" fmla="*/ 1390761 w 1419837"/>
                <a:gd name="connsiteY3" fmla="*/ 1001884 h 2211559"/>
                <a:gd name="connsiteX4" fmla="*/ 1381236 w 1419837"/>
                <a:gd name="connsiteY4" fmla="*/ 944734 h 2211559"/>
                <a:gd name="connsiteX5" fmla="*/ 1371711 w 1419837"/>
                <a:gd name="connsiteY5" fmla="*/ 792334 h 2211559"/>
                <a:gd name="connsiteX6" fmla="*/ 1352661 w 1419837"/>
                <a:gd name="connsiteY6" fmla="*/ 744709 h 2211559"/>
                <a:gd name="connsiteX7" fmla="*/ 1333611 w 1419837"/>
                <a:gd name="connsiteY7" fmla="*/ 620884 h 2211559"/>
                <a:gd name="connsiteX8" fmla="*/ 1314561 w 1419837"/>
                <a:gd name="connsiteY8" fmla="*/ 582784 h 2211559"/>
                <a:gd name="connsiteX9" fmla="*/ 1295511 w 1419837"/>
                <a:gd name="connsiteY9" fmla="*/ 449434 h 2211559"/>
                <a:gd name="connsiteX10" fmla="*/ 1276461 w 1419837"/>
                <a:gd name="connsiteY10" fmla="*/ 382759 h 2211559"/>
                <a:gd name="connsiteX11" fmla="*/ 1266936 w 1419837"/>
                <a:gd name="connsiteY11" fmla="*/ 344659 h 2211559"/>
                <a:gd name="connsiteX12" fmla="*/ 1228836 w 1419837"/>
                <a:gd name="connsiteY12" fmla="*/ 287509 h 2211559"/>
                <a:gd name="connsiteX13" fmla="*/ 1171686 w 1419837"/>
                <a:gd name="connsiteY13" fmla="*/ 249409 h 2211559"/>
                <a:gd name="connsiteX14" fmla="*/ 1152636 w 1419837"/>
                <a:gd name="connsiteY14" fmla="*/ 220834 h 2211559"/>
                <a:gd name="connsiteX15" fmla="*/ 1143111 w 1419837"/>
                <a:gd name="connsiteY15" fmla="*/ 192259 h 2211559"/>
                <a:gd name="connsiteX16" fmla="*/ 1114536 w 1419837"/>
                <a:gd name="connsiteY16" fmla="*/ 182734 h 2211559"/>
                <a:gd name="connsiteX17" fmla="*/ 1105011 w 1419837"/>
                <a:gd name="connsiteY17" fmla="*/ 154159 h 2211559"/>
                <a:gd name="connsiteX18" fmla="*/ 1047861 w 1419837"/>
                <a:gd name="connsiteY18" fmla="*/ 116059 h 2211559"/>
                <a:gd name="connsiteX19" fmla="*/ 1009761 w 1419837"/>
                <a:gd name="connsiteY19" fmla="*/ 87484 h 2211559"/>
                <a:gd name="connsiteX20" fmla="*/ 990711 w 1419837"/>
                <a:gd name="connsiteY20" fmla="*/ 58909 h 2211559"/>
                <a:gd name="connsiteX21" fmla="*/ 933561 w 1419837"/>
                <a:gd name="connsiteY21" fmla="*/ 30334 h 2211559"/>
                <a:gd name="connsiteX22" fmla="*/ 654161 w 1419837"/>
                <a:gd name="connsiteY22" fmla="*/ 1759 h 2211559"/>
                <a:gd name="connsiteX23" fmla="*/ 371586 w 1419837"/>
                <a:gd name="connsiteY23" fmla="*/ 87484 h 2211559"/>
                <a:gd name="connsiteX24" fmla="*/ 343011 w 1419837"/>
                <a:gd name="connsiteY24" fmla="*/ 97009 h 2211559"/>
                <a:gd name="connsiteX25" fmla="*/ 323961 w 1419837"/>
                <a:gd name="connsiteY25" fmla="*/ 125584 h 2211559"/>
                <a:gd name="connsiteX26" fmla="*/ 266811 w 1419837"/>
                <a:gd name="connsiteY26" fmla="*/ 144634 h 2211559"/>
                <a:gd name="connsiteX27" fmla="*/ 219186 w 1419837"/>
                <a:gd name="connsiteY27" fmla="*/ 182734 h 2211559"/>
                <a:gd name="connsiteX28" fmla="*/ 162036 w 1419837"/>
                <a:gd name="connsiteY28" fmla="*/ 220834 h 2211559"/>
                <a:gd name="connsiteX29" fmla="*/ 95361 w 1419837"/>
                <a:gd name="connsiteY29" fmla="*/ 287509 h 2211559"/>
                <a:gd name="connsiteX30" fmla="*/ 66786 w 1419837"/>
                <a:gd name="connsiteY30" fmla="*/ 344659 h 2211559"/>
                <a:gd name="connsiteX31" fmla="*/ 9636 w 1419837"/>
                <a:gd name="connsiteY31" fmla="*/ 382759 h 2211559"/>
                <a:gd name="connsiteX32" fmla="*/ 111 w 1419837"/>
                <a:gd name="connsiteY32" fmla="*/ 411334 h 2211559"/>
                <a:gd name="connsiteX33" fmla="*/ 38211 w 1419837"/>
                <a:gd name="connsiteY33" fmla="*/ 506584 h 2211559"/>
                <a:gd name="connsiteX34" fmla="*/ 47736 w 1419837"/>
                <a:gd name="connsiteY34" fmla="*/ 554209 h 2211559"/>
                <a:gd name="connsiteX35" fmla="*/ 57261 w 1419837"/>
                <a:gd name="connsiteY35" fmla="*/ 582784 h 2211559"/>
                <a:gd name="connsiteX36" fmla="*/ 66786 w 1419837"/>
                <a:gd name="connsiteY36" fmla="*/ 630409 h 2211559"/>
                <a:gd name="connsiteX37" fmla="*/ 85836 w 1419837"/>
                <a:gd name="connsiteY37" fmla="*/ 697084 h 2211559"/>
                <a:gd name="connsiteX38" fmla="*/ 114411 w 1419837"/>
                <a:gd name="connsiteY38" fmla="*/ 782809 h 2211559"/>
                <a:gd name="connsiteX39" fmla="*/ 152511 w 1419837"/>
                <a:gd name="connsiteY39" fmla="*/ 887584 h 2211559"/>
                <a:gd name="connsiteX40" fmla="*/ 190611 w 1419837"/>
                <a:gd name="connsiteY40" fmla="*/ 973309 h 2211559"/>
                <a:gd name="connsiteX41" fmla="*/ 209661 w 1419837"/>
                <a:gd name="connsiteY41" fmla="*/ 1078084 h 2211559"/>
                <a:gd name="connsiteX42" fmla="*/ 228711 w 1419837"/>
                <a:gd name="connsiteY42" fmla="*/ 1116184 h 2211559"/>
                <a:gd name="connsiteX43" fmla="*/ 238236 w 1419837"/>
                <a:gd name="connsiteY43" fmla="*/ 1182859 h 2211559"/>
                <a:gd name="connsiteX44" fmla="*/ 247761 w 1419837"/>
                <a:gd name="connsiteY44" fmla="*/ 1230484 h 2211559"/>
                <a:gd name="connsiteX45" fmla="*/ 276336 w 1419837"/>
                <a:gd name="connsiteY45" fmla="*/ 1382884 h 2211559"/>
                <a:gd name="connsiteX46" fmla="*/ 304911 w 1419837"/>
                <a:gd name="connsiteY46" fmla="*/ 1420984 h 2211559"/>
                <a:gd name="connsiteX47" fmla="*/ 314436 w 1419837"/>
                <a:gd name="connsiteY47" fmla="*/ 1449559 h 2211559"/>
                <a:gd name="connsiteX48" fmla="*/ 323961 w 1419837"/>
                <a:gd name="connsiteY48" fmla="*/ 1506709 h 2211559"/>
                <a:gd name="connsiteX49" fmla="*/ 343011 w 1419837"/>
                <a:gd name="connsiteY49" fmla="*/ 1535284 h 2211559"/>
                <a:gd name="connsiteX50" fmla="*/ 362061 w 1419837"/>
                <a:gd name="connsiteY50" fmla="*/ 1601959 h 2211559"/>
                <a:gd name="connsiteX51" fmla="*/ 371586 w 1419837"/>
                <a:gd name="connsiteY51" fmla="*/ 1630534 h 2211559"/>
                <a:gd name="connsiteX52" fmla="*/ 381111 w 1419837"/>
                <a:gd name="connsiteY52" fmla="*/ 1668634 h 2211559"/>
                <a:gd name="connsiteX53" fmla="*/ 400161 w 1419837"/>
                <a:gd name="connsiteY53" fmla="*/ 1716259 h 2211559"/>
                <a:gd name="connsiteX54" fmla="*/ 428736 w 1419837"/>
                <a:gd name="connsiteY54" fmla="*/ 1801984 h 2211559"/>
                <a:gd name="connsiteX55" fmla="*/ 438261 w 1419837"/>
                <a:gd name="connsiteY55" fmla="*/ 1830559 h 2211559"/>
                <a:gd name="connsiteX56" fmla="*/ 447786 w 1419837"/>
                <a:gd name="connsiteY56" fmla="*/ 1859134 h 2211559"/>
                <a:gd name="connsiteX57" fmla="*/ 476361 w 1419837"/>
                <a:gd name="connsiteY57" fmla="*/ 1954384 h 2211559"/>
                <a:gd name="connsiteX58" fmla="*/ 485886 w 1419837"/>
                <a:gd name="connsiteY58" fmla="*/ 1982959 h 2211559"/>
                <a:gd name="connsiteX59" fmla="*/ 495411 w 1419837"/>
                <a:gd name="connsiteY59" fmla="*/ 2011534 h 2211559"/>
                <a:gd name="connsiteX60" fmla="*/ 514461 w 1419837"/>
                <a:gd name="connsiteY60" fmla="*/ 2097259 h 2211559"/>
                <a:gd name="connsiteX61" fmla="*/ 523986 w 1419837"/>
                <a:gd name="connsiteY61" fmla="*/ 2125834 h 2211559"/>
                <a:gd name="connsiteX62" fmla="*/ 543036 w 1419837"/>
                <a:gd name="connsiteY62" fmla="*/ 2154409 h 2211559"/>
                <a:gd name="connsiteX63" fmla="*/ 600186 w 1419837"/>
                <a:gd name="connsiteY63" fmla="*/ 2211559 h 2211559"/>
                <a:gd name="connsiteX64" fmla="*/ 809736 w 1419837"/>
                <a:gd name="connsiteY64" fmla="*/ 2202034 h 2211559"/>
                <a:gd name="connsiteX65" fmla="*/ 838311 w 1419837"/>
                <a:gd name="connsiteY65" fmla="*/ 2192509 h 2211559"/>
                <a:gd name="connsiteX66" fmla="*/ 885936 w 1419837"/>
                <a:gd name="connsiteY66" fmla="*/ 2106784 h 2211559"/>
                <a:gd name="connsiteX67" fmla="*/ 914511 w 1419837"/>
                <a:gd name="connsiteY67" fmla="*/ 1821034 h 2211559"/>
                <a:gd name="connsiteX68" fmla="*/ 943086 w 1419837"/>
                <a:gd name="connsiteY68" fmla="*/ 1735309 h 2211559"/>
                <a:gd name="connsiteX69" fmla="*/ 952611 w 1419837"/>
                <a:gd name="connsiteY69" fmla="*/ 1706734 h 2211559"/>
                <a:gd name="connsiteX70" fmla="*/ 990711 w 1419837"/>
                <a:gd name="connsiteY70" fmla="*/ 1649584 h 2211559"/>
                <a:gd name="connsiteX71" fmla="*/ 1038336 w 1419837"/>
                <a:gd name="connsiteY71" fmla="*/ 1563859 h 2211559"/>
                <a:gd name="connsiteX72" fmla="*/ 1076436 w 1419837"/>
                <a:gd name="connsiteY72" fmla="*/ 1506709 h 2211559"/>
                <a:gd name="connsiteX73" fmla="*/ 1095486 w 1419837"/>
                <a:gd name="connsiteY73" fmla="*/ 1478134 h 2211559"/>
                <a:gd name="connsiteX74" fmla="*/ 1124061 w 1419837"/>
                <a:gd name="connsiteY74" fmla="*/ 1459084 h 2211559"/>
                <a:gd name="connsiteX75" fmla="*/ 1143111 w 1419837"/>
                <a:gd name="connsiteY75" fmla="*/ 1430509 h 2211559"/>
                <a:gd name="connsiteX76" fmla="*/ 1200261 w 1419837"/>
                <a:gd name="connsiteY76" fmla="*/ 1392409 h 2211559"/>
                <a:gd name="connsiteX77" fmla="*/ 1219311 w 1419837"/>
                <a:gd name="connsiteY77" fmla="*/ 1363834 h 2211559"/>
                <a:gd name="connsiteX78" fmla="*/ 1314561 w 1419837"/>
                <a:gd name="connsiteY78" fmla="*/ 1335259 h 2211559"/>
                <a:gd name="connsiteX79" fmla="*/ 1409811 w 1419837"/>
                <a:gd name="connsiteY79" fmla="*/ 1268584 h 2211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419837" h="2211559">
                  <a:moveTo>
                    <a:pt x="1409811" y="1268584"/>
                  </a:moveTo>
                  <a:lnTo>
                    <a:pt x="1409811" y="1268584"/>
                  </a:lnTo>
                  <a:cubicBezTo>
                    <a:pt x="1419330" y="1173396"/>
                    <a:pt x="1426551" y="1159476"/>
                    <a:pt x="1409811" y="1059034"/>
                  </a:cubicBezTo>
                  <a:cubicBezTo>
                    <a:pt x="1406510" y="1039227"/>
                    <a:pt x="1394062" y="1021691"/>
                    <a:pt x="1390761" y="1001884"/>
                  </a:cubicBezTo>
                  <a:lnTo>
                    <a:pt x="1381236" y="944734"/>
                  </a:lnTo>
                  <a:cubicBezTo>
                    <a:pt x="1378061" y="893934"/>
                    <a:pt x="1378909" y="842722"/>
                    <a:pt x="1371711" y="792334"/>
                  </a:cubicBezTo>
                  <a:cubicBezTo>
                    <a:pt x="1369293" y="775408"/>
                    <a:pt x="1356506" y="761369"/>
                    <a:pt x="1352661" y="744709"/>
                  </a:cubicBezTo>
                  <a:cubicBezTo>
                    <a:pt x="1343909" y="706783"/>
                    <a:pt x="1346397" y="659243"/>
                    <a:pt x="1333611" y="620884"/>
                  </a:cubicBezTo>
                  <a:cubicBezTo>
                    <a:pt x="1329121" y="607414"/>
                    <a:pt x="1320911" y="595484"/>
                    <a:pt x="1314561" y="582784"/>
                  </a:cubicBezTo>
                  <a:cubicBezTo>
                    <a:pt x="1308708" y="535960"/>
                    <a:pt x="1304666" y="495211"/>
                    <a:pt x="1295511" y="449434"/>
                  </a:cubicBezTo>
                  <a:cubicBezTo>
                    <a:pt x="1285585" y="399806"/>
                    <a:pt x="1288565" y="425124"/>
                    <a:pt x="1276461" y="382759"/>
                  </a:cubicBezTo>
                  <a:cubicBezTo>
                    <a:pt x="1272865" y="370172"/>
                    <a:pt x="1272790" y="356368"/>
                    <a:pt x="1266936" y="344659"/>
                  </a:cubicBezTo>
                  <a:cubicBezTo>
                    <a:pt x="1256697" y="324181"/>
                    <a:pt x="1247886" y="300209"/>
                    <a:pt x="1228836" y="287509"/>
                  </a:cubicBezTo>
                  <a:lnTo>
                    <a:pt x="1171686" y="249409"/>
                  </a:lnTo>
                  <a:cubicBezTo>
                    <a:pt x="1165336" y="239884"/>
                    <a:pt x="1157756" y="231073"/>
                    <a:pt x="1152636" y="220834"/>
                  </a:cubicBezTo>
                  <a:cubicBezTo>
                    <a:pt x="1148146" y="211854"/>
                    <a:pt x="1150211" y="199359"/>
                    <a:pt x="1143111" y="192259"/>
                  </a:cubicBezTo>
                  <a:cubicBezTo>
                    <a:pt x="1136011" y="185159"/>
                    <a:pt x="1124061" y="185909"/>
                    <a:pt x="1114536" y="182734"/>
                  </a:cubicBezTo>
                  <a:cubicBezTo>
                    <a:pt x="1111361" y="173209"/>
                    <a:pt x="1112111" y="161259"/>
                    <a:pt x="1105011" y="154159"/>
                  </a:cubicBezTo>
                  <a:cubicBezTo>
                    <a:pt x="1088822" y="137970"/>
                    <a:pt x="1066177" y="129796"/>
                    <a:pt x="1047861" y="116059"/>
                  </a:cubicBezTo>
                  <a:cubicBezTo>
                    <a:pt x="1035161" y="106534"/>
                    <a:pt x="1020986" y="98709"/>
                    <a:pt x="1009761" y="87484"/>
                  </a:cubicBezTo>
                  <a:cubicBezTo>
                    <a:pt x="1001666" y="79389"/>
                    <a:pt x="998806" y="67004"/>
                    <a:pt x="990711" y="58909"/>
                  </a:cubicBezTo>
                  <a:cubicBezTo>
                    <a:pt x="972247" y="40445"/>
                    <a:pt x="989653" y="39859"/>
                    <a:pt x="933561" y="30334"/>
                  </a:cubicBezTo>
                  <a:cubicBezTo>
                    <a:pt x="877469" y="20809"/>
                    <a:pt x="825403" y="-7254"/>
                    <a:pt x="654161" y="1759"/>
                  </a:cubicBezTo>
                  <a:cubicBezTo>
                    <a:pt x="623574" y="3369"/>
                    <a:pt x="423444" y="71609"/>
                    <a:pt x="371586" y="87484"/>
                  </a:cubicBezTo>
                  <a:cubicBezTo>
                    <a:pt x="319728" y="103359"/>
                    <a:pt x="352536" y="93834"/>
                    <a:pt x="343011" y="97009"/>
                  </a:cubicBezTo>
                  <a:cubicBezTo>
                    <a:pt x="336661" y="106534"/>
                    <a:pt x="333669" y="119517"/>
                    <a:pt x="323961" y="125584"/>
                  </a:cubicBezTo>
                  <a:cubicBezTo>
                    <a:pt x="306933" y="136227"/>
                    <a:pt x="266811" y="144634"/>
                    <a:pt x="266811" y="144634"/>
                  </a:cubicBezTo>
                  <a:cubicBezTo>
                    <a:pt x="231612" y="197432"/>
                    <a:pt x="267900" y="155671"/>
                    <a:pt x="219186" y="182734"/>
                  </a:cubicBezTo>
                  <a:cubicBezTo>
                    <a:pt x="199172" y="193853"/>
                    <a:pt x="162036" y="220834"/>
                    <a:pt x="162036" y="220834"/>
                  </a:cubicBezTo>
                  <a:cubicBezTo>
                    <a:pt x="118367" y="286338"/>
                    <a:pt x="145656" y="270744"/>
                    <a:pt x="95361" y="287509"/>
                  </a:cubicBezTo>
                  <a:cubicBezTo>
                    <a:pt x="88567" y="307892"/>
                    <a:pt x="84164" y="329453"/>
                    <a:pt x="66786" y="344659"/>
                  </a:cubicBezTo>
                  <a:cubicBezTo>
                    <a:pt x="49556" y="359736"/>
                    <a:pt x="9636" y="382759"/>
                    <a:pt x="9636" y="382759"/>
                  </a:cubicBezTo>
                  <a:cubicBezTo>
                    <a:pt x="6461" y="392284"/>
                    <a:pt x="-998" y="401355"/>
                    <a:pt x="111" y="411334"/>
                  </a:cubicBezTo>
                  <a:cubicBezTo>
                    <a:pt x="3474" y="441600"/>
                    <a:pt x="24448" y="479058"/>
                    <a:pt x="38211" y="506584"/>
                  </a:cubicBezTo>
                  <a:cubicBezTo>
                    <a:pt x="41386" y="522459"/>
                    <a:pt x="43809" y="538503"/>
                    <a:pt x="47736" y="554209"/>
                  </a:cubicBezTo>
                  <a:cubicBezTo>
                    <a:pt x="50171" y="563949"/>
                    <a:pt x="54826" y="573044"/>
                    <a:pt x="57261" y="582784"/>
                  </a:cubicBezTo>
                  <a:cubicBezTo>
                    <a:pt x="61188" y="598490"/>
                    <a:pt x="62859" y="614703"/>
                    <a:pt x="66786" y="630409"/>
                  </a:cubicBezTo>
                  <a:cubicBezTo>
                    <a:pt x="72392" y="652833"/>
                    <a:pt x="80639" y="674562"/>
                    <a:pt x="85836" y="697084"/>
                  </a:cubicBezTo>
                  <a:cubicBezTo>
                    <a:pt x="103953" y="775591"/>
                    <a:pt x="80671" y="732199"/>
                    <a:pt x="114411" y="782809"/>
                  </a:cubicBezTo>
                  <a:cubicBezTo>
                    <a:pt x="133558" y="878543"/>
                    <a:pt x="109533" y="780139"/>
                    <a:pt x="152511" y="887584"/>
                  </a:cubicBezTo>
                  <a:cubicBezTo>
                    <a:pt x="191753" y="985690"/>
                    <a:pt x="119624" y="854998"/>
                    <a:pt x="190611" y="973309"/>
                  </a:cubicBezTo>
                  <a:cubicBezTo>
                    <a:pt x="192210" y="982904"/>
                    <a:pt x="205223" y="1064771"/>
                    <a:pt x="209661" y="1078084"/>
                  </a:cubicBezTo>
                  <a:cubicBezTo>
                    <a:pt x="214151" y="1091554"/>
                    <a:pt x="222361" y="1103484"/>
                    <a:pt x="228711" y="1116184"/>
                  </a:cubicBezTo>
                  <a:cubicBezTo>
                    <a:pt x="231886" y="1138409"/>
                    <a:pt x="234545" y="1160714"/>
                    <a:pt x="238236" y="1182859"/>
                  </a:cubicBezTo>
                  <a:cubicBezTo>
                    <a:pt x="240898" y="1198828"/>
                    <a:pt x="245299" y="1214483"/>
                    <a:pt x="247761" y="1230484"/>
                  </a:cubicBezTo>
                  <a:cubicBezTo>
                    <a:pt x="255569" y="1281238"/>
                    <a:pt x="256155" y="1334450"/>
                    <a:pt x="276336" y="1382884"/>
                  </a:cubicBezTo>
                  <a:cubicBezTo>
                    <a:pt x="282442" y="1397538"/>
                    <a:pt x="295386" y="1408284"/>
                    <a:pt x="304911" y="1420984"/>
                  </a:cubicBezTo>
                  <a:cubicBezTo>
                    <a:pt x="308086" y="1430509"/>
                    <a:pt x="312258" y="1439758"/>
                    <a:pt x="314436" y="1449559"/>
                  </a:cubicBezTo>
                  <a:cubicBezTo>
                    <a:pt x="318626" y="1468412"/>
                    <a:pt x="317854" y="1488387"/>
                    <a:pt x="323961" y="1506709"/>
                  </a:cubicBezTo>
                  <a:cubicBezTo>
                    <a:pt x="327581" y="1517569"/>
                    <a:pt x="337891" y="1525045"/>
                    <a:pt x="343011" y="1535284"/>
                  </a:cubicBezTo>
                  <a:cubicBezTo>
                    <a:pt x="350624" y="1550509"/>
                    <a:pt x="357992" y="1587717"/>
                    <a:pt x="362061" y="1601959"/>
                  </a:cubicBezTo>
                  <a:cubicBezTo>
                    <a:pt x="364819" y="1611613"/>
                    <a:pt x="368828" y="1620880"/>
                    <a:pt x="371586" y="1630534"/>
                  </a:cubicBezTo>
                  <a:cubicBezTo>
                    <a:pt x="375182" y="1643121"/>
                    <a:pt x="376971" y="1656215"/>
                    <a:pt x="381111" y="1668634"/>
                  </a:cubicBezTo>
                  <a:cubicBezTo>
                    <a:pt x="386518" y="1684854"/>
                    <a:pt x="394410" y="1700157"/>
                    <a:pt x="400161" y="1716259"/>
                  </a:cubicBezTo>
                  <a:cubicBezTo>
                    <a:pt x="410292" y="1744625"/>
                    <a:pt x="419211" y="1773409"/>
                    <a:pt x="428736" y="1801984"/>
                  </a:cubicBezTo>
                  <a:lnTo>
                    <a:pt x="438261" y="1830559"/>
                  </a:lnTo>
                  <a:cubicBezTo>
                    <a:pt x="441436" y="1840084"/>
                    <a:pt x="445351" y="1849394"/>
                    <a:pt x="447786" y="1859134"/>
                  </a:cubicBezTo>
                  <a:cubicBezTo>
                    <a:pt x="462181" y="1916715"/>
                    <a:pt x="453171" y="1884815"/>
                    <a:pt x="476361" y="1954384"/>
                  </a:cubicBezTo>
                  <a:lnTo>
                    <a:pt x="485886" y="1982959"/>
                  </a:lnTo>
                  <a:cubicBezTo>
                    <a:pt x="489061" y="1992484"/>
                    <a:pt x="493442" y="2001689"/>
                    <a:pt x="495411" y="2011534"/>
                  </a:cubicBezTo>
                  <a:cubicBezTo>
                    <a:pt x="501958" y="2044270"/>
                    <a:pt x="505493" y="2065872"/>
                    <a:pt x="514461" y="2097259"/>
                  </a:cubicBezTo>
                  <a:cubicBezTo>
                    <a:pt x="517219" y="2106913"/>
                    <a:pt x="519496" y="2116854"/>
                    <a:pt x="523986" y="2125834"/>
                  </a:cubicBezTo>
                  <a:cubicBezTo>
                    <a:pt x="529106" y="2136073"/>
                    <a:pt x="535431" y="2145853"/>
                    <a:pt x="543036" y="2154409"/>
                  </a:cubicBezTo>
                  <a:cubicBezTo>
                    <a:pt x="560934" y="2174545"/>
                    <a:pt x="600186" y="2211559"/>
                    <a:pt x="600186" y="2211559"/>
                  </a:cubicBezTo>
                  <a:cubicBezTo>
                    <a:pt x="670036" y="2208384"/>
                    <a:pt x="740037" y="2207610"/>
                    <a:pt x="809736" y="2202034"/>
                  </a:cubicBezTo>
                  <a:cubicBezTo>
                    <a:pt x="819744" y="2201233"/>
                    <a:pt x="831211" y="2199609"/>
                    <a:pt x="838311" y="2192509"/>
                  </a:cubicBezTo>
                  <a:cubicBezTo>
                    <a:pt x="871063" y="2159757"/>
                    <a:pt x="873958" y="2142717"/>
                    <a:pt x="885936" y="2106784"/>
                  </a:cubicBezTo>
                  <a:cubicBezTo>
                    <a:pt x="889921" y="2058967"/>
                    <a:pt x="906754" y="1844306"/>
                    <a:pt x="914511" y="1821034"/>
                  </a:cubicBezTo>
                  <a:lnTo>
                    <a:pt x="943086" y="1735309"/>
                  </a:lnTo>
                  <a:cubicBezTo>
                    <a:pt x="946261" y="1725784"/>
                    <a:pt x="947042" y="1715088"/>
                    <a:pt x="952611" y="1706734"/>
                  </a:cubicBezTo>
                  <a:cubicBezTo>
                    <a:pt x="965311" y="1687684"/>
                    <a:pt x="983471" y="1671304"/>
                    <a:pt x="990711" y="1649584"/>
                  </a:cubicBezTo>
                  <a:cubicBezTo>
                    <a:pt x="1007476" y="1599289"/>
                    <a:pt x="994667" y="1629363"/>
                    <a:pt x="1038336" y="1563859"/>
                  </a:cubicBezTo>
                  <a:lnTo>
                    <a:pt x="1076436" y="1506709"/>
                  </a:lnTo>
                  <a:cubicBezTo>
                    <a:pt x="1082786" y="1497184"/>
                    <a:pt x="1085961" y="1484484"/>
                    <a:pt x="1095486" y="1478134"/>
                  </a:cubicBezTo>
                  <a:lnTo>
                    <a:pt x="1124061" y="1459084"/>
                  </a:lnTo>
                  <a:cubicBezTo>
                    <a:pt x="1130411" y="1449559"/>
                    <a:pt x="1134496" y="1438047"/>
                    <a:pt x="1143111" y="1430509"/>
                  </a:cubicBezTo>
                  <a:cubicBezTo>
                    <a:pt x="1160341" y="1415432"/>
                    <a:pt x="1200261" y="1392409"/>
                    <a:pt x="1200261" y="1392409"/>
                  </a:cubicBezTo>
                  <a:cubicBezTo>
                    <a:pt x="1206611" y="1382884"/>
                    <a:pt x="1209603" y="1369901"/>
                    <a:pt x="1219311" y="1363834"/>
                  </a:cubicBezTo>
                  <a:cubicBezTo>
                    <a:pt x="1234771" y="1354172"/>
                    <a:pt x="1292255" y="1340835"/>
                    <a:pt x="1314561" y="1335259"/>
                  </a:cubicBezTo>
                  <a:cubicBezTo>
                    <a:pt x="1374353" y="1295398"/>
                    <a:pt x="1393936" y="1279697"/>
                    <a:pt x="1409811" y="1268584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9" name="Freeform: Shape 8">
              <a:extLst>
                <a:ext uri="{FF2B5EF4-FFF2-40B4-BE49-F238E27FC236}">
                  <a16:creationId xmlns:a16="http://schemas.microsoft.com/office/drawing/2014/main" id="{4D9E17E7-964D-8C94-906B-684E6A66B4B3}"/>
                </a:ext>
              </a:extLst>
            </p:cNvPr>
            <p:cNvSpPr/>
            <p:nvPr/>
          </p:nvSpPr>
          <p:spPr>
            <a:xfrm>
              <a:off x="5880290" y="2455431"/>
              <a:ext cx="928599" cy="1478551"/>
            </a:xfrm>
            <a:custGeom>
              <a:avLst/>
              <a:gdLst>
                <a:gd name="connsiteX0" fmla="*/ 1143475 w 1160749"/>
                <a:gd name="connsiteY0" fmla="*/ 733425 h 1848189"/>
                <a:gd name="connsiteX1" fmla="*/ 1105375 w 1160749"/>
                <a:gd name="connsiteY1" fmla="*/ 628650 h 1848189"/>
                <a:gd name="connsiteX2" fmla="*/ 1095850 w 1160749"/>
                <a:gd name="connsiteY2" fmla="*/ 600075 h 1848189"/>
                <a:gd name="connsiteX3" fmla="*/ 1086325 w 1160749"/>
                <a:gd name="connsiteY3" fmla="*/ 571500 h 1848189"/>
                <a:gd name="connsiteX4" fmla="*/ 1067275 w 1160749"/>
                <a:gd name="connsiteY4" fmla="*/ 542925 h 1848189"/>
                <a:gd name="connsiteX5" fmla="*/ 1057750 w 1160749"/>
                <a:gd name="connsiteY5" fmla="*/ 514350 h 1848189"/>
                <a:gd name="connsiteX6" fmla="*/ 991075 w 1160749"/>
                <a:gd name="connsiteY6" fmla="*/ 438150 h 1848189"/>
                <a:gd name="connsiteX7" fmla="*/ 914875 w 1160749"/>
                <a:gd name="connsiteY7" fmla="*/ 352425 h 1848189"/>
                <a:gd name="connsiteX8" fmla="*/ 886300 w 1160749"/>
                <a:gd name="connsiteY8" fmla="*/ 323850 h 1848189"/>
                <a:gd name="connsiteX9" fmla="*/ 848200 w 1160749"/>
                <a:gd name="connsiteY9" fmla="*/ 314325 h 1848189"/>
                <a:gd name="connsiteX10" fmla="*/ 810100 w 1160749"/>
                <a:gd name="connsiteY10" fmla="*/ 266700 h 1848189"/>
                <a:gd name="connsiteX11" fmla="*/ 724375 w 1160749"/>
                <a:gd name="connsiteY11" fmla="*/ 200025 h 1848189"/>
                <a:gd name="connsiteX12" fmla="*/ 676750 w 1160749"/>
                <a:gd name="connsiteY12" fmla="*/ 161925 h 1848189"/>
                <a:gd name="connsiteX13" fmla="*/ 657700 w 1160749"/>
                <a:gd name="connsiteY13" fmla="*/ 133350 h 1848189"/>
                <a:gd name="connsiteX14" fmla="*/ 600550 w 1160749"/>
                <a:gd name="connsiteY14" fmla="*/ 95250 h 1848189"/>
                <a:gd name="connsiteX15" fmla="*/ 571975 w 1160749"/>
                <a:gd name="connsiteY15" fmla="*/ 66675 h 1848189"/>
                <a:gd name="connsiteX16" fmla="*/ 543400 w 1160749"/>
                <a:gd name="connsiteY16" fmla="*/ 57150 h 1848189"/>
                <a:gd name="connsiteX17" fmla="*/ 467200 w 1160749"/>
                <a:gd name="connsiteY17" fmla="*/ 9525 h 1848189"/>
                <a:gd name="connsiteX18" fmla="*/ 438625 w 1160749"/>
                <a:gd name="connsiteY18" fmla="*/ 0 h 1848189"/>
                <a:gd name="connsiteX19" fmla="*/ 400525 w 1160749"/>
                <a:gd name="connsiteY19" fmla="*/ 38100 h 1848189"/>
                <a:gd name="connsiteX20" fmla="*/ 371950 w 1160749"/>
                <a:gd name="connsiteY20" fmla="*/ 47625 h 1848189"/>
                <a:gd name="connsiteX21" fmla="*/ 343375 w 1160749"/>
                <a:gd name="connsiteY21" fmla="*/ 66675 h 1848189"/>
                <a:gd name="connsiteX22" fmla="*/ 305275 w 1160749"/>
                <a:gd name="connsiteY22" fmla="*/ 123825 h 1848189"/>
                <a:gd name="connsiteX23" fmla="*/ 286225 w 1160749"/>
                <a:gd name="connsiteY23" fmla="*/ 152400 h 1848189"/>
                <a:gd name="connsiteX24" fmla="*/ 257650 w 1160749"/>
                <a:gd name="connsiteY24" fmla="*/ 171450 h 1848189"/>
                <a:gd name="connsiteX25" fmla="*/ 238600 w 1160749"/>
                <a:gd name="connsiteY25" fmla="*/ 200025 h 1848189"/>
                <a:gd name="connsiteX26" fmla="*/ 229075 w 1160749"/>
                <a:gd name="connsiteY26" fmla="*/ 228600 h 1848189"/>
                <a:gd name="connsiteX27" fmla="*/ 190975 w 1160749"/>
                <a:gd name="connsiteY27" fmla="*/ 285750 h 1848189"/>
                <a:gd name="connsiteX28" fmla="*/ 171925 w 1160749"/>
                <a:gd name="connsiteY28" fmla="*/ 314325 h 1848189"/>
                <a:gd name="connsiteX29" fmla="*/ 162400 w 1160749"/>
                <a:gd name="connsiteY29" fmla="*/ 342900 h 1848189"/>
                <a:gd name="connsiteX30" fmla="*/ 143350 w 1160749"/>
                <a:gd name="connsiteY30" fmla="*/ 457200 h 1848189"/>
                <a:gd name="connsiteX31" fmla="*/ 124300 w 1160749"/>
                <a:gd name="connsiteY31" fmla="*/ 514350 h 1848189"/>
                <a:gd name="connsiteX32" fmla="*/ 95725 w 1160749"/>
                <a:gd name="connsiteY32" fmla="*/ 609600 h 1848189"/>
                <a:gd name="connsiteX33" fmla="*/ 86200 w 1160749"/>
                <a:gd name="connsiteY33" fmla="*/ 638175 h 1848189"/>
                <a:gd name="connsiteX34" fmla="*/ 76675 w 1160749"/>
                <a:gd name="connsiteY34" fmla="*/ 666750 h 1848189"/>
                <a:gd name="connsiteX35" fmla="*/ 67150 w 1160749"/>
                <a:gd name="connsiteY35" fmla="*/ 714375 h 1848189"/>
                <a:gd name="connsiteX36" fmla="*/ 38575 w 1160749"/>
                <a:gd name="connsiteY36" fmla="*/ 809625 h 1848189"/>
                <a:gd name="connsiteX37" fmla="*/ 29050 w 1160749"/>
                <a:gd name="connsiteY37" fmla="*/ 838200 h 1848189"/>
                <a:gd name="connsiteX38" fmla="*/ 10000 w 1160749"/>
                <a:gd name="connsiteY38" fmla="*/ 914400 h 1848189"/>
                <a:gd name="connsiteX39" fmla="*/ 10000 w 1160749"/>
                <a:gd name="connsiteY39" fmla="*/ 1257300 h 1848189"/>
                <a:gd name="connsiteX40" fmla="*/ 48100 w 1160749"/>
                <a:gd name="connsiteY40" fmla="*/ 1314450 h 1848189"/>
                <a:gd name="connsiteX41" fmla="*/ 95725 w 1160749"/>
                <a:gd name="connsiteY41" fmla="*/ 1371600 h 1848189"/>
                <a:gd name="connsiteX42" fmla="*/ 124300 w 1160749"/>
                <a:gd name="connsiteY42" fmla="*/ 1409700 h 1848189"/>
                <a:gd name="connsiteX43" fmla="*/ 152875 w 1160749"/>
                <a:gd name="connsiteY43" fmla="*/ 1428750 h 1848189"/>
                <a:gd name="connsiteX44" fmla="*/ 210025 w 1160749"/>
                <a:gd name="connsiteY44" fmla="*/ 1476375 h 1848189"/>
                <a:gd name="connsiteX45" fmla="*/ 248125 w 1160749"/>
                <a:gd name="connsiteY45" fmla="*/ 1533525 h 1848189"/>
                <a:gd name="connsiteX46" fmla="*/ 267175 w 1160749"/>
                <a:gd name="connsiteY46" fmla="*/ 1562100 h 1848189"/>
                <a:gd name="connsiteX47" fmla="*/ 276700 w 1160749"/>
                <a:gd name="connsiteY47" fmla="*/ 1590675 h 1848189"/>
                <a:gd name="connsiteX48" fmla="*/ 305275 w 1160749"/>
                <a:gd name="connsiteY48" fmla="*/ 1609725 h 1848189"/>
                <a:gd name="connsiteX49" fmla="*/ 324325 w 1160749"/>
                <a:gd name="connsiteY49" fmla="*/ 1638300 h 1848189"/>
                <a:gd name="connsiteX50" fmla="*/ 352900 w 1160749"/>
                <a:gd name="connsiteY50" fmla="*/ 1657350 h 1848189"/>
                <a:gd name="connsiteX51" fmla="*/ 391000 w 1160749"/>
                <a:gd name="connsiteY51" fmla="*/ 1695450 h 1848189"/>
                <a:gd name="connsiteX52" fmla="*/ 410050 w 1160749"/>
                <a:gd name="connsiteY52" fmla="*/ 1724025 h 1848189"/>
                <a:gd name="connsiteX53" fmla="*/ 438625 w 1160749"/>
                <a:gd name="connsiteY53" fmla="*/ 1733550 h 1848189"/>
                <a:gd name="connsiteX54" fmla="*/ 467200 w 1160749"/>
                <a:gd name="connsiteY54" fmla="*/ 1752600 h 1848189"/>
                <a:gd name="connsiteX55" fmla="*/ 495775 w 1160749"/>
                <a:gd name="connsiteY55" fmla="*/ 1762125 h 1848189"/>
                <a:gd name="connsiteX56" fmla="*/ 524350 w 1160749"/>
                <a:gd name="connsiteY56" fmla="*/ 1781175 h 1848189"/>
                <a:gd name="connsiteX57" fmla="*/ 619600 w 1160749"/>
                <a:gd name="connsiteY57" fmla="*/ 1790700 h 1848189"/>
                <a:gd name="connsiteX58" fmla="*/ 676750 w 1160749"/>
                <a:gd name="connsiteY58" fmla="*/ 1809750 h 1848189"/>
                <a:gd name="connsiteX59" fmla="*/ 714850 w 1160749"/>
                <a:gd name="connsiteY59" fmla="*/ 1819275 h 1848189"/>
                <a:gd name="connsiteX60" fmla="*/ 772000 w 1160749"/>
                <a:gd name="connsiteY60" fmla="*/ 1838325 h 1848189"/>
                <a:gd name="connsiteX61" fmla="*/ 829150 w 1160749"/>
                <a:gd name="connsiteY61" fmla="*/ 1847850 h 1848189"/>
                <a:gd name="connsiteX62" fmla="*/ 1019650 w 1160749"/>
                <a:gd name="connsiteY62" fmla="*/ 1828800 h 1848189"/>
                <a:gd name="connsiteX63" fmla="*/ 1048225 w 1160749"/>
                <a:gd name="connsiteY63" fmla="*/ 1809750 h 1848189"/>
                <a:gd name="connsiteX64" fmla="*/ 1067275 w 1160749"/>
                <a:gd name="connsiteY64" fmla="*/ 1466850 h 1848189"/>
                <a:gd name="connsiteX65" fmla="*/ 1086325 w 1160749"/>
                <a:gd name="connsiteY65" fmla="*/ 1333500 h 1848189"/>
                <a:gd name="connsiteX66" fmla="*/ 1095850 w 1160749"/>
                <a:gd name="connsiteY66" fmla="*/ 1257300 h 1848189"/>
                <a:gd name="connsiteX67" fmla="*/ 1124425 w 1160749"/>
                <a:gd name="connsiteY67" fmla="*/ 1114425 h 1848189"/>
                <a:gd name="connsiteX68" fmla="*/ 1133950 w 1160749"/>
                <a:gd name="connsiteY68" fmla="*/ 1038225 h 1848189"/>
                <a:gd name="connsiteX69" fmla="*/ 1153000 w 1160749"/>
                <a:gd name="connsiteY69" fmla="*/ 962025 h 1848189"/>
                <a:gd name="connsiteX70" fmla="*/ 1143475 w 1160749"/>
                <a:gd name="connsiteY70" fmla="*/ 733425 h 1848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1160749" h="1848189">
                  <a:moveTo>
                    <a:pt x="1143475" y="733425"/>
                  </a:moveTo>
                  <a:cubicBezTo>
                    <a:pt x="1116967" y="667156"/>
                    <a:pt x="1129832" y="702020"/>
                    <a:pt x="1105375" y="628650"/>
                  </a:cubicBezTo>
                  <a:lnTo>
                    <a:pt x="1095850" y="600075"/>
                  </a:lnTo>
                  <a:cubicBezTo>
                    <a:pt x="1092675" y="590550"/>
                    <a:pt x="1091894" y="579854"/>
                    <a:pt x="1086325" y="571500"/>
                  </a:cubicBezTo>
                  <a:cubicBezTo>
                    <a:pt x="1079975" y="561975"/>
                    <a:pt x="1072395" y="553164"/>
                    <a:pt x="1067275" y="542925"/>
                  </a:cubicBezTo>
                  <a:cubicBezTo>
                    <a:pt x="1062785" y="533945"/>
                    <a:pt x="1062626" y="523127"/>
                    <a:pt x="1057750" y="514350"/>
                  </a:cubicBezTo>
                  <a:cubicBezTo>
                    <a:pt x="1025066" y="455519"/>
                    <a:pt x="1032817" y="465978"/>
                    <a:pt x="991075" y="438150"/>
                  </a:cubicBezTo>
                  <a:cubicBezTo>
                    <a:pt x="957081" y="387159"/>
                    <a:pt x="980120" y="417670"/>
                    <a:pt x="914875" y="352425"/>
                  </a:cubicBezTo>
                  <a:cubicBezTo>
                    <a:pt x="905350" y="342900"/>
                    <a:pt x="899368" y="327117"/>
                    <a:pt x="886300" y="323850"/>
                  </a:cubicBezTo>
                  <a:lnTo>
                    <a:pt x="848200" y="314325"/>
                  </a:lnTo>
                  <a:cubicBezTo>
                    <a:pt x="831646" y="264662"/>
                    <a:pt x="850916" y="302981"/>
                    <a:pt x="810100" y="266700"/>
                  </a:cubicBezTo>
                  <a:cubicBezTo>
                    <a:pt x="733001" y="198167"/>
                    <a:pt x="783297" y="219666"/>
                    <a:pt x="724375" y="200025"/>
                  </a:cubicBezTo>
                  <a:cubicBezTo>
                    <a:pt x="669780" y="118133"/>
                    <a:pt x="742475" y="214505"/>
                    <a:pt x="676750" y="161925"/>
                  </a:cubicBezTo>
                  <a:cubicBezTo>
                    <a:pt x="667811" y="154774"/>
                    <a:pt x="666315" y="140888"/>
                    <a:pt x="657700" y="133350"/>
                  </a:cubicBezTo>
                  <a:cubicBezTo>
                    <a:pt x="640470" y="118273"/>
                    <a:pt x="616739" y="111439"/>
                    <a:pt x="600550" y="95250"/>
                  </a:cubicBezTo>
                  <a:cubicBezTo>
                    <a:pt x="591025" y="85725"/>
                    <a:pt x="583183" y="74147"/>
                    <a:pt x="571975" y="66675"/>
                  </a:cubicBezTo>
                  <a:cubicBezTo>
                    <a:pt x="563621" y="61106"/>
                    <a:pt x="552925" y="60325"/>
                    <a:pt x="543400" y="57150"/>
                  </a:cubicBezTo>
                  <a:cubicBezTo>
                    <a:pt x="513211" y="11867"/>
                    <a:pt x="535210" y="32195"/>
                    <a:pt x="467200" y="9525"/>
                  </a:cubicBezTo>
                  <a:lnTo>
                    <a:pt x="438625" y="0"/>
                  </a:lnTo>
                  <a:cubicBezTo>
                    <a:pt x="362425" y="25400"/>
                    <a:pt x="451325" y="-12700"/>
                    <a:pt x="400525" y="38100"/>
                  </a:cubicBezTo>
                  <a:cubicBezTo>
                    <a:pt x="393425" y="45200"/>
                    <a:pt x="380930" y="43135"/>
                    <a:pt x="371950" y="47625"/>
                  </a:cubicBezTo>
                  <a:cubicBezTo>
                    <a:pt x="361711" y="52745"/>
                    <a:pt x="352900" y="60325"/>
                    <a:pt x="343375" y="66675"/>
                  </a:cubicBezTo>
                  <a:lnTo>
                    <a:pt x="305275" y="123825"/>
                  </a:lnTo>
                  <a:cubicBezTo>
                    <a:pt x="298925" y="133350"/>
                    <a:pt x="295750" y="146050"/>
                    <a:pt x="286225" y="152400"/>
                  </a:cubicBezTo>
                  <a:lnTo>
                    <a:pt x="257650" y="171450"/>
                  </a:lnTo>
                  <a:cubicBezTo>
                    <a:pt x="251300" y="180975"/>
                    <a:pt x="243720" y="189786"/>
                    <a:pt x="238600" y="200025"/>
                  </a:cubicBezTo>
                  <a:cubicBezTo>
                    <a:pt x="234110" y="209005"/>
                    <a:pt x="233951" y="219823"/>
                    <a:pt x="229075" y="228600"/>
                  </a:cubicBezTo>
                  <a:cubicBezTo>
                    <a:pt x="217956" y="248614"/>
                    <a:pt x="203675" y="266700"/>
                    <a:pt x="190975" y="285750"/>
                  </a:cubicBezTo>
                  <a:cubicBezTo>
                    <a:pt x="184625" y="295275"/>
                    <a:pt x="175545" y="303465"/>
                    <a:pt x="171925" y="314325"/>
                  </a:cubicBezTo>
                  <a:lnTo>
                    <a:pt x="162400" y="342900"/>
                  </a:lnTo>
                  <a:cubicBezTo>
                    <a:pt x="158311" y="371521"/>
                    <a:pt x="151707" y="426559"/>
                    <a:pt x="143350" y="457200"/>
                  </a:cubicBezTo>
                  <a:cubicBezTo>
                    <a:pt x="138066" y="476573"/>
                    <a:pt x="129170" y="494869"/>
                    <a:pt x="124300" y="514350"/>
                  </a:cubicBezTo>
                  <a:cubicBezTo>
                    <a:pt x="109905" y="571931"/>
                    <a:pt x="118915" y="540031"/>
                    <a:pt x="95725" y="609600"/>
                  </a:cubicBezTo>
                  <a:lnTo>
                    <a:pt x="86200" y="638175"/>
                  </a:lnTo>
                  <a:cubicBezTo>
                    <a:pt x="83025" y="647700"/>
                    <a:pt x="78644" y="656905"/>
                    <a:pt x="76675" y="666750"/>
                  </a:cubicBezTo>
                  <a:cubicBezTo>
                    <a:pt x="73500" y="682625"/>
                    <a:pt x="70662" y="698571"/>
                    <a:pt x="67150" y="714375"/>
                  </a:cubicBezTo>
                  <a:cubicBezTo>
                    <a:pt x="57553" y="757561"/>
                    <a:pt x="54404" y="762137"/>
                    <a:pt x="38575" y="809625"/>
                  </a:cubicBezTo>
                  <a:cubicBezTo>
                    <a:pt x="35400" y="819150"/>
                    <a:pt x="31485" y="828460"/>
                    <a:pt x="29050" y="838200"/>
                  </a:cubicBezTo>
                  <a:lnTo>
                    <a:pt x="10000" y="914400"/>
                  </a:lnTo>
                  <a:cubicBezTo>
                    <a:pt x="5307" y="1003564"/>
                    <a:pt x="-9941" y="1165572"/>
                    <a:pt x="10000" y="1257300"/>
                  </a:cubicBezTo>
                  <a:cubicBezTo>
                    <a:pt x="14864" y="1279673"/>
                    <a:pt x="35400" y="1295400"/>
                    <a:pt x="48100" y="1314450"/>
                  </a:cubicBezTo>
                  <a:cubicBezTo>
                    <a:pt x="90204" y="1377605"/>
                    <a:pt x="40720" y="1307428"/>
                    <a:pt x="95725" y="1371600"/>
                  </a:cubicBezTo>
                  <a:cubicBezTo>
                    <a:pt x="106056" y="1383653"/>
                    <a:pt x="113075" y="1398475"/>
                    <a:pt x="124300" y="1409700"/>
                  </a:cubicBezTo>
                  <a:cubicBezTo>
                    <a:pt x="132395" y="1417795"/>
                    <a:pt x="144081" y="1421421"/>
                    <a:pt x="152875" y="1428750"/>
                  </a:cubicBezTo>
                  <a:cubicBezTo>
                    <a:pt x="226214" y="1489866"/>
                    <a:pt x="139079" y="1429077"/>
                    <a:pt x="210025" y="1476375"/>
                  </a:cubicBezTo>
                  <a:cubicBezTo>
                    <a:pt x="226764" y="1526593"/>
                    <a:pt x="208487" y="1485959"/>
                    <a:pt x="248125" y="1533525"/>
                  </a:cubicBezTo>
                  <a:cubicBezTo>
                    <a:pt x="255454" y="1542319"/>
                    <a:pt x="262055" y="1551861"/>
                    <a:pt x="267175" y="1562100"/>
                  </a:cubicBezTo>
                  <a:cubicBezTo>
                    <a:pt x="271665" y="1571080"/>
                    <a:pt x="270428" y="1582835"/>
                    <a:pt x="276700" y="1590675"/>
                  </a:cubicBezTo>
                  <a:cubicBezTo>
                    <a:pt x="283851" y="1599614"/>
                    <a:pt x="295750" y="1603375"/>
                    <a:pt x="305275" y="1609725"/>
                  </a:cubicBezTo>
                  <a:cubicBezTo>
                    <a:pt x="311625" y="1619250"/>
                    <a:pt x="316230" y="1630205"/>
                    <a:pt x="324325" y="1638300"/>
                  </a:cubicBezTo>
                  <a:cubicBezTo>
                    <a:pt x="332420" y="1646395"/>
                    <a:pt x="345749" y="1648411"/>
                    <a:pt x="352900" y="1657350"/>
                  </a:cubicBezTo>
                  <a:cubicBezTo>
                    <a:pt x="389845" y="1703532"/>
                    <a:pt x="328655" y="1674668"/>
                    <a:pt x="391000" y="1695450"/>
                  </a:cubicBezTo>
                  <a:cubicBezTo>
                    <a:pt x="397350" y="1704975"/>
                    <a:pt x="401111" y="1716874"/>
                    <a:pt x="410050" y="1724025"/>
                  </a:cubicBezTo>
                  <a:cubicBezTo>
                    <a:pt x="417890" y="1730297"/>
                    <a:pt x="429645" y="1729060"/>
                    <a:pt x="438625" y="1733550"/>
                  </a:cubicBezTo>
                  <a:cubicBezTo>
                    <a:pt x="448864" y="1738670"/>
                    <a:pt x="456961" y="1747480"/>
                    <a:pt x="467200" y="1752600"/>
                  </a:cubicBezTo>
                  <a:cubicBezTo>
                    <a:pt x="476180" y="1757090"/>
                    <a:pt x="486795" y="1757635"/>
                    <a:pt x="495775" y="1762125"/>
                  </a:cubicBezTo>
                  <a:cubicBezTo>
                    <a:pt x="506014" y="1767245"/>
                    <a:pt x="513196" y="1778601"/>
                    <a:pt x="524350" y="1781175"/>
                  </a:cubicBezTo>
                  <a:cubicBezTo>
                    <a:pt x="555441" y="1788350"/>
                    <a:pt x="587850" y="1787525"/>
                    <a:pt x="619600" y="1790700"/>
                  </a:cubicBezTo>
                  <a:cubicBezTo>
                    <a:pt x="638650" y="1797050"/>
                    <a:pt x="657269" y="1804880"/>
                    <a:pt x="676750" y="1809750"/>
                  </a:cubicBezTo>
                  <a:cubicBezTo>
                    <a:pt x="689450" y="1812925"/>
                    <a:pt x="702311" y="1815513"/>
                    <a:pt x="714850" y="1819275"/>
                  </a:cubicBezTo>
                  <a:cubicBezTo>
                    <a:pt x="734084" y="1825045"/>
                    <a:pt x="752193" y="1835024"/>
                    <a:pt x="772000" y="1838325"/>
                  </a:cubicBezTo>
                  <a:lnTo>
                    <a:pt x="829150" y="1847850"/>
                  </a:lnTo>
                  <a:cubicBezTo>
                    <a:pt x="838613" y="1847293"/>
                    <a:pt x="969954" y="1853648"/>
                    <a:pt x="1019650" y="1828800"/>
                  </a:cubicBezTo>
                  <a:cubicBezTo>
                    <a:pt x="1029889" y="1823680"/>
                    <a:pt x="1038700" y="1816100"/>
                    <a:pt x="1048225" y="1809750"/>
                  </a:cubicBezTo>
                  <a:cubicBezTo>
                    <a:pt x="1070399" y="1610187"/>
                    <a:pt x="1047211" y="1838026"/>
                    <a:pt x="1067275" y="1466850"/>
                  </a:cubicBezTo>
                  <a:cubicBezTo>
                    <a:pt x="1077473" y="1278194"/>
                    <a:pt x="1069320" y="1435533"/>
                    <a:pt x="1086325" y="1333500"/>
                  </a:cubicBezTo>
                  <a:cubicBezTo>
                    <a:pt x="1090533" y="1308251"/>
                    <a:pt x="1092467" y="1282673"/>
                    <a:pt x="1095850" y="1257300"/>
                  </a:cubicBezTo>
                  <a:cubicBezTo>
                    <a:pt x="1118951" y="1084043"/>
                    <a:pt x="1088416" y="1306474"/>
                    <a:pt x="1124425" y="1114425"/>
                  </a:cubicBezTo>
                  <a:cubicBezTo>
                    <a:pt x="1129142" y="1089266"/>
                    <a:pt x="1129233" y="1063384"/>
                    <a:pt x="1133950" y="1038225"/>
                  </a:cubicBezTo>
                  <a:cubicBezTo>
                    <a:pt x="1138775" y="1012492"/>
                    <a:pt x="1153000" y="962025"/>
                    <a:pt x="1153000" y="962025"/>
                  </a:cubicBezTo>
                  <a:cubicBezTo>
                    <a:pt x="1166000" y="832023"/>
                    <a:pt x="1162525" y="898683"/>
                    <a:pt x="1143475" y="73342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4" name="Freeform: Shape 3">
              <a:extLst>
                <a:ext uri="{FF2B5EF4-FFF2-40B4-BE49-F238E27FC236}">
                  <a16:creationId xmlns:a16="http://schemas.microsoft.com/office/drawing/2014/main" id="{B392106C-CF04-CCC2-EB18-780BE900A62E}"/>
                </a:ext>
              </a:extLst>
            </p:cNvPr>
            <p:cNvSpPr/>
            <p:nvPr/>
          </p:nvSpPr>
          <p:spPr>
            <a:xfrm>
              <a:off x="6612190" y="2326646"/>
              <a:ext cx="373380" cy="701040"/>
            </a:xfrm>
            <a:custGeom>
              <a:avLst/>
              <a:gdLst>
                <a:gd name="connsiteX0" fmla="*/ 466725 w 466725"/>
                <a:gd name="connsiteY0" fmla="*/ 876300 h 876300"/>
                <a:gd name="connsiteX1" fmla="*/ 400050 w 466725"/>
                <a:gd name="connsiteY1" fmla="*/ 590550 h 876300"/>
                <a:gd name="connsiteX2" fmla="*/ 390525 w 466725"/>
                <a:gd name="connsiteY2" fmla="*/ 409575 h 876300"/>
                <a:gd name="connsiteX3" fmla="*/ 371475 w 466725"/>
                <a:gd name="connsiteY3" fmla="*/ 314325 h 876300"/>
                <a:gd name="connsiteX4" fmla="*/ 352425 w 466725"/>
                <a:gd name="connsiteY4" fmla="*/ 266700 h 876300"/>
                <a:gd name="connsiteX5" fmla="*/ 342900 w 466725"/>
                <a:gd name="connsiteY5" fmla="*/ 238125 h 876300"/>
                <a:gd name="connsiteX6" fmla="*/ 304800 w 466725"/>
                <a:gd name="connsiteY6" fmla="*/ 180975 h 876300"/>
                <a:gd name="connsiteX7" fmla="*/ 285750 w 466725"/>
                <a:gd name="connsiteY7" fmla="*/ 152400 h 876300"/>
                <a:gd name="connsiteX8" fmla="*/ 266700 w 466725"/>
                <a:gd name="connsiteY8" fmla="*/ 123825 h 876300"/>
                <a:gd name="connsiteX9" fmla="*/ 238125 w 466725"/>
                <a:gd name="connsiteY9" fmla="*/ 114300 h 876300"/>
                <a:gd name="connsiteX10" fmla="*/ 209550 w 466725"/>
                <a:gd name="connsiteY10" fmla="*/ 85725 h 876300"/>
                <a:gd name="connsiteX11" fmla="*/ 152400 w 466725"/>
                <a:gd name="connsiteY11" fmla="*/ 66675 h 876300"/>
                <a:gd name="connsiteX12" fmla="*/ 123825 w 466725"/>
                <a:gd name="connsiteY12" fmla="*/ 57150 h 876300"/>
                <a:gd name="connsiteX13" fmla="*/ 66675 w 466725"/>
                <a:gd name="connsiteY13" fmla="*/ 19050 h 876300"/>
                <a:gd name="connsiteX14" fmla="*/ 38100 w 466725"/>
                <a:gd name="connsiteY14" fmla="*/ 9525 h 876300"/>
                <a:gd name="connsiteX15" fmla="*/ 0 w 466725"/>
                <a:gd name="connsiteY15" fmla="*/ 0 h 8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6725" h="876300">
                  <a:moveTo>
                    <a:pt x="466725" y="876300"/>
                  </a:moveTo>
                  <a:cubicBezTo>
                    <a:pt x="444500" y="781050"/>
                    <a:pt x="415810" y="687080"/>
                    <a:pt x="400050" y="590550"/>
                  </a:cubicBezTo>
                  <a:cubicBezTo>
                    <a:pt x="390316" y="530931"/>
                    <a:pt x="395342" y="469791"/>
                    <a:pt x="390525" y="409575"/>
                  </a:cubicBezTo>
                  <a:cubicBezTo>
                    <a:pt x="389044" y="391063"/>
                    <a:pt x="378773" y="336218"/>
                    <a:pt x="371475" y="314325"/>
                  </a:cubicBezTo>
                  <a:cubicBezTo>
                    <a:pt x="366068" y="298105"/>
                    <a:pt x="358428" y="282709"/>
                    <a:pt x="352425" y="266700"/>
                  </a:cubicBezTo>
                  <a:cubicBezTo>
                    <a:pt x="348900" y="257299"/>
                    <a:pt x="347776" y="246902"/>
                    <a:pt x="342900" y="238125"/>
                  </a:cubicBezTo>
                  <a:cubicBezTo>
                    <a:pt x="331781" y="218111"/>
                    <a:pt x="317500" y="200025"/>
                    <a:pt x="304800" y="180975"/>
                  </a:cubicBezTo>
                  <a:lnTo>
                    <a:pt x="285750" y="152400"/>
                  </a:lnTo>
                  <a:cubicBezTo>
                    <a:pt x="279400" y="142875"/>
                    <a:pt x="277560" y="127445"/>
                    <a:pt x="266700" y="123825"/>
                  </a:cubicBezTo>
                  <a:lnTo>
                    <a:pt x="238125" y="114300"/>
                  </a:lnTo>
                  <a:cubicBezTo>
                    <a:pt x="228600" y="104775"/>
                    <a:pt x="221325" y="92267"/>
                    <a:pt x="209550" y="85725"/>
                  </a:cubicBezTo>
                  <a:cubicBezTo>
                    <a:pt x="191997" y="75973"/>
                    <a:pt x="171450" y="73025"/>
                    <a:pt x="152400" y="66675"/>
                  </a:cubicBezTo>
                  <a:cubicBezTo>
                    <a:pt x="142875" y="63500"/>
                    <a:pt x="132179" y="62719"/>
                    <a:pt x="123825" y="57150"/>
                  </a:cubicBezTo>
                  <a:cubicBezTo>
                    <a:pt x="104775" y="44450"/>
                    <a:pt x="88395" y="26290"/>
                    <a:pt x="66675" y="19050"/>
                  </a:cubicBezTo>
                  <a:cubicBezTo>
                    <a:pt x="57150" y="15875"/>
                    <a:pt x="47754" y="12283"/>
                    <a:pt x="38100" y="9525"/>
                  </a:cubicBezTo>
                  <a:cubicBezTo>
                    <a:pt x="25513" y="5929"/>
                    <a:pt x="0" y="0"/>
                    <a:pt x="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6" name="Multiplication Sign 95">
              <a:extLst>
                <a:ext uri="{FF2B5EF4-FFF2-40B4-BE49-F238E27FC236}">
                  <a16:creationId xmlns:a16="http://schemas.microsoft.com/office/drawing/2014/main" id="{33A76DDC-CE5E-7D9A-4D2B-284FF429ED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6880" y="2970171"/>
              <a:ext cx="144000" cy="144000"/>
            </a:xfrm>
            <a:prstGeom prst="mathMultiply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7" name="Multiplication Sign 96">
              <a:extLst>
                <a:ext uri="{FF2B5EF4-FFF2-40B4-BE49-F238E27FC236}">
                  <a16:creationId xmlns:a16="http://schemas.microsoft.com/office/drawing/2014/main" id="{D8EFFDDD-BF62-A0E4-5295-22C3CCD784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90369" y="3099729"/>
              <a:ext cx="144000" cy="144000"/>
            </a:xfrm>
            <a:prstGeom prst="mathMultiply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8" name="Freeform: Shape 13">
              <a:extLst>
                <a:ext uri="{FF2B5EF4-FFF2-40B4-BE49-F238E27FC236}">
                  <a16:creationId xmlns:a16="http://schemas.microsoft.com/office/drawing/2014/main" id="{B7DC1CED-7369-9FE3-0754-8169535E6501}"/>
                </a:ext>
              </a:extLst>
            </p:cNvPr>
            <p:cNvSpPr/>
            <p:nvPr/>
          </p:nvSpPr>
          <p:spPr>
            <a:xfrm>
              <a:off x="6790498" y="3020835"/>
              <a:ext cx="592326" cy="152402"/>
            </a:xfrm>
            <a:custGeom>
              <a:avLst/>
              <a:gdLst>
                <a:gd name="connsiteX0" fmla="*/ 0 w 740407"/>
                <a:gd name="connsiteY0" fmla="*/ 45720 h 190503"/>
                <a:gd name="connsiteX1" fmla="*/ 60960 w 740407"/>
                <a:gd name="connsiteY1" fmla="*/ 30480 h 190503"/>
                <a:gd name="connsiteX2" fmla="*/ 83820 w 740407"/>
                <a:gd name="connsiteY2" fmla="*/ 15240 h 190503"/>
                <a:gd name="connsiteX3" fmla="*/ 129540 w 740407"/>
                <a:gd name="connsiteY3" fmla="*/ 0 h 190503"/>
                <a:gd name="connsiteX4" fmla="*/ 274320 w 740407"/>
                <a:gd name="connsiteY4" fmla="*/ 15240 h 190503"/>
                <a:gd name="connsiteX5" fmla="*/ 320040 w 740407"/>
                <a:gd name="connsiteY5" fmla="*/ 30480 h 190503"/>
                <a:gd name="connsiteX6" fmla="*/ 342900 w 740407"/>
                <a:gd name="connsiteY6" fmla="*/ 38100 h 190503"/>
                <a:gd name="connsiteX7" fmla="*/ 365760 w 740407"/>
                <a:gd name="connsiteY7" fmla="*/ 53340 h 190503"/>
                <a:gd name="connsiteX8" fmla="*/ 411480 w 740407"/>
                <a:gd name="connsiteY8" fmla="*/ 68580 h 190503"/>
                <a:gd name="connsiteX9" fmla="*/ 457200 w 740407"/>
                <a:gd name="connsiteY9" fmla="*/ 99060 h 190503"/>
                <a:gd name="connsiteX10" fmla="*/ 480060 w 740407"/>
                <a:gd name="connsiteY10" fmla="*/ 106680 h 190503"/>
                <a:gd name="connsiteX11" fmla="*/ 510540 w 740407"/>
                <a:gd name="connsiteY11" fmla="*/ 121920 h 190503"/>
                <a:gd name="connsiteX12" fmla="*/ 571500 w 740407"/>
                <a:gd name="connsiteY12" fmla="*/ 137160 h 190503"/>
                <a:gd name="connsiteX13" fmla="*/ 617220 w 740407"/>
                <a:gd name="connsiteY13" fmla="*/ 152400 h 190503"/>
                <a:gd name="connsiteX14" fmla="*/ 640080 w 740407"/>
                <a:gd name="connsiteY14" fmla="*/ 160020 h 190503"/>
                <a:gd name="connsiteX15" fmla="*/ 670560 w 740407"/>
                <a:gd name="connsiteY15" fmla="*/ 167640 h 190503"/>
                <a:gd name="connsiteX16" fmla="*/ 693420 w 740407"/>
                <a:gd name="connsiteY16" fmla="*/ 182880 h 190503"/>
                <a:gd name="connsiteX17" fmla="*/ 731520 w 740407"/>
                <a:gd name="connsiteY17" fmla="*/ 190500 h 19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0407" h="190503">
                  <a:moveTo>
                    <a:pt x="0" y="45720"/>
                  </a:moveTo>
                  <a:cubicBezTo>
                    <a:pt x="14491" y="42822"/>
                    <a:pt x="45339" y="38290"/>
                    <a:pt x="60960" y="30480"/>
                  </a:cubicBezTo>
                  <a:cubicBezTo>
                    <a:pt x="69151" y="26384"/>
                    <a:pt x="75451" y="18959"/>
                    <a:pt x="83820" y="15240"/>
                  </a:cubicBezTo>
                  <a:cubicBezTo>
                    <a:pt x="98500" y="8716"/>
                    <a:pt x="129540" y="0"/>
                    <a:pt x="129540" y="0"/>
                  </a:cubicBezTo>
                  <a:cubicBezTo>
                    <a:pt x="201532" y="4799"/>
                    <a:pt x="221265" y="-676"/>
                    <a:pt x="274320" y="15240"/>
                  </a:cubicBezTo>
                  <a:cubicBezTo>
                    <a:pt x="289707" y="19856"/>
                    <a:pt x="304800" y="25400"/>
                    <a:pt x="320040" y="30480"/>
                  </a:cubicBezTo>
                  <a:cubicBezTo>
                    <a:pt x="327660" y="33020"/>
                    <a:pt x="336217" y="33645"/>
                    <a:pt x="342900" y="38100"/>
                  </a:cubicBezTo>
                  <a:cubicBezTo>
                    <a:pt x="350520" y="43180"/>
                    <a:pt x="357391" y="49621"/>
                    <a:pt x="365760" y="53340"/>
                  </a:cubicBezTo>
                  <a:cubicBezTo>
                    <a:pt x="380440" y="59864"/>
                    <a:pt x="398114" y="59669"/>
                    <a:pt x="411480" y="68580"/>
                  </a:cubicBezTo>
                  <a:cubicBezTo>
                    <a:pt x="426720" y="78740"/>
                    <a:pt x="439824" y="93268"/>
                    <a:pt x="457200" y="99060"/>
                  </a:cubicBezTo>
                  <a:cubicBezTo>
                    <a:pt x="464820" y="101600"/>
                    <a:pt x="472677" y="103516"/>
                    <a:pt x="480060" y="106680"/>
                  </a:cubicBezTo>
                  <a:cubicBezTo>
                    <a:pt x="490501" y="111155"/>
                    <a:pt x="499764" y="118328"/>
                    <a:pt x="510540" y="121920"/>
                  </a:cubicBezTo>
                  <a:cubicBezTo>
                    <a:pt x="530411" y="128544"/>
                    <a:pt x="551629" y="130536"/>
                    <a:pt x="571500" y="137160"/>
                  </a:cubicBezTo>
                  <a:lnTo>
                    <a:pt x="617220" y="152400"/>
                  </a:lnTo>
                  <a:cubicBezTo>
                    <a:pt x="624840" y="154940"/>
                    <a:pt x="632288" y="158072"/>
                    <a:pt x="640080" y="160020"/>
                  </a:cubicBezTo>
                  <a:lnTo>
                    <a:pt x="670560" y="167640"/>
                  </a:lnTo>
                  <a:cubicBezTo>
                    <a:pt x="678180" y="172720"/>
                    <a:pt x="684732" y="179984"/>
                    <a:pt x="693420" y="182880"/>
                  </a:cubicBezTo>
                  <a:cubicBezTo>
                    <a:pt x="717533" y="190918"/>
                    <a:pt x="758554" y="190500"/>
                    <a:pt x="731520" y="1905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8246BB1F-50AD-B8CF-9989-249FCE961BE6}"/>
                    </a:ext>
                  </a:extLst>
                </p:cNvPr>
                <p:cNvSpPr txBox="1"/>
                <p:nvPr/>
              </p:nvSpPr>
              <p:spPr>
                <a:xfrm>
                  <a:off x="6299156" y="2232039"/>
                  <a:ext cx="297180" cy="2954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8246BB1F-50AD-B8CF-9989-249FCE961B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9156" y="2232039"/>
                  <a:ext cx="297180" cy="295466"/>
                </a:xfrm>
                <a:prstGeom prst="rect">
                  <a:avLst/>
                </a:prstGeom>
                <a:blipFill>
                  <a:blip r:embed="rId2"/>
                  <a:stretch>
                    <a:fillRect r="-27083" b="-25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79B186B6-CFD2-4934-BC76-51CEF13D2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94641" y="6467452"/>
            <a:ext cx="369651" cy="365125"/>
          </a:xfrm>
        </p:spPr>
        <p:txBody>
          <a:bodyPr/>
          <a:lstStyle/>
          <a:p>
            <a:fld id="{E7872BEF-DB94-6840-8AB0-1579DB081167}" type="slidenum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7</a:t>
            </a:fld>
            <a:endParaRPr lang="en-GB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510E19-354C-427C-A8D4-B192F7D382FC}"/>
              </a:ext>
            </a:extLst>
          </p:cNvPr>
          <p:cNvSpPr txBox="1"/>
          <p:nvPr/>
        </p:nvSpPr>
        <p:spPr>
          <a:xfrm>
            <a:off x="670559" y="1318478"/>
            <a:ext cx="5741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s-ES" sz="2400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Modelos basados en procesos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0683FE-95D0-42E5-8BB2-8ECCA839CFFF}"/>
                  </a:ext>
                </a:extLst>
              </p:cNvPr>
              <p:cNvSpPr txBox="1"/>
              <p:nvPr/>
            </p:nvSpPr>
            <p:spPr>
              <a:xfrm>
                <a:off x="2426324" y="4720861"/>
                <a:ext cx="3714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0683FE-95D0-42E5-8BB2-8ECCA839C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6324" y="4720861"/>
                <a:ext cx="37147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D2AEB274-495E-4972-988B-6461B550BE8C}"/>
              </a:ext>
            </a:extLst>
          </p:cNvPr>
          <p:cNvCxnSpPr>
            <a:cxnSpLocks/>
          </p:cNvCxnSpPr>
          <p:nvPr/>
        </p:nvCxnSpPr>
        <p:spPr>
          <a:xfrm>
            <a:off x="1891638" y="5207272"/>
            <a:ext cx="360000" cy="231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4C01974-1F6A-4DBC-8CE4-4FA6CEA157B3}"/>
              </a:ext>
            </a:extLst>
          </p:cNvPr>
          <p:cNvCxnSpPr>
            <a:cxnSpLocks/>
          </p:cNvCxnSpPr>
          <p:nvPr/>
        </p:nvCxnSpPr>
        <p:spPr>
          <a:xfrm>
            <a:off x="5343735" y="5214547"/>
            <a:ext cx="360000" cy="2318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ECA8676-500B-460B-BC23-67B3A8BE39AB}"/>
              </a:ext>
            </a:extLst>
          </p:cNvPr>
          <p:cNvCxnSpPr>
            <a:cxnSpLocks/>
          </p:cNvCxnSpPr>
          <p:nvPr/>
        </p:nvCxnSpPr>
        <p:spPr>
          <a:xfrm>
            <a:off x="9146677" y="5189468"/>
            <a:ext cx="360000" cy="231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Left Brace 28">
            <a:extLst>
              <a:ext uri="{FF2B5EF4-FFF2-40B4-BE49-F238E27FC236}">
                <a16:creationId xmlns:a16="http://schemas.microsoft.com/office/drawing/2014/main" id="{44B691D0-6BA4-409B-AB29-F869922937B2}"/>
              </a:ext>
            </a:extLst>
          </p:cNvPr>
          <p:cNvSpPr/>
          <p:nvPr/>
        </p:nvSpPr>
        <p:spPr>
          <a:xfrm>
            <a:off x="2327534" y="4596628"/>
            <a:ext cx="144000" cy="1260000"/>
          </a:xfrm>
          <a:prstGeom prst="leftBrac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9E9865F-A78C-49D7-AC71-D98AE67AAF08}"/>
              </a:ext>
            </a:extLst>
          </p:cNvPr>
          <p:cNvSpPr txBox="1"/>
          <p:nvPr/>
        </p:nvSpPr>
        <p:spPr>
          <a:xfrm>
            <a:off x="670559" y="966488"/>
            <a:ext cx="9996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La 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calibración</a:t>
            </a: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 estima los parámetros del modelo de las subcuencas </a:t>
            </a:r>
            <a:r>
              <a:rPr lang="es-ES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aforadas</a:t>
            </a: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25ED51B-38CF-47A9-8D4C-5D26D70E5312}"/>
              </a:ext>
            </a:extLst>
          </p:cNvPr>
          <p:cNvSpPr txBox="1"/>
          <p:nvPr/>
        </p:nvSpPr>
        <p:spPr>
          <a:xfrm>
            <a:off x="4762054" y="2203812"/>
            <a:ext cx="56615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Secuencial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Mayor tiempo de computación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No hay trasvase de información entre subcuencas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Parámetros agregados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6376436-BDBF-4AB4-A31B-9B9AC4DE2E1E}"/>
              </a:ext>
            </a:extLst>
          </p:cNvPr>
          <p:cNvSpPr txBox="1"/>
          <p:nvPr/>
        </p:nvSpPr>
        <p:spPr>
          <a:xfrm>
            <a:off x="670559" y="391886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LISFLOOD-OS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E2A8AFB-1787-451A-8BD6-FC137DFF7786}"/>
              </a:ext>
            </a:extLst>
          </p:cNvPr>
          <p:cNvSpPr txBox="1"/>
          <p:nvPr/>
        </p:nvSpPr>
        <p:spPr>
          <a:xfrm>
            <a:off x="3372404" y="391883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Google Flood Hub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47FCF1C-03EF-43CD-819C-2646E90DD6A7}"/>
              </a:ext>
            </a:extLst>
          </p:cNvPr>
          <p:cNvSpPr txBox="1"/>
          <p:nvPr/>
        </p:nvSpPr>
        <p:spPr>
          <a:xfrm>
            <a:off x="6072404" y="391883"/>
            <a:ext cx="2700000" cy="46166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 err="1"/>
              <a:t>Ajuste</a:t>
            </a:r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3C6FE11-4011-49C0-BB8C-798C6B642913}"/>
              </a:ext>
            </a:extLst>
          </p:cNvPr>
          <p:cNvSpPr txBox="1"/>
          <p:nvPr/>
        </p:nvSpPr>
        <p:spPr>
          <a:xfrm>
            <a:off x="8772404" y="389765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Parameter learning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D7F2276-E309-D621-756C-97D77AEEEA6E}"/>
              </a:ext>
            </a:extLst>
          </p:cNvPr>
          <p:cNvGrpSpPr>
            <a:grpSpLocks noChangeAspect="1"/>
          </p:cNvGrpSpPr>
          <p:nvPr/>
        </p:nvGrpSpPr>
        <p:grpSpPr>
          <a:xfrm>
            <a:off x="783233" y="4578998"/>
            <a:ext cx="1001869" cy="1478551"/>
            <a:chOff x="4994967" y="1594357"/>
            <a:chExt cx="1252336" cy="1848189"/>
          </a:xfrm>
        </p:grpSpPr>
        <p:sp>
          <p:nvSpPr>
            <p:cNvPr id="41" name="Freeform: Shape 8">
              <a:extLst>
                <a:ext uri="{FF2B5EF4-FFF2-40B4-BE49-F238E27FC236}">
                  <a16:creationId xmlns:a16="http://schemas.microsoft.com/office/drawing/2014/main" id="{1E40AFB6-8D8E-FA0B-206C-D221446C50DA}"/>
                </a:ext>
              </a:extLst>
            </p:cNvPr>
            <p:cNvSpPr/>
            <p:nvPr/>
          </p:nvSpPr>
          <p:spPr>
            <a:xfrm>
              <a:off x="4994967" y="1594357"/>
              <a:ext cx="1160749" cy="1848189"/>
            </a:xfrm>
            <a:custGeom>
              <a:avLst/>
              <a:gdLst>
                <a:gd name="connsiteX0" fmla="*/ 1143475 w 1160749"/>
                <a:gd name="connsiteY0" fmla="*/ 733425 h 1848189"/>
                <a:gd name="connsiteX1" fmla="*/ 1105375 w 1160749"/>
                <a:gd name="connsiteY1" fmla="*/ 628650 h 1848189"/>
                <a:gd name="connsiteX2" fmla="*/ 1095850 w 1160749"/>
                <a:gd name="connsiteY2" fmla="*/ 600075 h 1848189"/>
                <a:gd name="connsiteX3" fmla="*/ 1086325 w 1160749"/>
                <a:gd name="connsiteY3" fmla="*/ 571500 h 1848189"/>
                <a:gd name="connsiteX4" fmla="*/ 1067275 w 1160749"/>
                <a:gd name="connsiteY4" fmla="*/ 542925 h 1848189"/>
                <a:gd name="connsiteX5" fmla="*/ 1057750 w 1160749"/>
                <a:gd name="connsiteY5" fmla="*/ 514350 h 1848189"/>
                <a:gd name="connsiteX6" fmla="*/ 991075 w 1160749"/>
                <a:gd name="connsiteY6" fmla="*/ 438150 h 1848189"/>
                <a:gd name="connsiteX7" fmla="*/ 914875 w 1160749"/>
                <a:gd name="connsiteY7" fmla="*/ 352425 h 1848189"/>
                <a:gd name="connsiteX8" fmla="*/ 886300 w 1160749"/>
                <a:gd name="connsiteY8" fmla="*/ 323850 h 1848189"/>
                <a:gd name="connsiteX9" fmla="*/ 848200 w 1160749"/>
                <a:gd name="connsiteY9" fmla="*/ 314325 h 1848189"/>
                <a:gd name="connsiteX10" fmla="*/ 810100 w 1160749"/>
                <a:gd name="connsiteY10" fmla="*/ 266700 h 1848189"/>
                <a:gd name="connsiteX11" fmla="*/ 724375 w 1160749"/>
                <a:gd name="connsiteY11" fmla="*/ 200025 h 1848189"/>
                <a:gd name="connsiteX12" fmla="*/ 676750 w 1160749"/>
                <a:gd name="connsiteY12" fmla="*/ 161925 h 1848189"/>
                <a:gd name="connsiteX13" fmla="*/ 657700 w 1160749"/>
                <a:gd name="connsiteY13" fmla="*/ 133350 h 1848189"/>
                <a:gd name="connsiteX14" fmla="*/ 600550 w 1160749"/>
                <a:gd name="connsiteY14" fmla="*/ 95250 h 1848189"/>
                <a:gd name="connsiteX15" fmla="*/ 571975 w 1160749"/>
                <a:gd name="connsiteY15" fmla="*/ 66675 h 1848189"/>
                <a:gd name="connsiteX16" fmla="*/ 543400 w 1160749"/>
                <a:gd name="connsiteY16" fmla="*/ 57150 h 1848189"/>
                <a:gd name="connsiteX17" fmla="*/ 467200 w 1160749"/>
                <a:gd name="connsiteY17" fmla="*/ 9525 h 1848189"/>
                <a:gd name="connsiteX18" fmla="*/ 438625 w 1160749"/>
                <a:gd name="connsiteY18" fmla="*/ 0 h 1848189"/>
                <a:gd name="connsiteX19" fmla="*/ 400525 w 1160749"/>
                <a:gd name="connsiteY19" fmla="*/ 38100 h 1848189"/>
                <a:gd name="connsiteX20" fmla="*/ 371950 w 1160749"/>
                <a:gd name="connsiteY20" fmla="*/ 47625 h 1848189"/>
                <a:gd name="connsiteX21" fmla="*/ 343375 w 1160749"/>
                <a:gd name="connsiteY21" fmla="*/ 66675 h 1848189"/>
                <a:gd name="connsiteX22" fmla="*/ 305275 w 1160749"/>
                <a:gd name="connsiteY22" fmla="*/ 123825 h 1848189"/>
                <a:gd name="connsiteX23" fmla="*/ 286225 w 1160749"/>
                <a:gd name="connsiteY23" fmla="*/ 152400 h 1848189"/>
                <a:gd name="connsiteX24" fmla="*/ 257650 w 1160749"/>
                <a:gd name="connsiteY24" fmla="*/ 171450 h 1848189"/>
                <a:gd name="connsiteX25" fmla="*/ 238600 w 1160749"/>
                <a:gd name="connsiteY25" fmla="*/ 200025 h 1848189"/>
                <a:gd name="connsiteX26" fmla="*/ 229075 w 1160749"/>
                <a:gd name="connsiteY26" fmla="*/ 228600 h 1848189"/>
                <a:gd name="connsiteX27" fmla="*/ 190975 w 1160749"/>
                <a:gd name="connsiteY27" fmla="*/ 285750 h 1848189"/>
                <a:gd name="connsiteX28" fmla="*/ 171925 w 1160749"/>
                <a:gd name="connsiteY28" fmla="*/ 314325 h 1848189"/>
                <a:gd name="connsiteX29" fmla="*/ 162400 w 1160749"/>
                <a:gd name="connsiteY29" fmla="*/ 342900 h 1848189"/>
                <a:gd name="connsiteX30" fmla="*/ 143350 w 1160749"/>
                <a:gd name="connsiteY30" fmla="*/ 457200 h 1848189"/>
                <a:gd name="connsiteX31" fmla="*/ 124300 w 1160749"/>
                <a:gd name="connsiteY31" fmla="*/ 514350 h 1848189"/>
                <a:gd name="connsiteX32" fmla="*/ 95725 w 1160749"/>
                <a:gd name="connsiteY32" fmla="*/ 609600 h 1848189"/>
                <a:gd name="connsiteX33" fmla="*/ 86200 w 1160749"/>
                <a:gd name="connsiteY33" fmla="*/ 638175 h 1848189"/>
                <a:gd name="connsiteX34" fmla="*/ 76675 w 1160749"/>
                <a:gd name="connsiteY34" fmla="*/ 666750 h 1848189"/>
                <a:gd name="connsiteX35" fmla="*/ 67150 w 1160749"/>
                <a:gd name="connsiteY35" fmla="*/ 714375 h 1848189"/>
                <a:gd name="connsiteX36" fmla="*/ 38575 w 1160749"/>
                <a:gd name="connsiteY36" fmla="*/ 809625 h 1848189"/>
                <a:gd name="connsiteX37" fmla="*/ 29050 w 1160749"/>
                <a:gd name="connsiteY37" fmla="*/ 838200 h 1848189"/>
                <a:gd name="connsiteX38" fmla="*/ 10000 w 1160749"/>
                <a:gd name="connsiteY38" fmla="*/ 914400 h 1848189"/>
                <a:gd name="connsiteX39" fmla="*/ 10000 w 1160749"/>
                <a:gd name="connsiteY39" fmla="*/ 1257300 h 1848189"/>
                <a:gd name="connsiteX40" fmla="*/ 48100 w 1160749"/>
                <a:gd name="connsiteY40" fmla="*/ 1314450 h 1848189"/>
                <a:gd name="connsiteX41" fmla="*/ 95725 w 1160749"/>
                <a:gd name="connsiteY41" fmla="*/ 1371600 h 1848189"/>
                <a:gd name="connsiteX42" fmla="*/ 124300 w 1160749"/>
                <a:gd name="connsiteY42" fmla="*/ 1409700 h 1848189"/>
                <a:gd name="connsiteX43" fmla="*/ 152875 w 1160749"/>
                <a:gd name="connsiteY43" fmla="*/ 1428750 h 1848189"/>
                <a:gd name="connsiteX44" fmla="*/ 210025 w 1160749"/>
                <a:gd name="connsiteY44" fmla="*/ 1476375 h 1848189"/>
                <a:gd name="connsiteX45" fmla="*/ 248125 w 1160749"/>
                <a:gd name="connsiteY45" fmla="*/ 1533525 h 1848189"/>
                <a:gd name="connsiteX46" fmla="*/ 267175 w 1160749"/>
                <a:gd name="connsiteY46" fmla="*/ 1562100 h 1848189"/>
                <a:gd name="connsiteX47" fmla="*/ 276700 w 1160749"/>
                <a:gd name="connsiteY47" fmla="*/ 1590675 h 1848189"/>
                <a:gd name="connsiteX48" fmla="*/ 305275 w 1160749"/>
                <a:gd name="connsiteY48" fmla="*/ 1609725 h 1848189"/>
                <a:gd name="connsiteX49" fmla="*/ 324325 w 1160749"/>
                <a:gd name="connsiteY49" fmla="*/ 1638300 h 1848189"/>
                <a:gd name="connsiteX50" fmla="*/ 352900 w 1160749"/>
                <a:gd name="connsiteY50" fmla="*/ 1657350 h 1848189"/>
                <a:gd name="connsiteX51" fmla="*/ 391000 w 1160749"/>
                <a:gd name="connsiteY51" fmla="*/ 1695450 h 1848189"/>
                <a:gd name="connsiteX52" fmla="*/ 410050 w 1160749"/>
                <a:gd name="connsiteY52" fmla="*/ 1724025 h 1848189"/>
                <a:gd name="connsiteX53" fmla="*/ 438625 w 1160749"/>
                <a:gd name="connsiteY53" fmla="*/ 1733550 h 1848189"/>
                <a:gd name="connsiteX54" fmla="*/ 467200 w 1160749"/>
                <a:gd name="connsiteY54" fmla="*/ 1752600 h 1848189"/>
                <a:gd name="connsiteX55" fmla="*/ 495775 w 1160749"/>
                <a:gd name="connsiteY55" fmla="*/ 1762125 h 1848189"/>
                <a:gd name="connsiteX56" fmla="*/ 524350 w 1160749"/>
                <a:gd name="connsiteY56" fmla="*/ 1781175 h 1848189"/>
                <a:gd name="connsiteX57" fmla="*/ 619600 w 1160749"/>
                <a:gd name="connsiteY57" fmla="*/ 1790700 h 1848189"/>
                <a:gd name="connsiteX58" fmla="*/ 676750 w 1160749"/>
                <a:gd name="connsiteY58" fmla="*/ 1809750 h 1848189"/>
                <a:gd name="connsiteX59" fmla="*/ 714850 w 1160749"/>
                <a:gd name="connsiteY59" fmla="*/ 1819275 h 1848189"/>
                <a:gd name="connsiteX60" fmla="*/ 772000 w 1160749"/>
                <a:gd name="connsiteY60" fmla="*/ 1838325 h 1848189"/>
                <a:gd name="connsiteX61" fmla="*/ 829150 w 1160749"/>
                <a:gd name="connsiteY61" fmla="*/ 1847850 h 1848189"/>
                <a:gd name="connsiteX62" fmla="*/ 1019650 w 1160749"/>
                <a:gd name="connsiteY62" fmla="*/ 1828800 h 1848189"/>
                <a:gd name="connsiteX63" fmla="*/ 1048225 w 1160749"/>
                <a:gd name="connsiteY63" fmla="*/ 1809750 h 1848189"/>
                <a:gd name="connsiteX64" fmla="*/ 1067275 w 1160749"/>
                <a:gd name="connsiteY64" fmla="*/ 1466850 h 1848189"/>
                <a:gd name="connsiteX65" fmla="*/ 1086325 w 1160749"/>
                <a:gd name="connsiteY65" fmla="*/ 1333500 h 1848189"/>
                <a:gd name="connsiteX66" fmla="*/ 1095850 w 1160749"/>
                <a:gd name="connsiteY66" fmla="*/ 1257300 h 1848189"/>
                <a:gd name="connsiteX67" fmla="*/ 1124425 w 1160749"/>
                <a:gd name="connsiteY67" fmla="*/ 1114425 h 1848189"/>
                <a:gd name="connsiteX68" fmla="*/ 1133950 w 1160749"/>
                <a:gd name="connsiteY68" fmla="*/ 1038225 h 1848189"/>
                <a:gd name="connsiteX69" fmla="*/ 1153000 w 1160749"/>
                <a:gd name="connsiteY69" fmla="*/ 962025 h 1848189"/>
                <a:gd name="connsiteX70" fmla="*/ 1143475 w 1160749"/>
                <a:gd name="connsiteY70" fmla="*/ 733425 h 1848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1160749" h="1848189">
                  <a:moveTo>
                    <a:pt x="1143475" y="733425"/>
                  </a:moveTo>
                  <a:cubicBezTo>
                    <a:pt x="1116967" y="667156"/>
                    <a:pt x="1129832" y="702020"/>
                    <a:pt x="1105375" y="628650"/>
                  </a:cubicBezTo>
                  <a:lnTo>
                    <a:pt x="1095850" y="600075"/>
                  </a:lnTo>
                  <a:cubicBezTo>
                    <a:pt x="1092675" y="590550"/>
                    <a:pt x="1091894" y="579854"/>
                    <a:pt x="1086325" y="571500"/>
                  </a:cubicBezTo>
                  <a:cubicBezTo>
                    <a:pt x="1079975" y="561975"/>
                    <a:pt x="1072395" y="553164"/>
                    <a:pt x="1067275" y="542925"/>
                  </a:cubicBezTo>
                  <a:cubicBezTo>
                    <a:pt x="1062785" y="533945"/>
                    <a:pt x="1062626" y="523127"/>
                    <a:pt x="1057750" y="514350"/>
                  </a:cubicBezTo>
                  <a:cubicBezTo>
                    <a:pt x="1025066" y="455519"/>
                    <a:pt x="1032817" y="465978"/>
                    <a:pt x="991075" y="438150"/>
                  </a:cubicBezTo>
                  <a:cubicBezTo>
                    <a:pt x="957081" y="387159"/>
                    <a:pt x="980120" y="417670"/>
                    <a:pt x="914875" y="352425"/>
                  </a:cubicBezTo>
                  <a:cubicBezTo>
                    <a:pt x="905350" y="342900"/>
                    <a:pt x="899368" y="327117"/>
                    <a:pt x="886300" y="323850"/>
                  </a:cubicBezTo>
                  <a:lnTo>
                    <a:pt x="848200" y="314325"/>
                  </a:lnTo>
                  <a:cubicBezTo>
                    <a:pt x="831646" y="264662"/>
                    <a:pt x="850916" y="302981"/>
                    <a:pt x="810100" y="266700"/>
                  </a:cubicBezTo>
                  <a:cubicBezTo>
                    <a:pt x="733001" y="198167"/>
                    <a:pt x="783297" y="219666"/>
                    <a:pt x="724375" y="200025"/>
                  </a:cubicBezTo>
                  <a:cubicBezTo>
                    <a:pt x="669780" y="118133"/>
                    <a:pt x="742475" y="214505"/>
                    <a:pt x="676750" y="161925"/>
                  </a:cubicBezTo>
                  <a:cubicBezTo>
                    <a:pt x="667811" y="154774"/>
                    <a:pt x="666315" y="140888"/>
                    <a:pt x="657700" y="133350"/>
                  </a:cubicBezTo>
                  <a:cubicBezTo>
                    <a:pt x="640470" y="118273"/>
                    <a:pt x="616739" y="111439"/>
                    <a:pt x="600550" y="95250"/>
                  </a:cubicBezTo>
                  <a:cubicBezTo>
                    <a:pt x="591025" y="85725"/>
                    <a:pt x="583183" y="74147"/>
                    <a:pt x="571975" y="66675"/>
                  </a:cubicBezTo>
                  <a:cubicBezTo>
                    <a:pt x="563621" y="61106"/>
                    <a:pt x="552925" y="60325"/>
                    <a:pt x="543400" y="57150"/>
                  </a:cubicBezTo>
                  <a:cubicBezTo>
                    <a:pt x="513211" y="11867"/>
                    <a:pt x="535210" y="32195"/>
                    <a:pt x="467200" y="9525"/>
                  </a:cubicBezTo>
                  <a:lnTo>
                    <a:pt x="438625" y="0"/>
                  </a:lnTo>
                  <a:cubicBezTo>
                    <a:pt x="362425" y="25400"/>
                    <a:pt x="451325" y="-12700"/>
                    <a:pt x="400525" y="38100"/>
                  </a:cubicBezTo>
                  <a:cubicBezTo>
                    <a:pt x="393425" y="45200"/>
                    <a:pt x="380930" y="43135"/>
                    <a:pt x="371950" y="47625"/>
                  </a:cubicBezTo>
                  <a:cubicBezTo>
                    <a:pt x="361711" y="52745"/>
                    <a:pt x="352900" y="60325"/>
                    <a:pt x="343375" y="66675"/>
                  </a:cubicBezTo>
                  <a:lnTo>
                    <a:pt x="305275" y="123825"/>
                  </a:lnTo>
                  <a:cubicBezTo>
                    <a:pt x="298925" y="133350"/>
                    <a:pt x="295750" y="146050"/>
                    <a:pt x="286225" y="152400"/>
                  </a:cubicBezTo>
                  <a:lnTo>
                    <a:pt x="257650" y="171450"/>
                  </a:lnTo>
                  <a:cubicBezTo>
                    <a:pt x="251300" y="180975"/>
                    <a:pt x="243720" y="189786"/>
                    <a:pt x="238600" y="200025"/>
                  </a:cubicBezTo>
                  <a:cubicBezTo>
                    <a:pt x="234110" y="209005"/>
                    <a:pt x="233951" y="219823"/>
                    <a:pt x="229075" y="228600"/>
                  </a:cubicBezTo>
                  <a:cubicBezTo>
                    <a:pt x="217956" y="248614"/>
                    <a:pt x="203675" y="266700"/>
                    <a:pt x="190975" y="285750"/>
                  </a:cubicBezTo>
                  <a:cubicBezTo>
                    <a:pt x="184625" y="295275"/>
                    <a:pt x="175545" y="303465"/>
                    <a:pt x="171925" y="314325"/>
                  </a:cubicBezTo>
                  <a:lnTo>
                    <a:pt x="162400" y="342900"/>
                  </a:lnTo>
                  <a:cubicBezTo>
                    <a:pt x="158311" y="371521"/>
                    <a:pt x="151707" y="426559"/>
                    <a:pt x="143350" y="457200"/>
                  </a:cubicBezTo>
                  <a:cubicBezTo>
                    <a:pt x="138066" y="476573"/>
                    <a:pt x="129170" y="494869"/>
                    <a:pt x="124300" y="514350"/>
                  </a:cubicBezTo>
                  <a:cubicBezTo>
                    <a:pt x="109905" y="571931"/>
                    <a:pt x="118915" y="540031"/>
                    <a:pt x="95725" y="609600"/>
                  </a:cubicBezTo>
                  <a:lnTo>
                    <a:pt x="86200" y="638175"/>
                  </a:lnTo>
                  <a:cubicBezTo>
                    <a:pt x="83025" y="647700"/>
                    <a:pt x="78644" y="656905"/>
                    <a:pt x="76675" y="666750"/>
                  </a:cubicBezTo>
                  <a:cubicBezTo>
                    <a:pt x="73500" y="682625"/>
                    <a:pt x="70662" y="698571"/>
                    <a:pt x="67150" y="714375"/>
                  </a:cubicBezTo>
                  <a:cubicBezTo>
                    <a:pt x="57553" y="757561"/>
                    <a:pt x="54404" y="762137"/>
                    <a:pt x="38575" y="809625"/>
                  </a:cubicBezTo>
                  <a:cubicBezTo>
                    <a:pt x="35400" y="819150"/>
                    <a:pt x="31485" y="828460"/>
                    <a:pt x="29050" y="838200"/>
                  </a:cubicBezTo>
                  <a:lnTo>
                    <a:pt x="10000" y="914400"/>
                  </a:lnTo>
                  <a:cubicBezTo>
                    <a:pt x="5307" y="1003564"/>
                    <a:pt x="-9941" y="1165572"/>
                    <a:pt x="10000" y="1257300"/>
                  </a:cubicBezTo>
                  <a:cubicBezTo>
                    <a:pt x="14864" y="1279673"/>
                    <a:pt x="35400" y="1295400"/>
                    <a:pt x="48100" y="1314450"/>
                  </a:cubicBezTo>
                  <a:cubicBezTo>
                    <a:pt x="90204" y="1377605"/>
                    <a:pt x="40720" y="1307428"/>
                    <a:pt x="95725" y="1371600"/>
                  </a:cubicBezTo>
                  <a:cubicBezTo>
                    <a:pt x="106056" y="1383653"/>
                    <a:pt x="113075" y="1398475"/>
                    <a:pt x="124300" y="1409700"/>
                  </a:cubicBezTo>
                  <a:cubicBezTo>
                    <a:pt x="132395" y="1417795"/>
                    <a:pt x="144081" y="1421421"/>
                    <a:pt x="152875" y="1428750"/>
                  </a:cubicBezTo>
                  <a:cubicBezTo>
                    <a:pt x="226214" y="1489866"/>
                    <a:pt x="139079" y="1429077"/>
                    <a:pt x="210025" y="1476375"/>
                  </a:cubicBezTo>
                  <a:cubicBezTo>
                    <a:pt x="226764" y="1526593"/>
                    <a:pt x="208487" y="1485959"/>
                    <a:pt x="248125" y="1533525"/>
                  </a:cubicBezTo>
                  <a:cubicBezTo>
                    <a:pt x="255454" y="1542319"/>
                    <a:pt x="262055" y="1551861"/>
                    <a:pt x="267175" y="1562100"/>
                  </a:cubicBezTo>
                  <a:cubicBezTo>
                    <a:pt x="271665" y="1571080"/>
                    <a:pt x="270428" y="1582835"/>
                    <a:pt x="276700" y="1590675"/>
                  </a:cubicBezTo>
                  <a:cubicBezTo>
                    <a:pt x="283851" y="1599614"/>
                    <a:pt x="295750" y="1603375"/>
                    <a:pt x="305275" y="1609725"/>
                  </a:cubicBezTo>
                  <a:cubicBezTo>
                    <a:pt x="311625" y="1619250"/>
                    <a:pt x="316230" y="1630205"/>
                    <a:pt x="324325" y="1638300"/>
                  </a:cubicBezTo>
                  <a:cubicBezTo>
                    <a:pt x="332420" y="1646395"/>
                    <a:pt x="345749" y="1648411"/>
                    <a:pt x="352900" y="1657350"/>
                  </a:cubicBezTo>
                  <a:cubicBezTo>
                    <a:pt x="389845" y="1703532"/>
                    <a:pt x="328655" y="1674668"/>
                    <a:pt x="391000" y="1695450"/>
                  </a:cubicBezTo>
                  <a:cubicBezTo>
                    <a:pt x="397350" y="1704975"/>
                    <a:pt x="401111" y="1716874"/>
                    <a:pt x="410050" y="1724025"/>
                  </a:cubicBezTo>
                  <a:cubicBezTo>
                    <a:pt x="417890" y="1730297"/>
                    <a:pt x="429645" y="1729060"/>
                    <a:pt x="438625" y="1733550"/>
                  </a:cubicBezTo>
                  <a:cubicBezTo>
                    <a:pt x="448864" y="1738670"/>
                    <a:pt x="456961" y="1747480"/>
                    <a:pt x="467200" y="1752600"/>
                  </a:cubicBezTo>
                  <a:cubicBezTo>
                    <a:pt x="476180" y="1757090"/>
                    <a:pt x="486795" y="1757635"/>
                    <a:pt x="495775" y="1762125"/>
                  </a:cubicBezTo>
                  <a:cubicBezTo>
                    <a:pt x="506014" y="1767245"/>
                    <a:pt x="513196" y="1778601"/>
                    <a:pt x="524350" y="1781175"/>
                  </a:cubicBezTo>
                  <a:cubicBezTo>
                    <a:pt x="555441" y="1788350"/>
                    <a:pt x="587850" y="1787525"/>
                    <a:pt x="619600" y="1790700"/>
                  </a:cubicBezTo>
                  <a:cubicBezTo>
                    <a:pt x="638650" y="1797050"/>
                    <a:pt x="657269" y="1804880"/>
                    <a:pt x="676750" y="1809750"/>
                  </a:cubicBezTo>
                  <a:cubicBezTo>
                    <a:pt x="689450" y="1812925"/>
                    <a:pt x="702311" y="1815513"/>
                    <a:pt x="714850" y="1819275"/>
                  </a:cubicBezTo>
                  <a:cubicBezTo>
                    <a:pt x="734084" y="1825045"/>
                    <a:pt x="752193" y="1835024"/>
                    <a:pt x="772000" y="1838325"/>
                  </a:cubicBezTo>
                  <a:lnTo>
                    <a:pt x="829150" y="1847850"/>
                  </a:lnTo>
                  <a:cubicBezTo>
                    <a:pt x="838613" y="1847293"/>
                    <a:pt x="969954" y="1853648"/>
                    <a:pt x="1019650" y="1828800"/>
                  </a:cubicBezTo>
                  <a:cubicBezTo>
                    <a:pt x="1029889" y="1823680"/>
                    <a:pt x="1038700" y="1816100"/>
                    <a:pt x="1048225" y="1809750"/>
                  </a:cubicBezTo>
                  <a:cubicBezTo>
                    <a:pt x="1070399" y="1610187"/>
                    <a:pt x="1047211" y="1838026"/>
                    <a:pt x="1067275" y="1466850"/>
                  </a:cubicBezTo>
                  <a:cubicBezTo>
                    <a:pt x="1077473" y="1278194"/>
                    <a:pt x="1069320" y="1435533"/>
                    <a:pt x="1086325" y="1333500"/>
                  </a:cubicBezTo>
                  <a:cubicBezTo>
                    <a:pt x="1090533" y="1308251"/>
                    <a:pt x="1092467" y="1282673"/>
                    <a:pt x="1095850" y="1257300"/>
                  </a:cubicBezTo>
                  <a:cubicBezTo>
                    <a:pt x="1118951" y="1084043"/>
                    <a:pt x="1088416" y="1306474"/>
                    <a:pt x="1124425" y="1114425"/>
                  </a:cubicBezTo>
                  <a:cubicBezTo>
                    <a:pt x="1129142" y="1089266"/>
                    <a:pt x="1129233" y="1063384"/>
                    <a:pt x="1133950" y="1038225"/>
                  </a:cubicBezTo>
                  <a:cubicBezTo>
                    <a:pt x="1138775" y="1012492"/>
                    <a:pt x="1153000" y="962025"/>
                    <a:pt x="1153000" y="962025"/>
                  </a:cubicBezTo>
                  <a:cubicBezTo>
                    <a:pt x="1166000" y="832023"/>
                    <a:pt x="1162525" y="898683"/>
                    <a:pt x="1143475" y="73342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Freeform: Shape 12">
              <a:extLst>
                <a:ext uri="{FF2B5EF4-FFF2-40B4-BE49-F238E27FC236}">
                  <a16:creationId xmlns:a16="http://schemas.microsoft.com/office/drawing/2014/main" id="{D8EE24C6-DFB5-12B1-5ACE-EA0C2BBDA6A9}"/>
                </a:ext>
              </a:extLst>
            </p:cNvPr>
            <p:cNvSpPr/>
            <p:nvPr/>
          </p:nvSpPr>
          <p:spPr>
            <a:xfrm>
              <a:off x="5473068" y="2370015"/>
              <a:ext cx="678180" cy="350773"/>
            </a:xfrm>
            <a:custGeom>
              <a:avLst/>
              <a:gdLst>
                <a:gd name="connsiteX0" fmla="*/ 0 w 678180"/>
                <a:gd name="connsiteY0" fmla="*/ 350773 h 350773"/>
                <a:gd name="connsiteX1" fmla="*/ 38100 w 678180"/>
                <a:gd name="connsiteY1" fmla="*/ 327913 h 350773"/>
                <a:gd name="connsiteX2" fmla="*/ 53340 w 678180"/>
                <a:gd name="connsiteY2" fmla="*/ 305053 h 350773"/>
                <a:gd name="connsiteX3" fmla="*/ 76200 w 678180"/>
                <a:gd name="connsiteY3" fmla="*/ 289813 h 350773"/>
                <a:gd name="connsiteX4" fmla="*/ 114300 w 678180"/>
                <a:gd name="connsiteY4" fmla="*/ 221233 h 350773"/>
                <a:gd name="connsiteX5" fmla="*/ 137160 w 678180"/>
                <a:gd name="connsiteY5" fmla="*/ 205993 h 350773"/>
                <a:gd name="connsiteX6" fmla="*/ 152400 w 678180"/>
                <a:gd name="connsiteY6" fmla="*/ 183133 h 350773"/>
                <a:gd name="connsiteX7" fmla="*/ 198120 w 678180"/>
                <a:gd name="connsiteY7" fmla="*/ 160273 h 350773"/>
                <a:gd name="connsiteX8" fmla="*/ 220980 w 678180"/>
                <a:gd name="connsiteY8" fmla="*/ 145033 h 350773"/>
                <a:gd name="connsiteX9" fmla="*/ 243840 w 678180"/>
                <a:gd name="connsiteY9" fmla="*/ 137413 h 350773"/>
                <a:gd name="connsiteX10" fmla="*/ 266700 w 678180"/>
                <a:gd name="connsiteY10" fmla="*/ 122173 h 350773"/>
                <a:gd name="connsiteX11" fmla="*/ 342900 w 678180"/>
                <a:gd name="connsiteY11" fmla="*/ 91693 h 350773"/>
                <a:gd name="connsiteX12" fmla="*/ 365760 w 678180"/>
                <a:gd name="connsiteY12" fmla="*/ 76453 h 350773"/>
                <a:gd name="connsiteX13" fmla="*/ 434340 w 678180"/>
                <a:gd name="connsiteY13" fmla="*/ 53593 h 350773"/>
                <a:gd name="connsiteX14" fmla="*/ 457200 w 678180"/>
                <a:gd name="connsiteY14" fmla="*/ 45973 h 350773"/>
                <a:gd name="connsiteX15" fmla="*/ 480060 w 678180"/>
                <a:gd name="connsiteY15" fmla="*/ 38353 h 350773"/>
                <a:gd name="connsiteX16" fmla="*/ 525780 w 678180"/>
                <a:gd name="connsiteY16" fmla="*/ 15493 h 350773"/>
                <a:gd name="connsiteX17" fmla="*/ 632460 w 678180"/>
                <a:gd name="connsiteY17" fmla="*/ 7873 h 350773"/>
                <a:gd name="connsiteX18" fmla="*/ 678180 w 678180"/>
                <a:gd name="connsiteY18" fmla="*/ 253 h 35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78180" h="350773">
                  <a:moveTo>
                    <a:pt x="0" y="350773"/>
                  </a:moveTo>
                  <a:cubicBezTo>
                    <a:pt x="12700" y="343153"/>
                    <a:pt x="26855" y="337552"/>
                    <a:pt x="38100" y="327913"/>
                  </a:cubicBezTo>
                  <a:cubicBezTo>
                    <a:pt x="45053" y="321953"/>
                    <a:pt x="46864" y="311529"/>
                    <a:pt x="53340" y="305053"/>
                  </a:cubicBezTo>
                  <a:cubicBezTo>
                    <a:pt x="59816" y="298577"/>
                    <a:pt x="68580" y="294893"/>
                    <a:pt x="76200" y="289813"/>
                  </a:cubicBezTo>
                  <a:cubicBezTo>
                    <a:pt x="84141" y="265991"/>
                    <a:pt x="91841" y="236205"/>
                    <a:pt x="114300" y="221233"/>
                  </a:cubicBezTo>
                  <a:lnTo>
                    <a:pt x="137160" y="205993"/>
                  </a:lnTo>
                  <a:cubicBezTo>
                    <a:pt x="142240" y="198373"/>
                    <a:pt x="145924" y="189609"/>
                    <a:pt x="152400" y="183133"/>
                  </a:cubicBezTo>
                  <a:cubicBezTo>
                    <a:pt x="174238" y="161295"/>
                    <a:pt x="173330" y="172668"/>
                    <a:pt x="198120" y="160273"/>
                  </a:cubicBezTo>
                  <a:cubicBezTo>
                    <a:pt x="206311" y="156177"/>
                    <a:pt x="212789" y="149129"/>
                    <a:pt x="220980" y="145033"/>
                  </a:cubicBezTo>
                  <a:cubicBezTo>
                    <a:pt x="228164" y="141441"/>
                    <a:pt x="236656" y="141005"/>
                    <a:pt x="243840" y="137413"/>
                  </a:cubicBezTo>
                  <a:cubicBezTo>
                    <a:pt x="252031" y="133317"/>
                    <a:pt x="258694" y="126621"/>
                    <a:pt x="266700" y="122173"/>
                  </a:cubicBezTo>
                  <a:cubicBezTo>
                    <a:pt x="311771" y="97133"/>
                    <a:pt x="302046" y="101907"/>
                    <a:pt x="342900" y="91693"/>
                  </a:cubicBezTo>
                  <a:cubicBezTo>
                    <a:pt x="350520" y="86613"/>
                    <a:pt x="357391" y="80172"/>
                    <a:pt x="365760" y="76453"/>
                  </a:cubicBezTo>
                  <a:lnTo>
                    <a:pt x="434340" y="53593"/>
                  </a:lnTo>
                  <a:lnTo>
                    <a:pt x="457200" y="45973"/>
                  </a:lnTo>
                  <a:cubicBezTo>
                    <a:pt x="464820" y="43433"/>
                    <a:pt x="473377" y="42808"/>
                    <a:pt x="480060" y="38353"/>
                  </a:cubicBezTo>
                  <a:cubicBezTo>
                    <a:pt x="495472" y="28078"/>
                    <a:pt x="506626" y="17746"/>
                    <a:pt x="525780" y="15493"/>
                  </a:cubicBezTo>
                  <a:cubicBezTo>
                    <a:pt x="561186" y="11328"/>
                    <a:pt x="596900" y="10413"/>
                    <a:pt x="632460" y="7873"/>
                  </a:cubicBezTo>
                  <a:cubicBezTo>
                    <a:pt x="662549" y="-2157"/>
                    <a:pt x="647288" y="253"/>
                    <a:pt x="678180" y="253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Multiplication Sign 42">
              <a:extLst>
                <a:ext uri="{FF2B5EF4-FFF2-40B4-BE49-F238E27FC236}">
                  <a16:creationId xmlns:a16="http://schemas.microsoft.com/office/drawing/2014/main" id="{DD8D3B53-28B7-CADE-1E91-D96C102CD7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67303" y="2276080"/>
              <a:ext cx="180000" cy="180000"/>
            </a:xfrm>
            <a:prstGeom prst="mathMultiply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911D7A86-3143-4A14-064C-2DFE47A48440}"/>
                    </a:ext>
                  </a:extLst>
                </p:cNvPr>
                <p:cNvSpPr txBox="1"/>
                <p:nvPr/>
              </p:nvSpPr>
              <p:spPr>
                <a:xfrm>
                  <a:off x="5207373" y="1861113"/>
                  <a:ext cx="37147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911D7A86-3143-4A14-064C-2DFE47A484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7373" y="1861113"/>
                  <a:ext cx="371475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24490" b="-2244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1B5D4393-E970-451B-2F7D-D499E7F410CC}"/>
              </a:ext>
            </a:extLst>
          </p:cNvPr>
          <p:cNvGrpSpPr/>
          <p:nvPr/>
        </p:nvGrpSpPr>
        <p:grpSpPr>
          <a:xfrm>
            <a:off x="6852734" y="4399153"/>
            <a:ext cx="2331809" cy="1776867"/>
            <a:chOff x="5337696" y="2279377"/>
            <a:chExt cx="2331809" cy="1776867"/>
          </a:xfrm>
        </p:grpSpPr>
        <p:sp>
          <p:nvSpPr>
            <p:cNvPr id="102" name="Freeform: Shape 11">
              <a:extLst>
                <a:ext uri="{FF2B5EF4-FFF2-40B4-BE49-F238E27FC236}">
                  <a16:creationId xmlns:a16="http://schemas.microsoft.com/office/drawing/2014/main" id="{45D3A3A9-1A5E-7E6B-7378-0F7F8D9B60A4}"/>
                </a:ext>
              </a:extLst>
            </p:cNvPr>
            <p:cNvSpPr/>
            <p:nvPr/>
          </p:nvSpPr>
          <p:spPr>
            <a:xfrm>
              <a:off x="5990076" y="2296024"/>
              <a:ext cx="1611292" cy="1760220"/>
            </a:xfrm>
            <a:custGeom>
              <a:avLst/>
              <a:gdLst>
                <a:gd name="connsiteX0" fmla="*/ 2013561 w 2014114"/>
                <a:gd name="connsiteY0" fmla="*/ 1666875 h 2200275"/>
                <a:gd name="connsiteX1" fmla="*/ 2013561 w 2014114"/>
                <a:gd name="connsiteY1" fmla="*/ 1666875 h 2200275"/>
                <a:gd name="connsiteX2" fmla="*/ 1956411 w 2014114"/>
                <a:gd name="connsiteY2" fmla="*/ 1600200 h 2200275"/>
                <a:gd name="connsiteX3" fmla="*/ 1927836 w 2014114"/>
                <a:gd name="connsiteY3" fmla="*/ 1571625 h 2200275"/>
                <a:gd name="connsiteX4" fmla="*/ 1889736 w 2014114"/>
                <a:gd name="connsiteY4" fmla="*/ 1514475 h 2200275"/>
                <a:gd name="connsiteX5" fmla="*/ 1880211 w 2014114"/>
                <a:gd name="connsiteY5" fmla="*/ 1485900 h 2200275"/>
                <a:gd name="connsiteX6" fmla="*/ 1851636 w 2014114"/>
                <a:gd name="connsiteY6" fmla="*/ 1466850 h 2200275"/>
                <a:gd name="connsiteX7" fmla="*/ 1813536 w 2014114"/>
                <a:gd name="connsiteY7" fmla="*/ 1323975 h 2200275"/>
                <a:gd name="connsiteX8" fmla="*/ 1794486 w 2014114"/>
                <a:gd name="connsiteY8" fmla="*/ 1266825 h 2200275"/>
                <a:gd name="connsiteX9" fmla="*/ 1784961 w 2014114"/>
                <a:gd name="connsiteY9" fmla="*/ 1238250 h 2200275"/>
                <a:gd name="connsiteX10" fmla="*/ 1746861 w 2014114"/>
                <a:gd name="connsiteY10" fmla="*/ 1181100 h 2200275"/>
                <a:gd name="connsiteX11" fmla="*/ 1727811 w 2014114"/>
                <a:gd name="connsiteY11" fmla="*/ 1152525 h 2200275"/>
                <a:gd name="connsiteX12" fmla="*/ 1708761 w 2014114"/>
                <a:gd name="connsiteY12" fmla="*/ 1104900 h 2200275"/>
                <a:gd name="connsiteX13" fmla="*/ 1689711 w 2014114"/>
                <a:gd name="connsiteY13" fmla="*/ 1076325 h 2200275"/>
                <a:gd name="connsiteX14" fmla="*/ 1680186 w 2014114"/>
                <a:gd name="connsiteY14" fmla="*/ 1047750 h 2200275"/>
                <a:gd name="connsiteX15" fmla="*/ 1661136 w 2014114"/>
                <a:gd name="connsiteY15" fmla="*/ 1019175 h 2200275"/>
                <a:gd name="connsiteX16" fmla="*/ 1613511 w 2014114"/>
                <a:gd name="connsiteY16" fmla="*/ 942975 h 2200275"/>
                <a:gd name="connsiteX17" fmla="*/ 1575411 w 2014114"/>
                <a:gd name="connsiteY17" fmla="*/ 895350 h 2200275"/>
                <a:gd name="connsiteX18" fmla="*/ 1565886 w 2014114"/>
                <a:gd name="connsiteY18" fmla="*/ 866775 h 2200275"/>
                <a:gd name="connsiteX19" fmla="*/ 1537311 w 2014114"/>
                <a:gd name="connsiteY19" fmla="*/ 838200 h 2200275"/>
                <a:gd name="connsiteX20" fmla="*/ 1518261 w 2014114"/>
                <a:gd name="connsiteY20" fmla="*/ 800100 h 2200275"/>
                <a:gd name="connsiteX21" fmla="*/ 1461111 w 2014114"/>
                <a:gd name="connsiteY21" fmla="*/ 752475 h 2200275"/>
                <a:gd name="connsiteX22" fmla="*/ 1403961 w 2014114"/>
                <a:gd name="connsiteY22" fmla="*/ 676275 h 2200275"/>
                <a:gd name="connsiteX23" fmla="*/ 1337286 w 2014114"/>
                <a:gd name="connsiteY23" fmla="*/ 619125 h 2200275"/>
                <a:gd name="connsiteX24" fmla="*/ 1318236 w 2014114"/>
                <a:gd name="connsiteY24" fmla="*/ 590550 h 2200275"/>
                <a:gd name="connsiteX25" fmla="*/ 1270611 w 2014114"/>
                <a:gd name="connsiteY25" fmla="*/ 533400 h 2200275"/>
                <a:gd name="connsiteX26" fmla="*/ 1251561 w 2014114"/>
                <a:gd name="connsiteY26" fmla="*/ 504825 h 2200275"/>
                <a:gd name="connsiteX27" fmla="*/ 1222986 w 2014114"/>
                <a:gd name="connsiteY27" fmla="*/ 485775 h 2200275"/>
                <a:gd name="connsiteX28" fmla="*/ 1184886 w 2014114"/>
                <a:gd name="connsiteY28" fmla="*/ 457200 h 2200275"/>
                <a:gd name="connsiteX29" fmla="*/ 1127736 w 2014114"/>
                <a:gd name="connsiteY29" fmla="*/ 419100 h 2200275"/>
                <a:gd name="connsiteX30" fmla="*/ 1108686 w 2014114"/>
                <a:gd name="connsiteY30" fmla="*/ 390525 h 2200275"/>
                <a:gd name="connsiteX31" fmla="*/ 1080111 w 2014114"/>
                <a:gd name="connsiteY31" fmla="*/ 381000 h 2200275"/>
                <a:gd name="connsiteX32" fmla="*/ 1022961 w 2014114"/>
                <a:gd name="connsiteY32" fmla="*/ 342900 h 2200275"/>
                <a:gd name="connsiteX33" fmla="*/ 956286 w 2014114"/>
                <a:gd name="connsiteY33" fmla="*/ 295275 h 2200275"/>
                <a:gd name="connsiteX34" fmla="*/ 899136 w 2014114"/>
                <a:gd name="connsiteY34" fmla="*/ 257175 h 2200275"/>
                <a:gd name="connsiteX35" fmla="*/ 880086 w 2014114"/>
                <a:gd name="connsiteY35" fmla="*/ 228600 h 2200275"/>
                <a:gd name="connsiteX36" fmla="*/ 822936 w 2014114"/>
                <a:gd name="connsiteY36" fmla="*/ 209550 h 2200275"/>
                <a:gd name="connsiteX37" fmla="*/ 765786 w 2014114"/>
                <a:gd name="connsiteY37" fmla="*/ 171450 h 2200275"/>
                <a:gd name="connsiteX38" fmla="*/ 680061 w 2014114"/>
                <a:gd name="connsiteY38" fmla="*/ 114300 h 2200275"/>
                <a:gd name="connsiteX39" fmla="*/ 651486 w 2014114"/>
                <a:gd name="connsiteY39" fmla="*/ 95250 h 2200275"/>
                <a:gd name="connsiteX40" fmla="*/ 622911 w 2014114"/>
                <a:gd name="connsiteY40" fmla="*/ 76200 h 2200275"/>
                <a:gd name="connsiteX41" fmla="*/ 508611 w 2014114"/>
                <a:gd name="connsiteY41" fmla="*/ 38100 h 2200275"/>
                <a:gd name="connsiteX42" fmla="*/ 480036 w 2014114"/>
                <a:gd name="connsiteY42" fmla="*/ 28575 h 2200275"/>
                <a:gd name="connsiteX43" fmla="*/ 451461 w 2014114"/>
                <a:gd name="connsiteY43" fmla="*/ 19050 h 2200275"/>
                <a:gd name="connsiteX44" fmla="*/ 327636 w 2014114"/>
                <a:gd name="connsiteY44" fmla="*/ 0 h 2200275"/>
                <a:gd name="connsiteX45" fmla="*/ 146661 w 2014114"/>
                <a:gd name="connsiteY45" fmla="*/ 9525 h 2200275"/>
                <a:gd name="connsiteX46" fmla="*/ 89511 w 2014114"/>
                <a:gd name="connsiteY46" fmla="*/ 28575 h 2200275"/>
                <a:gd name="connsiteX47" fmla="*/ 70461 w 2014114"/>
                <a:gd name="connsiteY47" fmla="*/ 457200 h 2200275"/>
                <a:gd name="connsiteX48" fmla="*/ 51411 w 2014114"/>
                <a:gd name="connsiteY48" fmla="*/ 752475 h 2200275"/>
                <a:gd name="connsiteX49" fmla="*/ 41886 w 2014114"/>
                <a:gd name="connsiteY49" fmla="*/ 828675 h 2200275"/>
                <a:gd name="connsiteX50" fmla="*/ 13311 w 2014114"/>
                <a:gd name="connsiteY50" fmla="*/ 923925 h 2200275"/>
                <a:gd name="connsiteX51" fmla="*/ 3786 w 2014114"/>
                <a:gd name="connsiteY51" fmla="*/ 990600 h 2200275"/>
                <a:gd name="connsiteX52" fmla="*/ 22836 w 2014114"/>
                <a:gd name="connsiteY52" fmla="*/ 1457325 h 2200275"/>
                <a:gd name="connsiteX53" fmla="*/ 41886 w 2014114"/>
                <a:gd name="connsiteY53" fmla="*/ 1905000 h 2200275"/>
                <a:gd name="connsiteX54" fmla="*/ 32361 w 2014114"/>
                <a:gd name="connsiteY54" fmla="*/ 2152650 h 2200275"/>
                <a:gd name="connsiteX55" fmla="*/ 13311 w 2014114"/>
                <a:gd name="connsiteY55" fmla="*/ 2200275 h 2200275"/>
                <a:gd name="connsiteX56" fmla="*/ 89511 w 2014114"/>
                <a:gd name="connsiteY56" fmla="*/ 2190750 h 2200275"/>
                <a:gd name="connsiteX57" fmla="*/ 137136 w 2014114"/>
                <a:gd name="connsiteY57" fmla="*/ 2181225 h 2200275"/>
                <a:gd name="connsiteX58" fmla="*/ 251436 w 2014114"/>
                <a:gd name="connsiteY58" fmla="*/ 2162175 h 2200275"/>
                <a:gd name="connsiteX59" fmla="*/ 308586 w 2014114"/>
                <a:gd name="connsiteY59" fmla="*/ 2152650 h 2200275"/>
                <a:gd name="connsiteX60" fmla="*/ 441936 w 2014114"/>
                <a:gd name="connsiteY60" fmla="*/ 2133600 h 2200275"/>
                <a:gd name="connsiteX61" fmla="*/ 489561 w 2014114"/>
                <a:gd name="connsiteY61" fmla="*/ 2124075 h 2200275"/>
                <a:gd name="connsiteX62" fmla="*/ 518136 w 2014114"/>
                <a:gd name="connsiteY62" fmla="*/ 2114550 h 2200275"/>
                <a:gd name="connsiteX63" fmla="*/ 594336 w 2014114"/>
                <a:gd name="connsiteY63" fmla="*/ 2105025 h 2200275"/>
                <a:gd name="connsiteX64" fmla="*/ 661011 w 2014114"/>
                <a:gd name="connsiteY64" fmla="*/ 2085975 h 2200275"/>
                <a:gd name="connsiteX65" fmla="*/ 708636 w 2014114"/>
                <a:gd name="connsiteY65" fmla="*/ 2076450 h 2200275"/>
                <a:gd name="connsiteX66" fmla="*/ 765786 w 2014114"/>
                <a:gd name="connsiteY66" fmla="*/ 2057400 h 2200275"/>
                <a:gd name="connsiteX67" fmla="*/ 822936 w 2014114"/>
                <a:gd name="connsiteY67" fmla="*/ 2028825 h 2200275"/>
                <a:gd name="connsiteX68" fmla="*/ 851511 w 2014114"/>
                <a:gd name="connsiteY68" fmla="*/ 2000250 h 2200275"/>
                <a:gd name="connsiteX69" fmla="*/ 908661 w 2014114"/>
                <a:gd name="connsiteY69" fmla="*/ 1981200 h 2200275"/>
                <a:gd name="connsiteX70" fmla="*/ 956286 w 2014114"/>
                <a:gd name="connsiteY70" fmla="*/ 1971675 h 2200275"/>
                <a:gd name="connsiteX71" fmla="*/ 1022961 w 2014114"/>
                <a:gd name="connsiteY71" fmla="*/ 1962150 h 2200275"/>
                <a:gd name="connsiteX72" fmla="*/ 1089636 w 2014114"/>
                <a:gd name="connsiteY72" fmla="*/ 1943100 h 2200275"/>
                <a:gd name="connsiteX73" fmla="*/ 1156311 w 2014114"/>
                <a:gd name="connsiteY73" fmla="*/ 1924050 h 2200275"/>
                <a:gd name="connsiteX74" fmla="*/ 1280136 w 2014114"/>
                <a:gd name="connsiteY74" fmla="*/ 1895475 h 2200275"/>
                <a:gd name="connsiteX75" fmla="*/ 1308711 w 2014114"/>
                <a:gd name="connsiteY75" fmla="*/ 1885950 h 2200275"/>
                <a:gd name="connsiteX76" fmla="*/ 1346811 w 2014114"/>
                <a:gd name="connsiteY76" fmla="*/ 1876425 h 2200275"/>
                <a:gd name="connsiteX77" fmla="*/ 1375386 w 2014114"/>
                <a:gd name="connsiteY77" fmla="*/ 1866900 h 2200275"/>
                <a:gd name="connsiteX78" fmla="*/ 1546836 w 2014114"/>
                <a:gd name="connsiteY78" fmla="*/ 1857375 h 2200275"/>
                <a:gd name="connsiteX79" fmla="*/ 1603986 w 2014114"/>
                <a:gd name="connsiteY79" fmla="*/ 1847850 h 2200275"/>
                <a:gd name="connsiteX80" fmla="*/ 1708761 w 2014114"/>
                <a:gd name="connsiteY80" fmla="*/ 1838325 h 2200275"/>
                <a:gd name="connsiteX81" fmla="*/ 1746861 w 2014114"/>
                <a:gd name="connsiteY81" fmla="*/ 1828800 h 2200275"/>
                <a:gd name="connsiteX82" fmla="*/ 1861161 w 2014114"/>
                <a:gd name="connsiteY82" fmla="*/ 1809750 h 2200275"/>
                <a:gd name="connsiteX83" fmla="*/ 1918311 w 2014114"/>
                <a:gd name="connsiteY83" fmla="*/ 1800225 h 2200275"/>
                <a:gd name="connsiteX84" fmla="*/ 1984986 w 2014114"/>
                <a:gd name="connsiteY84" fmla="*/ 1781175 h 2200275"/>
                <a:gd name="connsiteX85" fmla="*/ 2013561 w 2014114"/>
                <a:gd name="connsiteY85" fmla="*/ 1724025 h 2200275"/>
                <a:gd name="connsiteX86" fmla="*/ 2013561 w 2014114"/>
                <a:gd name="connsiteY86" fmla="*/ 1666875 h 220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2014114" h="2200275">
                  <a:moveTo>
                    <a:pt x="2013561" y="1666875"/>
                  </a:moveTo>
                  <a:lnTo>
                    <a:pt x="2013561" y="1666875"/>
                  </a:lnTo>
                  <a:cubicBezTo>
                    <a:pt x="1994511" y="1644650"/>
                    <a:pt x="1975993" y="1621958"/>
                    <a:pt x="1956411" y="1600200"/>
                  </a:cubicBezTo>
                  <a:cubicBezTo>
                    <a:pt x="1947400" y="1590188"/>
                    <a:pt x="1936106" y="1582258"/>
                    <a:pt x="1927836" y="1571625"/>
                  </a:cubicBezTo>
                  <a:cubicBezTo>
                    <a:pt x="1913780" y="1553553"/>
                    <a:pt x="1896976" y="1536195"/>
                    <a:pt x="1889736" y="1514475"/>
                  </a:cubicBezTo>
                  <a:cubicBezTo>
                    <a:pt x="1886561" y="1504950"/>
                    <a:pt x="1886483" y="1493740"/>
                    <a:pt x="1880211" y="1485900"/>
                  </a:cubicBezTo>
                  <a:cubicBezTo>
                    <a:pt x="1873060" y="1476961"/>
                    <a:pt x="1861161" y="1473200"/>
                    <a:pt x="1851636" y="1466850"/>
                  </a:cubicBezTo>
                  <a:cubicBezTo>
                    <a:pt x="1822694" y="1322141"/>
                    <a:pt x="1848064" y="1418927"/>
                    <a:pt x="1813536" y="1323975"/>
                  </a:cubicBezTo>
                  <a:cubicBezTo>
                    <a:pt x="1806674" y="1305104"/>
                    <a:pt x="1800836" y="1285875"/>
                    <a:pt x="1794486" y="1266825"/>
                  </a:cubicBezTo>
                  <a:cubicBezTo>
                    <a:pt x="1791311" y="1257300"/>
                    <a:pt x="1790530" y="1246604"/>
                    <a:pt x="1784961" y="1238250"/>
                  </a:cubicBezTo>
                  <a:lnTo>
                    <a:pt x="1746861" y="1181100"/>
                  </a:lnTo>
                  <a:cubicBezTo>
                    <a:pt x="1740511" y="1171575"/>
                    <a:pt x="1732063" y="1163154"/>
                    <a:pt x="1727811" y="1152525"/>
                  </a:cubicBezTo>
                  <a:cubicBezTo>
                    <a:pt x="1721461" y="1136650"/>
                    <a:pt x="1716407" y="1120193"/>
                    <a:pt x="1708761" y="1104900"/>
                  </a:cubicBezTo>
                  <a:cubicBezTo>
                    <a:pt x="1703641" y="1094661"/>
                    <a:pt x="1694831" y="1086564"/>
                    <a:pt x="1689711" y="1076325"/>
                  </a:cubicBezTo>
                  <a:cubicBezTo>
                    <a:pt x="1685221" y="1067345"/>
                    <a:pt x="1684676" y="1056730"/>
                    <a:pt x="1680186" y="1047750"/>
                  </a:cubicBezTo>
                  <a:cubicBezTo>
                    <a:pt x="1675066" y="1037511"/>
                    <a:pt x="1666256" y="1029414"/>
                    <a:pt x="1661136" y="1019175"/>
                  </a:cubicBezTo>
                  <a:cubicBezTo>
                    <a:pt x="1625057" y="947017"/>
                    <a:pt x="1663651" y="993115"/>
                    <a:pt x="1613511" y="942975"/>
                  </a:cubicBezTo>
                  <a:cubicBezTo>
                    <a:pt x="1589570" y="871151"/>
                    <a:pt x="1624650" y="956898"/>
                    <a:pt x="1575411" y="895350"/>
                  </a:cubicBezTo>
                  <a:cubicBezTo>
                    <a:pt x="1569139" y="887510"/>
                    <a:pt x="1571455" y="875129"/>
                    <a:pt x="1565886" y="866775"/>
                  </a:cubicBezTo>
                  <a:cubicBezTo>
                    <a:pt x="1558414" y="855567"/>
                    <a:pt x="1545141" y="849161"/>
                    <a:pt x="1537311" y="838200"/>
                  </a:cubicBezTo>
                  <a:cubicBezTo>
                    <a:pt x="1529058" y="826646"/>
                    <a:pt x="1526514" y="811654"/>
                    <a:pt x="1518261" y="800100"/>
                  </a:cubicBezTo>
                  <a:cubicBezTo>
                    <a:pt x="1501593" y="776765"/>
                    <a:pt x="1483896" y="767665"/>
                    <a:pt x="1461111" y="752475"/>
                  </a:cubicBezTo>
                  <a:cubicBezTo>
                    <a:pt x="1443524" y="726095"/>
                    <a:pt x="1426587" y="698901"/>
                    <a:pt x="1403961" y="676275"/>
                  </a:cubicBezTo>
                  <a:cubicBezTo>
                    <a:pt x="1340894" y="613208"/>
                    <a:pt x="1389127" y="681334"/>
                    <a:pt x="1337286" y="619125"/>
                  </a:cubicBezTo>
                  <a:cubicBezTo>
                    <a:pt x="1329957" y="610331"/>
                    <a:pt x="1325264" y="599586"/>
                    <a:pt x="1318236" y="590550"/>
                  </a:cubicBezTo>
                  <a:cubicBezTo>
                    <a:pt x="1303012" y="570976"/>
                    <a:pt x="1285835" y="552974"/>
                    <a:pt x="1270611" y="533400"/>
                  </a:cubicBezTo>
                  <a:cubicBezTo>
                    <a:pt x="1263583" y="524364"/>
                    <a:pt x="1259656" y="512920"/>
                    <a:pt x="1251561" y="504825"/>
                  </a:cubicBezTo>
                  <a:cubicBezTo>
                    <a:pt x="1243466" y="496730"/>
                    <a:pt x="1232301" y="492429"/>
                    <a:pt x="1222986" y="485775"/>
                  </a:cubicBezTo>
                  <a:cubicBezTo>
                    <a:pt x="1210068" y="476548"/>
                    <a:pt x="1197891" y="466304"/>
                    <a:pt x="1184886" y="457200"/>
                  </a:cubicBezTo>
                  <a:cubicBezTo>
                    <a:pt x="1166129" y="444070"/>
                    <a:pt x="1127736" y="419100"/>
                    <a:pt x="1127736" y="419100"/>
                  </a:cubicBezTo>
                  <a:cubicBezTo>
                    <a:pt x="1121386" y="409575"/>
                    <a:pt x="1117625" y="397676"/>
                    <a:pt x="1108686" y="390525"/>
                  </a:cubicBezTo>
                  <a:cubicBezTo>
                    <a:pt x="1100846" y="384253"/>
                    <a:pt x="1088888" y="385876"/>
                    <a:pt x="1080111" y="381000"/>
                  </a:cubicBezTo>
                  <a:cubicBezTo>
                    <a:pt x="1060097" y="369881"/>
                    <a:pt x="1039150" y="359089"/>
                    <a:pt x="1022961" y="342900"/>
                  </a:cubicBezTo>
                  <a:cubicBezTo>
                    <a:pt x="948665" y="268604"/>
                    <a:pt x="1044045" y="357960"/>
                    <a:pt x="956286" y="295275"/>
                  </a:cubicBezTo>
                  <a:cubicBezTo>
                    <a:pt x="893856" y="250682"/>
                    <a:pt x="960433" y="277607"/>
                    <a:pt x="899136" y="257175"/>
                  </a:cubicBezTo>
                  <a:cubicBezTo>
                    <a:pt x="892786" y="247650"/>
                    <a:pt x="889794" y="234667"/>
                    <a:pt x="880086" y="228600"/>
                  </a:cubicBezTo>
                  <a:cubicBezTo>
                    <a:pt x="863058" y="217957"/>
                    <a:pt x="839644" y="220689"/>
                    <a:pt x="822936" y="209550"/>
                  </a:cubicBezTo>
                  <a:lnTo>
                    <a:pt x="765786" y="171450"/>
                  </a:lnTo>
                  <a:lnTo>
                    <a:pt x="680061" y="114300"/>
                  </a:lnTo>
                  <a:lnTo>
                    <a:pt x="651486" y="95250"/>
                  </a:lnTo>
                  <a:cubicBezTo>
                    <a:pt x="641961" y="88900"/>
                    <a:pt x="633771" y="79820"/>
                    <a:pt x="622911" y="76200"/>
                  </a:cubicBezTo>
                  <a:lnTo>
                    <a:pt x="508611" y="38100"/>
                  </a:lnTo>
                  <a:lnTo>
                    <a:pt x="480036" y="28575"/>
                  </a:lnTo>
                  <a:cubicBezTo>
                    <a:pt x="470511" y="25400"/>
                    <a:pt x="461306" y="21019"/>
                    <a:pt x="451461" y="19050"/>
                  </a:cubicBezTo>
                  <a:cubicBezTo>
                    <a:pt x="378735" y="4505"/>
                    <a:pt x="419900" y="11533"/>
                    <a:pt x="327636" y="0"/>
                  </a:cubicBezTo>
                  <a:cubicBezTo>
                    <a:pt x="267311" y="3175"/>
                    <a:pt x="206639" y="2328"/>
                    <a:pt x="146661" y="9525"/>
                  </a:cubicBezTo>
                  <a:cubicBezTo>
                    <a:pt x="126724" y="11917"/>
                    <a:pt x="89511" y="28575"/>
                    <a:pt x="89511" y="28575"/>
                  </a:cubicBezTo>
                  <a:cubicBezTo>
                    <a:pt x="37615" y="184262"/>
                    <a:pt x="82745" y="39553"/>
                    <a:pt x="70461" y="457200"/>
                  </a:cubicBezTo>
                  <a:cubicBezTo>
                    <a:pt x="56105" y="945298"/>
                    <a:pt x="77962" y="579893"/>
                    <a:pt x="51411" y="752475"/>
                  </a:cubicBezTo>
                  <a:cubicBezTo>
                    <a:pt x="47519" y="777775"/>
                    <a:pt x="47439" y="803687"/>
                    <a:pt x="41886" y="828675"/>
                  </a:cubicBezTo>
                  <a:cubicBezTo>
                    <a:pt x="34695" y="861034"/>
                    <a:pt x="22836" y="892175"/>
                    <a:pt x="13311" y="923925"/>
                  </a:cubicBezTo>
                  <a:cubicBezTo>
                    <a:pt x="10136" y="946150"/>
                    <a:pt x="3786" y="968149"/>
                    <a:pt x="3786" y="990600"/>
                  </a:cubicBezTo>
                  <a:cubicBezTo>
                    <a:pt x="3786" y="1355688"/>
                    <a:pt x="8406" y="1226441"/>
                    <a:pt x="22836" y="1457325"/>
                  </a:cubicBezTo>
                  <a:cubicBezTo>
                    <a:pt x="33486" y="1627731"/>
                    <a:pt x="35433" y="1724310"/>
                    <a:pt x="41886" y="1905000"/>
                  </a:cubicBezTo>
                  <a:cubicBezTo>
                    <a:pt x="38711" y="1987550"/>
                    <a:pt x="44044" y="2070869"/>
                    <a:pt x="32361" y="2152650"/>
                  </a:cubicBezTo>
                  <a:cubicBezTo>
                    <a:pt x="18820" y="2247434"/>
                    <a:pt x="-20347" y="2099301"/>
                    <a:pt x="13311" y="2200275"/>
                  </a:cubicBezTo>
                  <a:cubicBezTo>
                    <a:pt x="38711" y="2197100"/>
                    <a:pt x="64211" y="2194642"/>
                    <a:pt x="89511" y="2190750"/>
                  </a:cubicBezTo>
                  <a:cubicBezTo>
                    <a:pt x="105512" y="2188288"/>
                    <a:pt x="121193" y="2184038"/>
                    <a:pt x="137136" y="2181225"/>
                  </a:cubicBezTo>
                  <a:lnTo>
                    <a:pt x="251436" y="2162175"/>
                  </a:lnTo>
                  <a:cubicBezTo>
                    <a:pt x="270486" y="2159000"/>
                    <a:pt x="289467" y="2155381"/>
                    <a:pt x="308586" y="2152650"/>
                  </a:cubicBezTo>
                  <a:cubicBezTo>
                    <a:pt x="353036" y="2146300"/>
                    <a:pt x="397907" y="2142406"/>
                    <a:pt x="441936" y="2133600"/>
                  </a:cubicBezTo>
                  <a:cubicBezTo>
                    <a:pt x="457811" y="2130425"/>
                    <a:pt x="473855" y="2128002"/>
                    <a:pt x="489561" y="2124075"/>
                  </a:cubicBezTo>
                  <a:cubicBezTo>
                    <a:pt x="499301" y="2121640"/>
                    <a:pt x="508258" y="2116346"/>
                    <a:pt x="518136" y="2114550"/>
                  </a:cubicBezTo>
                  <a:cubicBezTo>
                    <a:pt x="543321" y="2109971"/>
                    <a:pt x="568936" y="2108200"/>
                    <a:pt x="594336" y="2105025"/>
                  </a:cubicBezTo>
                  <a:cubicBezTo>
                    <a:pt x="626157" y="2094418"/>
                    <a:pt x="625131" y="2093948"/>
                    <a:pt x="661011" y="2085975"/>
                  </a:cubicBezTo>
                  <a:cubicBezTo>
                    <a:pt x="676815" y="2082463"/>
                    <a:pt x="693017" y="2080710"/>
                    <a:pt x="708636" y="2076450"/>
                  </a:cubicBezTo>
                  <a:cubicBezTo>
                    <a:pt x="728009" y="2071166"/>
                    <a:pt x="749078" y="2068539"/>
                    <a:pt x="765786" y="2057400"/>
                  </a:cubicBezTo>
                  <a:cubicBezTo>
                    <a:pt x="802715" y="2032781"/>
                    <a:pt x="783501" y="2041970"/>
                    <a:pt x="822936" y="2028825"/>
                  </a:cubicBezTo>
                  <a:cubicBezTo>
                    <a:pt x="832461" y="2019300"/>
                    <a:pt x="839736" y="2006792"/>
                    <a:pt x="851511" y="2000250"/>
                  </a:cubicBezTo>
                  <a:cubicBezTo>
                    <a:pt x="869064" y="1990498"/>
                    <a:pt x="888970" y="1985138"/>
                    <a:pt x="908661" y="1981200"/>
                  </a:cubicBezTo>
                  <a:cubicBezTo>
                    <a:pt x="924536" y="1978025"/>
                    <a:pt x="940317" y="1974337"/>
                    <a:pt x="956286" y="1971675"/>
                  </a:cubicBezTo>
                  <a:cubicBezTo>
                    <a:pt x="978431" y="1967984"/>
                    <a:pt x="1000872" y="1966166"/>
                    <a:pt x="1022961" y="1962150"/>
                  </a:cubicBezTo>
                  <a:cubicBezTo>
                    <a:pt x="1058277" y="1955729"/>
                    <a:pt x="1058248" y="1952516"/>
                    <a:pt x="1089636" y="1943100"/>
                  </a:cubicBezTo>
                  <a:cubicBezTo>
                    <a:pt x="1111776" y="1936458"/>
                    <a:pt x="1133887" y="1929656"/>
                    <a:pt x="1156311" y="1924050"/>
                  </a:cubicBezTo>
                  <a:cubicBezTo>
                    <a:pt x="1182735" y="1917444"/>
                    <a:pt x="1245873" y="1905264"/>
                    <a:pt x="1280136" y="1895475"/>
                  </a:cubicBezTo>
                  <a:cubicBezTo>
                    <a:pt x="1289790" y="1892717"/>
                    <a:pt x="1299057" y="1888708"/>
                    <a:pt x="1308711" y="1885950"/>
                  </a:cubicBezTo>
                  <a:cubicBezTo>
                    <a:pt x="1321298" y="1882354"/>
                    <a:pt x="1334224" y="1880021"/>
                    <a:pt x="1346811" y="1876425"/>
                  </a:cubicBezTo>
                  <a:cubicBezTo>
                    <a:pt x="1356465" y="1873667"/>
                    <a:pt x="1365391" y="1867852"/>
                    <a:pt x="1375386" y="1866900"/>
                  </a:cubicBezTo>
                  <a:cubicBezTo>
                    <a:pt x="1432366" y="1861473"/>
                    <a:pt x="1489686" y="1860550"/>
                    <a:pt x="1546836" y="1857375"/>
                  </a:cubicBezTo>
                  <a:cubicBezTo>
                    <a:pt x="1565886" y="1854200"/>
                    <a:pt x="1584806" y="1850107"/>
                    <a:pt x="1603986" y="1847850"/>
                  </a:cubicBezTo>
                  <a:cubicBezTo>
                    <a:pt x="1638815" y="1843752"/>
                    <a:pt x="1674000" y="1842960"/>
                    <a:pt x="1708761" y="1838325"/>
                  </a:cubicBezTo>
                  <a:cubicBezTo>
                    <a:pt x="1721737" y="1836595"/>
                    <a:pt x="1733994" y="1831212"/>
                    <a:pt x="1746861" y="1828800"/>
                  </a:cubicBezTo>
                  <a:cubicBezTo>
                    <a:pt x="1784825" y="1821682"/>
                    <a:pt x="1823061" y="1816100"/>
                    <a:pt x="1861161" y="1809750"/>
                  </a:cubicBezTo>
                  <a:cubicBezTo>
                    <a:pt x="1880211" y="1806575"/>
                    <a:pt x="1899575" y="1804909"/>
                    <a:pt x="1918311" y="1800225"/>
                  </a:cubicBezTo>
                  <a:cubicBezTo>
                    <a:pt x="1966151" y="1788265"/>
                    <a:pt x="1943992" y="1794840"/>
                    <a:pt x="1984986" y="1781175"/>
                  </a:cubicBezTo>
                  <a:cubicBezTo>
                    <a:pt x="2001041" y="1757093"/>
                    <a:pt x="2007927" y="1752193"/>
                    <a:pt x="2013561" y="1724025"/>
                  </a:cubicBezTo>
                  <a:cubicBezTo>
                    <a:pt x="2014806" y="1717798"/>
                    <a:pt x="2013561" y="1676400"/>
                    <a:pt x="2013561" y="1666875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3" name="Freeform: Shape 10">
              <a:extLst>
                <a:ext uri="{FF2B5EF4-FFF2-40B4-BE49-F238E27FC236}">
                  <a16:creationId xmlns:a16="http://schemas.microsoft.com/office/drawing/2014/main" id="{AC13ADFD-FB78-68D4-80C2-6B536AD84895}"/>
                </a:ext>
              </a:extLst>
            </p:cNvPr>
            <p:cNvSpPr/>
            <p:nvPr/>
          </p:nvSpPr>
          <p:spPr>
            <a:xfrm>
              <a:off x="5337696" y="2279377"/>
              <a:ext cx="1135870" cy="1769247"/>
            </a:xfrm>
            <a:custGeom>
              <a:avLst/>
              <a:gdLst>
                <a:gd name="connsiteX0" fmla="*/ 1409811 w 1419837"/>
                <a:gd name="connsiteY0" fmla="*/ 1238250 h 2181225"/>
                <a:gd name="connsiteX1" fmla="*/ 1409811 w 1419837"/>
                <a:gd name="connsiteY1" fmla="*/ 1238250 h 2181225"/>
                <a:gd name="connsiteX2" fmla="*/ 1409811 w 1419837"/>
                <a:gd name="connsiteY2" fmla="*/ 1028700 h 2181225"/>
                <a:gd name="connsiteX3" fmla="*/ 1390761 w 1419837"/>
                <a:gd name="connsiteY3" fmla="*/ 971550 h 2181225"/>
                <a:gd name="connsiteX4" fmla="*/ 1381236 w 1419837"/>
                <a:gd name="connsiteY4" fmla="*/ 914400 h 2181225"/>
                <a:gd name="connsiteX5" fmla="*/ 1371711 w 1419837"/>
                <a:gd name="connsiteY5" fmla="*/ 762000 h 2181225"/>
                <a:gd name="connsiteX6" fmla="*/ 1352661 w 1419837"/>
                <a:gd name="connsiteY6" fmla="*/ 714375 h 2181225"/>
                <a:gd name="connsiteX7" fmla="*/ 1333611 w 1419837"/>
                <a:gd name="connsiteY7" fmla="*/ 590550 h 2181225"/>
                <a:gd name="connsiteX8" fmla="*/ 1314561 w 1419837"/>
                <a:gd name="connsiteY8" fmla="*/ 552450 h 2181225"/>
                <a:gd name="connsiteX9" fmla="*/ 1295511 w 1419837"/>
                <a:gd name="connsiteY9" fmla="*/ 419100 h 2181225"/>
                <a:gd name="connsiteX10" fmla="*/ 1276461 w 1419837"/>
                <a:gd name="connsiteY10" fmla="*/ 352425 h 2181225"/>
                <a:gd name="connsiteX11" fmla="*/ 1266936 w 1419837"/>
                <a:gd name="connsiteY11" fmla="*/ 314325 h 2181225"/>
                <a:gd name="connsiteX12" fmla="*/ 1228836 w 1419837"/>
                <a:gd name="connsiteY12" fmla="*/ 257175 h 2181225"/>
                <a:gd name="connsiteX13" fmla="*/ 1171686 w 1419837"/>
                <a:gd name="connsiteY13" fmla="*/ 219075 h 2181225"/>
                <a:gd name="connsiteX14" fmla="*/ 1152636 w 1419837"/>
                <a:gd name="connsiteY14" fmla="*/ 190500 h 2181225"/>
                <a:gd name="connsiteX15" fmla="*/ 1143111 w 1419837"/>
                <a:gd name="connsiteY15" fmla="*/ 161925 h 2181225"/>
                <a:gd name="connsiteX16" fmla="*/ 1114536 w 1419837"/>
                <a:gd name="connsiteY16" fmla="*/ 152400 h 2181225"/>
                <a:gd name="connsiteX17" fmla="*/ 1105011 w 1419837"/>
                <a:gd name="connsiteY17" fmla="*/ 123825 h 2181225"/>
                <a:gd name="connsiteX18" fmla="*/ 1047861 w 1419837"/>
                <a:gd name="connsiteY18" fmla="*/ 85725 h 2181225"/>
                <a:gd name="connsiteX19" fmla="*/ 1009761 w 1419837"/>
                <a:gd name="connsiteY19" fmla="*/ 57150 h 2181225"/>
                <a:gd name="connsiteX20" fmla="*/ 990711 w 1419837"/>
                <a:gd name="connsiteY20" fmla="*/ 28575 h 2181225"/>
                <a:gd name="connsiteX21" fmla="*/ 933561 w 1419837"/>
                <a:gd name="connsiteY21" fmla="*/ 0 h 2181225"/>
                <a:gd name="connsiteX22" fmla="*/ 419211 w 1419837"/>
                <a:gd name="connsiteY22" fmla="*/ 9525 h 2181225"/>
                <a:gd name="connsiteX23" fmla="*/ 371586 w 1419837"/>
                <a:gd name="connsiteY23" fmla="*/ 57150 h 2181225"/>
                <a:gd name="connsiteX24" fmla="*/ 343011 w 1419837"/>
                <a:gd name="connsiteY24" fmla="*/ 66675 h 2181225"/>
                <a:gd name="connsiteX25" fmla="*/ 323961 w 1419837"/>
                <a:gd name="connsiteY25" fmla="*/ 95250 h 2181225"/>
                <a:gd name="connsiteX26" fmla="*/ 266811 w 1419837"/>
                <a:gd name="connsiteY26" fmla="*/ 114300 h 2181225"/>
                <a:gd name="connsiteX27" fmla="*/ 219186 w 1419837"/>
                <a:gd name="connsiteY27" fmla="*/ 152400 h 2181225"/>
                <a:gd name="connsiteX28" fmla="*/ 162036 w 1419837"/>
                <a:gd name="connsiteY28" fmla="*/ 190500 h 2181225"/>
                <a:gd name="connsiteX29" fmla="*/ 95361 w 1419837"/>
                <a:gd name="connsiteY29" fmla="*/ 257175 h 2181225"/>
                <a:gd name="connsiteX30" fmla="*/ 66786 w 1419837"/>
                <a:gd name="connsiteY30" fmla="*/ 314325 h 2181225"/>
                <a:gd name="connsiteX31" fmla="*/ 9636 w 1419837"/>
                <a:gd name="connsiteY31" fmla="*/ 352425 h 2181225"/>
                <a:gd name="connsiteX32" fmla="*/ 111 w 1419837"/>
                <a:gd name="connsiteY32" fmla="*/ 381000 h 2181225"/>
                <a:gd name="connsiteX33" fmla="*/ 38211 w 1419837"/>
                <a:gd name="connsiteY33" fmla="*/ 476250 h 2181225"/>
                <a:gd name="connsiteX34" fmla="*/ 47736 w 1419837"/>
                <a:gd name="connsiteY34" fmla="*/ 523875 h 2181225"/>
                <a:gd name="connsiteX35" fmla="*/ 57261 w 1419837"/>
                <a:gd name="connsiteY35" fmla="*/ 552450 h 2181225"/>
                <a:gd name="connsiteX36" fmla="*/ 66786 w 1419837"/>
                <a:gd name="connsiteY36" fmla="*/ 600075 h 2181225"/>
                <a:gd name="connsiteX37" fmla="*/ 85836 w 1419837"/>
                <a:gd name="connsiteY37" fmla="*/ 666750 h 2181225"/>
                <a:gd name="connsiteX38" fmla="*/ 114411 w 1419837"/>
                <a:gd name="connsiteY38" fmla="*/ 752475 h 2181225"/>
                <a:gd name="connsiteX39" fmla="*/ 152511 w 1419837"/>
                <a:gd name="connsiteY39" fmla="*/ 857250 h 2181225"/>
                <a:gd name="connsiteX40" fmla="*/ 190611 w 1419837"/>
                <a:gd name="connsiteY40" fmla="*/ 942975 h 2181225"/>
                <a:gd name="connsiteX41" fmla="*/ 209661 w 1419837"/>
                <a:gd name="connsiteY41" fmla="*/ 1047750 h 2181225"/>
                <a:gd name="connsiteX42" fmla="*/ 228711 w 1419837"/>
                <a:gd name="connsiteY42" fmla="*/ 1085850 h 2181225"/>
                <a:gd name="connsiteX43" fmla="*/ 238236 w 1419837"/>
                <a:gd name="connsiteY43" fmla="*/ 1152525 h 2181225"/>
                <a:gd name="connsiteX44" fmla="*/ 247761 w 1419837"/>
                <a:gd name="connsiteY44" fmla="*/ 1200150 h 2181225"/>
                <a:gd name="connsiteX45" fmla="*/ 276336 w 1419837"/>
                <a:gd name="connsiteY45" fmla="*/ 1352550 h 2181225"/>
                <a:gd name="connsiteX46" fmla="*/ 304911 w 1419837"/>
                <a:gd name="connsiteY46" fmla="*/ 1390650 h 2181225"/>
                <a:gd name="connsiteX47" fmla="*/ 314436 w 1419837"/>
                <a:gd name="connsiteY47" fmla="*/ 1419225 h 2181225"/>
                <a:gd name="connsiteX48" fmla="*/ 323961 w 1419837"/>
                <a:gd name="connsiteY48" fmla="*/ 1476375 h 2181225"/>
                <a:gd name="connsiteX49" fmla="*/ 343011 w 1419837"/>
                <a:gd name="connsiteY49" fmla="*/ 1504950 h 2181225"/>
                <a:gd name="connsiteX50" fmla="*/ 362061 w 1419837"/>
                <a:gd name="connsiteY50" fmla="*/ 1571625 h 2181225"/>
                <a:gd name="connsiteX51" fmla="*/ 371586 w 1419837"/>
                <a:gd name="connsiteY51" fmla="*/ 1600200 h 2181225"/>
                <a:gd name="connsiteX52" fmla="*/ 381111 w 1419837"/>
                <a:gd name="connsiteY52" fmla="*/ 1638300 h 2181225"/>
                <a:gd name="connsiteX53" fmla="*/ 400161 w 1419837"/>
                <a:gd name="connsiteY53" fmla="*/ 1685925 h 2181225"/>
                <a:gd name="connsiteX54" fmla="*/ 428736 w 1419837"/>
                <a:gd name="connsiteY54" fmla="*/ 1771650 h 2181225"/>
                <a:gd name="connsiteX55" fmla="*/ 438261 w 1419837"/>
                <a:gd name="connsiteY55" fmla="*/ 1800225 h 2181225"/>
                <a:gd name="connsiteX56" fmla="*/ 447786 w 1419837"/>
                <a:gd name="connsiteY56" fmla="*/ 1828800 h 2181225"/>
                <a:gd name="connsiteX57" fmla="*/ 476361 w 1419837"/>
                <a:gd name="connsiteY57" fmla="*/ 1924050 h 2181225"/>
                <a:gd name="connsiteX58" fmla="*/ 485886 w 1419837"/>
                <a:gd name="connsiteY58" fmla="*/ 1952625 h 2181225"/>
                <a:gd name="connsiteX59" fmla="*/ 495411 w 1419837"/>
                <a:gd name="connsiteY59" fmla="*/ 1981200 h 2181225"/>
                <a:gd name="connsiteX60" fmla="*/ 514461 w 1419837"/>
                <a:gd name="connsiteY60" fmla="*/ 2066925 h 2181225"/>
                <a:gd name="connsiteX61" fmla="*/ 523986 w 1419837"/>
                <a:gd name="connsiteY61" fmla="*/ 2095500 h 2181225"/>
                <a:gd name="connsiteX62" fmla="*/ 543036 w 1419837"/>
                <a:gd name="connsiteY62" fmla="*/ 2124075 h 2181225"/>
                <a:gd name="connsiteX63" fmla="*/ 600186 w 1419837"/>
                <a:gd name="connsiteY63" fmla="*/ 2181225 h 2181225"/>
                <a:gd name="connsiteX64" fmla="*/ 809736 w 1419837"/>
                <a:gd name="connsiteY64" fmla="*/ 2171700 h 2181225"/>
                <a:gd name="connsiteX65" fmla="*/ 838311 w 1419837"/>
                <a:gd name="connsiteY65" fmla="*/ 2162175 h 2181225"/>
                <a:gd name="connsiteX66" fmla="*/ 885936 w 1419837"/>
                <a:gd name="connsiteY66" fmla="*/ 2076450 h 2181225"/>
                <a:gd name="connsiteX67" fmla="*/ 914511 w 1419837"/>
                <a:gd name="connsiteY67" fmla="*/ 1790700 h 2181225"/>
                <a:gd name="connsiteX68" fmla="*/ 943086 w 1419837"/>
                <a:gd name="connsiteY68" fmla="*/ 1704975 h 2181225"/>
                <a:gd name="connsiteX69" fmla="*/ 952611 w 1419837"/>
                <a:gd name="connsiteY69" fmla="*/ 1676400 h 2181225"/>
                <a:gd name="connsiteX70" fmla="*/ 990711 w 1419837"/>
                <a:gd name="connsiteY70" fmla="*/ 1619250 h 2181225"/>
                <a:gd name="connsiteX71" fmla="*/ 1038336 w 1419837"/>
                <a:gd name="connsiteY71" fmla="*/ 1533525 h 2181225"/>
                <a:gd name="connsiteX72" fmla="*/ 1076436 w 1419837"/>
                <a:gd name="connsiteY72" fmla="*/ 1476375 h 2181225"/>
                <a:gd name="connsiteX73" fmla="*/ 1095486 w 1419837"/>
                <a:gd name="connsiteY73" fmla="*/ 1447800 h 2181225"/>
                <a:gd name="connsiteX74" fmla="*/ 1124061 w 1419837"/>
                <a:gd name="connsiteY74" fmla="*/ 1428750 h 2181225"/>
                <a:gd name="connsiteX75" fmla="*/ 1143111 w 1419837"/>
                <a:gd name="connsiteY75" fmla="*/ 1400175 h 2181225"/>
                <a:gd name="connsiteX76" fmla="*/ 1200261 w 1419837"/>
                <a:gd name="connsiteY76" fmla="*/ 1362075 h 2181225"/>
                <a:gd name="connsiteX77" fmla="*/ 1219311 w 1419837"/>
                <a:gd name="connsiteY77" fmla="*/ 1333500 h 2181225"/>
                <a:gd name="connsiteX78" fmla="*/ 1314561 w 1419837"/>
                <a:gd name="connsiteY78" fmla="*/ 1304925 h 2181225"/>
                <a:gd name="connsiteX79" fmla="*/ 1409811 w 1419837"/>
                <a:gd name="connsiteY79" fmla="*/ 1238250 h 2181225"/>
                <a:gd name="connsiteX0" fmla="*/ 1409811 w 1419837"/>
                <a:gd name="connsiteY0" fmla="*/ 1268584 h 2211559"/>
                <a:gd name="connsiteX1" fmla="*/ 1409811 w 1419837"/>
                <a:gd name="connsiteY1" fmla="*/ 1268584 h 2211559"/>
                <a:gd name="connsiteX2" fmla="*/ 1409811 w 1419837"/>
                <a:gd name="connsiteY2" fmla="*/ 1059034 h 2211559"/>
                <a:gd name="connsiteX3" fmla="*/ 1390761 w 1419837"/>
                <a:gd name="connsiteY3" fmla="*/ 1001884 h 2211559"/>
                <a:gd name="connsiteX4" fmla="*/ 1381236 w 1419837"/>
                <a:gd name="connsiteY4" fmla="*/ 944734 h 2211559"/>
                <a:gd name="connsiteX5" fmla="*/ 1371711 w 1419837"/>
                <a:gd name="connsiteY5" fmla="*/ 792334 h 2211559"/>
                <a:gd name="connsiteX6" fmla="*/ 1352661 w 1419837"/>
                <a:gd name="connsiteY6" fmla="*/ 744709 h 2211559"/>
                <a:gd name="connsiteX7" fmla="*/ 1333611 w 1419837"/>
                <a:gd name="connsiteY7" fmla="*/ 620884 h 2211559"/>
                <a:gd name="connsiteX8" fmla="*/ 1314561 w 1419837"/>
                <a:gd name="connsiteY8" fmla="*/ 582784 h 2211559"/>
                <a:gd name="connsiteX9" fmla="*/ 1295511 w 1419837"/>
                <a:gd name="connsiteY9" fmla="*/ 449434 h 2211559"/>
                <a:gd name="connsiteX10" fmla="*/ 1276461 w 1419837"/>
                <a:gd name="connsiteY10" fmla="*/ 382759 h 2211559"/>
                <a:gd name="connsiteX11" fmla="*/ 1266936 w 1419837"/>
                <a:gd name="connsiteY11" fmla="*/ 344659 h 2211559"/>
                <a:gd name="connsiteX12" fmla="*/ 1228836 w 1419837"/>
                <a:gd name="connsiteY12" fmla="*/ 287509 h 2211559"/>
                <a:gd name="connsiteX13" fmla="*/ 1171686 w 1419837"/>
                <a:gd name="connsiteY13" fmla="*/ 249409 h 2211559"/>
                <a:gd name="connsiteX14" fmla="*/ 1152636 w 1419837"/>
                <a:gd name="connsiteY14" fmla="*/ 220834 h 2211559"/>
                <a:gd name="connsiteX15" fmla="*/ 1143111 w 1419837"/>
                <a:gd name="connsiteY15" fmla="*/ 192259 h 2211559"/>
                <a:gd name="connsiteX16" fmla="*/ 1114536 w 1419837"/>
                <a:gd name="connsiteY16" fmla="*/ 182734 h 2211559"/>
                <a:gd name="connsiteX17" fmla="*/ 1105011 w 1419837"/>
                <a:gd name="connsiteY17" fmla="*/ 154159 h 2211559"/>
                <a:gd name="connsiteX18" fmla="*/ 1047861 w 1419837"/>
                <a:gd name="connsiteY18" fmla="*/ 116059 h 2211559"/>
                <a:gd name="connsiteX19" fmla="*/ 1009761 w 1419837"/>
                <a:gd name="connsiteY19" fmla="*/ 87484 h 2211559"/>
                <a:gd name="connsiteX20" fmla="*/ 990711 w 1419837"/>
                <a:gd name="connsiteY20" fmla="*/ 58909 h 2211559"/>
                <a:gd name="connsiteX21" fmla="*/ 933561 w 1419837"/>
                <a:gd name="connsiteY21" fmla="*/ 30334 h 2211559"/>
                <a:gd name="connsiteX22" fmla="*/ 654161 w 1419837"/>
                <a:gd name="connsiteY22" fmla="*/ 1759 h 2211559"/>
                <a:gd name="connsiteX23" fmla="*/ 371586 w 1419837"/>
                <a:gd name="connsiteY23" fmla="*/ 87484 h 2211559"/>
                <a:gd name="connsiteX24" fmla="*/ 343011 w 1419837"/>
                <a:gd name="connsiteY24" fmla="*/ 97009 h 2211559"/>
                <a:gd name="connsiteX25" fmla="*/ 323961 w 1419837"/>
                <a:gd name="connsiteY25" fmla="*/ 125584 h 2211559"/>
                <a:gd name="connsiteX26" fmla="*/ 266811 w 1419837"/>
                <a:gd name="connsiteY26" fmla="*/ 144634 h 2211559"/>
                <a:gd name="connsiteX27" fmla="*/ 219186 w 1419837"/>
                <a:gd name="connsiteY27" fmla="*/ 182734 h 2211559"/>
                <a:gd name="connsiteX28" fmla="*/ 162036 w 1419837"/>
                <a:gd name="connsiteY28" fmla="*/ 220834 h 2211559"/>
                <a:gd name="connsiteX29" fmla="*/ 95361 w 1419837"/>
                <a:gd name="connsiteY29" fmla="*/ 287509 h 2211559"/>
                <a:gd name="connsiteX30" fmla="*/ 66786 w 1419837"/>
                <a:gd name="connsiteY30" fmla="*/ 344659 h 2211559"/>
                <a:gd name="connsiteX31" fmla="*/ 9636 w 1419837"/>
                <a:gd name="connsiteY31" fmla="*/ 382759 h 2211559"/>
                <a:gd name="connsiteX32" fmla="*/ 111 w 1419837"/>
                <a:gd name="connsiteY32" fmla="*/ 411334 h 2211559"/>
                <a:gd name="connsiteX33" fmla="*/ 38211 w 1419837"/>
                <a:gd name="connsiteY33" fmla="*/ 506584 h 2211559"/>
                <a:gd name="connsiteX34" fmla="*/ 47736 w 1419837"/>
                <a:gd name="connsiteY34" fmla="*/ 554209 h 2211559"/>
                <a:gd name="connsiteX35" fmla="*/ 57261 w 1419837"/>
                <a:gd name="connsiteY35" fmla="*/ 582784 h 2211559"/>
                <a:gd name="connsiteX36" fmla="*/ 66786 w 1419837"/>
                <a:gd name="connsiteY36" fmla="*/ 630409 h 2211559"/>
                <a:gd name="connsiteX37" fmla="*/ 85836 w 1419837"/>
                <a:gd name="connsiteY37" fmla="*/ 697084 h 2211559"/>
                <a:gd name="connsiteX38" fmla="*/ 114411 w 1419837"/>
                <a:gd name="connsiteY38" fmla="*/ 782809 h 2211559"/>
                <a:gd name="connsiteX39" fmla="*/ 152511 w 1419837"/>
                <a:gd name="connsiteY39" fmla="*/ 887584 h 2211559"/>
                <a:gd name="connsiteX40" fmla="*/ 190611 w 1419837"/>
                <a:gd name="connsiteY40" fmla="*/ 973309 h 2211559"/>
                <a:gd name="connsiteX41" fmla="*/ 209661 w 1419837"/>
                <a:gd name="connsiteY41" fmla="*/ 1078084 h 2211559"/>
                <a:gd name="connsiteX42" fmla="*/ 228711 w 1419837"/>
                <a:gd name="connsiteY42" fmla="*/ 1116184 h 2211559"/>
                <a:gd name="connsiteX43" fmla="*/ 238236 w 1419837"/>
                <a:gd name="connsiteY43" fmla="*/ 1182859 h 2211559"/>
                <a:gd name="connsiteX44" fmla="*/ 247761 w 1419837"/>
                <a:gd name="connsiteY44" fmla="*/ 1230484 h 2211559"/>
                <a:gd name="connsiteX45" fmla="*/ 276336 w 1419837"/>
                <a:gd name="connsiteY45" fmla="*/ 1382884 h 2211559"/>
                <a:gd name="connsiteX46" fmla="*/ 304911 w 1419837"/>
                <a:gd name="connsiteY46" fmla="*/ 1420984 h 2211559"/>
                <a:gd name="connsiteX47" fmla="*/ 314436 w 1419837"/>
                <a:gd name="connsiteY47" fmla="*/ 1449559 h 2211559"/>
                <a:gd name="connsiteX48" fmla="*/ 323961 w 1419837"/>
                <a:gd name="connsiteY48" fmla="*/ 1506709 h 2211559"/>
                <a:gd name="connsiteX49" fmla="*/ 343011 w 1419837"/>
                <a:gd name="connsiteY49" fmla="*/ 1535284 h 2211559"/>
                <a:gd name="connsiteX50" fmla="*/ 362061 w 1419837"/>
                <a:gd name="connsiteY50" fmla="*/ 1601959 h 2211559"/>
                <a:gd name="connsiteX51" fmla="*/ 371586 w 1419837"/>
                <a:gd name="connsiteY51" fmla="*/ 1630534 h 2211559"/>
                <a:gd name="connsiteX52" fmla="*/ 381111 w 1419837"/>
                <a:gd name="connsiteY52" fmla="*/ 1668634 h 2211559"/>
                <a:gd name="connsiteX53" fmla="*/ 400161 w 1419837"/>
                <a:gd name="connsiteY53" fmla="*/ 1716259 h 2211559"/>
                <a:gd name="connsiteX54" fmla="*/ 428736 w 1419837"/>
                <a:gd name="connsiteY54" fmla="*/ 1801984 h 2211559"/>
                <a:gd name="connsiteX55" fmla="*/ 438261 w 1419837"/>
                <a:gd name="connsiteY55" fmla="*/ 1830559 h 2211559"/>
                <a:gd name="connsiteX56" fmla="*/ 447786 w 1419837"/>
                <a:gd name="connsiteY56" fmla="*/ 1859134 h 2211559"/>
                <a:gd name="connsiteX57" fmla="*/ 476361 w 1419837"/>
                <a:gd name="connsiteY57" fmla="*/ 1954384 h 2211559"/>
                <a:gd name="connsiteX58" fmla="*/ 485886 w 1419837"/>
                <a:gd name="connsiteY58" fmla="*/ 1982959 h 2211559"/>
                <a:gd name="connsiteX59" fmla="*/ 495411 w 1419837"/>
                <a:gd name="connsiteY59" fmla="*/ 2011534 h 2211559"/>
                <a:gd name="connsiteX60" fmla="*/ 514461 w 1419837"/>
                <a:gd name="connsiteY60" fmla="*/ 2097259 h 2211559"/>
                <a:gd name="connsiteX61" fmla="*/ 523986 w 1419837"/>
                <a:gd name="connsiteY61" fmla="*/ 2125834 h 2211559"/>
                <a:gd name="connsiteX62" fmla="*/ 543036 w 1419837"/>
                <a:gd name="connsiteY62" fmla="*/ 2154409 h 2211559"/>
                <a:gd name="connsiteX63" fmla="*/ 600186 w 1419837"/>
                <a:gd name="connsiteY63" fmla="*/ 2211559 h 2211559"/>
                <a:gd name="connsiteX64" fmla="*/ 809736 w 1419837"/>
                <a:gd name="connsiteY64" fmla="*/ 2202034 h 2211559"/>
                <a:gd name="connsiteX65" fmla="*/ 838311 w 1419837"/>
                <a:gd name="connsiteY65" fmla="*/ 2192509 h 2211559"/>
                <a:gd name="connsiteX66" fmla="*/ 885936 w 1419837"/>
                <a:gd name="connsiteY66" fmla="*/ 2106784 h 2211559"/>
                <a:gd name="connsiteX67" fmla="*/ 914511 w 1419837"/>
                <a:gd name="connsiteY67" fmla="*/ 1821034 h 2211559"/>
                <a:gd name="connsiteX68" fmla="*/ 943086 w 1419837"/>
                <a:gd name="connsiteY68" fmla="*/ 1735309 h 2211559"/>
                <a:gd name="connsiteX69" fmla="*/ 952611 w 1419837"/>
                <a:gd name="connsiteY69" fmla="*/ 1706734 h 2211559"/>
                <a:gd name="connsiteX70" fmla="*/ 990711 w 1419837"/>
                <a:gd name="connsiteY70" fmla="*/ 1649584 h 2211559"/>
                <a:gd name="connsiteX71" fmla="*/ 1038336 w 1419837"/>
                <a:gd name="connsiteY71" fmla="*/ 1563859 h 2211559"/>
                <a:gd name="connsiteX72" fmla="*/ 1076436 w 1419837"/>
                <a:gd name="connsiteY72" fmla="*/ 1506709 h 2211559"/>
                <a:gd name="connsiteX73" fmla="*/ 1095486 w 1419837"/>
                <a:gd name="connsiteY73" fmla="*/ 1478134 h 2211559"/>
                <a:gd name="connsiteX74" fmla="*/ 1124061 w 1419837"/>
                <a:gd name="connsiteY74" fmla="*/ 1459084 h 2211559"/>
                <a:gd name="connsiteX75" fmla="*/ 1143111 w 1419837"/>
                <a:gd name="connsiteY75" fmla="*/ 1430509 h 2211559"/>
                <a:gd name="connsiteX76" fmla="*/ 1200261 w 1419837"/>
                <a:gd name="connsiteY76" fmla="*/ 1392409 h 2211559"/>
                <a:gd name="connsiteX77" fmla="*/ 1219311 w 1419837"/>
                <a:gd name="connsiteY77" fmla="*/ 1363834 h 2211559"/>
                <a:gd name="connsiteX78" fmla="*/ 1314561 w 1419837"/>
                <a:gd name="connsiteY78" fmla="*/ 1335259 h 2211559"/>
                <a:gd name="connsiteX79" fmla="*/ 1409811 w 1419837"/>
                <a:gd name="connsiteY79" fmla="*/ 1268584 h 2211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419837" h="2211559">
                  <a:moveTo>
                    <a:pt x="1409811" y="1268584"/>
                  </a:moveTo>
                  <a:lnTo>
                    <a:pt x="1409811" y="1268584"/>
                  </a:lnTo>
                  <a:cubicBezTo>
                    <a:pt x="1419330" y="1173396"/>
                    <a:pt x="1426551" y="1159476"/>
                    <a:pt x="1409811" y="1059034"/>
                  </a:cubicBezTo>
                  <a:cubicBezTo>
                    <a:pt x="1406510" y="1039227"/>
                    <a:pt x="1394062" y="1021691"/>
                    <a:pt x="1390761" y="1001884"/>
                  </a:cubicBezTo>
                  <a:lnTo>
                    <a:pt x="1381236" y="944734"/>
                  </a:lnTo>
                  <a:cubicBezTo>
                    <a:pt x="1378061" y="893934"/>
                    <a:pt x="1378909" y="842722"/>
                    <a:pt x="1371711" y="792334"/>
                  </a:cubicBezTo>
                  <a:cubicBezTo>
                    <a:pt x="1369293" y="775408"/>
                    <a:pt x="1356506" y="761369"/>
                    <a:pt x="1352661" y="744709"/>
                  </a:cubicBezTo>
                  <a:cubicBezTo>
                    <a:pt x="1343909" y="706783"/>
                    <a:pt x="1346397" y="659243"/>
                    <a:pt x="1333611" y="620884"/>
                  </a:cubicBezTo>
                  <a:cubicBezTo>
                    <a:pt x="1329121" y="607414"/>
                    <a:pt x="1320911" y="595484"/>
                    <a:pt x="1314561" y="582784"/>
                  </a:cubicBezTo>
                  <a:cubicBezTo>
                    <a:pt x="1308708" y="535960"/>
                    <a:pt x="1304666" y="495211"/>
                    <a:pt x="1295511" y="449434"/>
                  </a:cubicBezTo>
                  <a:cubicBezTo>
                    <a:pt x="1285585" y="399806"/>
                    <a:pt x="1288565" y="425124"/>
                    <a:pt x="1276461" y="382759"/>
                  </a:cubicBezTo>
                  <a:cubicBezTo>
                    <a:pt x="1272865" y="370172"/>
                    <a:pt x="1272790" y="356368"/>
                    <a:pt x="1266936" y="344659"/>
                  </a:cubicBezTo>
                  <a:cubicBezTo>
                    <a:pt x="1256697" y="324181"/>
                    <a:pt x="1247886" y="300209"/>
                    <a:pt x="1228836" y="287509"/>
                  </a:cubicBezTo>
                  <a:lnTo>
                    <a:pt x="1171686" y="249409"/>
                  </a:lnTo>
                  <a:cubicBezTo>
                    <a:pt x="1165336" y="239884"/>
                    <a:pt x="1157756" y="231073"/>
                    <a:pt x="1152636" y="220834"/>
                  </a:cubicBezTo>
                  <a:cubicBezTo>
                    <a:pt x="1148146" y="211854"/>
                    <a:pt x="1150211" y="199359"/>
                    <a:pt x="1143111" y="192259"/>
                  </a:cubicBezTo>
                  <a:cubicBezTo>
                    <a:pt x="1136011" y="185159"/>
                    <a:pt x="1124061" y="185909"/>
                    <a:pt x="1114536" y="182734"/>
                  </a:cubicBezTo>
                  <a:cubicBezTo>
                    <a:pt x="1111361" y="173209"/>
                    <a:pt x="1112111" y="161259"/>
                    <a:pt x="1105011" y="154159"/>
                  </a:cubicBezTo>
                  <a:cubicBezTo>
                    <a:pt x="1088822" y="137970"/>
                    <a:pt x="1066177" y="129796"/>
                    <a:pt x="1047861" y="116059"/>
                  </a:cubicBezTo>
                  <a:cubicBezTo>
                    <a:pt x="1035161" y="106534"/>
                    <a:pt x="1020986" y="98709"/>
                    <a:pt x="1009761" y="87484"/>
                  </a:cubicBezTo>
                  <a:cubicBezTo>
                    <a:pt x="1001666" y="79389"/>
                    <a:pt x="998806" y="67004"/>
                    <a:pt x="990711" y="58909"/>
                  </a:cubicBezTo>
                  <a:cubicBezTo>
                    <a:pt x="972247" y="40445"/>
                    <a:pt x="989653" y="39859"/>
                    <a:pt x="933561" y="30334"/>
                  </a:cubicBezTo>
                  <a:cubicBezTo>
                    <a:pt x="877469" y="20809"/>
                    <a:pt x="825403" y="-7254"/>
                    <a:pt x="654161" y="1759"/>
                  </a:cubicBezTo>
                  <a:cubicBezTo>
                    <a:pt x="623574" y="3369"/>
                    <a:pt x="423444" y="71609"/>
                    <a:pt x="371586" y="87484"/>
                  </a:cubicBezTo>
                  <a:cubicBezTo>
                    <a:pt x="319728" y="103359"/>
                    <a:pt x="352536" y="93834"/>
                    <a:pt x="343011" y="97009"/>
                  </a:cubicBezTo>
                  <a:cubicBezTo>
                    <a:pt x="336661" y="106534"/>
                    <a:pt x="333669" y="119517"/>
                    <a:pt x="323961" y="125584"/>
                  </a:cubicBezTo>
                  <a:cubicBezTo>
                    <a:pt x="306933" y="136227"/>
                    <a:pt x="266811" y="144634"/>
                    <a:pt x="266811" y="144634"/>
                  </a:cubicBezTo>
                  <a:cubicBezTo>
                    <a:pt x="231612" y="197432"/>
                    <a:pt x="267900" y="155671"/>
                    <a:pt x="219186" y="182734"/>
                  </a:cubicBezTo>
                  <a:cubicBezTo>
                    <a:pt x="199172" y="193853"/>
                    <a:pt x="162036" y="220834"/>
                    <a:pt x="162036" y="220834"/>
                  </a:cubicBezTo>
                  <a:cubicBezTo>
                    <a:pt x="118367" y="286338"/>
                    <a:pt x="145656" y="270744"/>
                    <a:pt x="95361" y="287509"/>
                  </a:cubicBezTo>
                  <a:cubicBezTo>
                    <a:pt x="88567" y="307892"/>
                    <a:pt x="84164" y="329453"/>
                    <a:pt x="66786" y="344659"/>
                  </a:cubicBezTo>
                  <a:cubicBezTo>
                    <a:pt x="49556" y="359736"/>
                    <a:pt x="9636" y="382759"/>
                    <a:pt x="9636" y="382759"/>
                  </a:cubicBezTo>
                  <a:cubicBezTo>
                    <a:pt x="6461" y="392284"/>
                    <a:pt x="-998" y="401355"/>
                    <a:pt x="111" y="411334"/>
                  </a:cubicBezTo>
                  <a:cubicBezTo>
                    <a:pt x="3474" y="441600"/>
                    <a:pt x="24448" y="479058"/>
                    <a:pt x="38211" y="506584"/>
                  </a:cubicBezTo>
                  <a:cubicBezTo>
                    <a:pt x="41386" y="522459"/>
                    <a:pt x="43809" y="538503"/>
                    <a:pt x="47736" y="554209"/>
                  </a:cubicBezTo>
                  <a:cubicBezTo>
                    <a:pt x="50171" y="563949"/>
                    <a:pt x="54826" y="573044"/>
                    <a:pt x="57261" y="582784"/>
                  </a:cubicBezTo>
                  <a:cubicBezTo>
                    <a:pt x="61188" y="598490"/>
                    <a:pt x="62859" y="614703"/>
                    <a:pt x="66786" y="630409"/>
                  </a:cubicBezTo>
                  <a:cubicBezTo>
                    <a:pt x="72392" y="652833"/>
                    <a:pt x="80639" y="674562"/>
                    <a:pt x="85836" y="697084"/>
                  </a:cubicBezTo>
                  <a:cubicBezTo>
                    <a:pt x="103953" y="775591"/>
                    <a:pt x="80671" y="732199"/>
                    <a:pt x="114411" y="782809"/>
                  </a:cubicBezTo>
                  <a:cubicBezTo>
                    <a:pt x="133558" y="878543"/>
                    <a:pt x="109533" y="780139"/>
                    <a:pt x="152511" y="887584"/>
                  </a:cubicBezTo>
                  <a:cubicBezTo>
                    <a:pt x="191753" y="985690"/>
                    <a:pt x="119624" y="854998"/>
                    <a:pt x="190611" y="973309"/>
                  </a:cubicBezTo>
                  <a:cubicBezTo>
                    <a:pt x="192210" y="982904"/>
                    <a:pt x="205223" y="1064771"/>
                    <a:pt x="209661" y="1078084"/>
                  </a:cubicBezTo>
                  <a:cubicBezTo>
                    <a:pt x="214151" y="1091554"/>
                    <a:pt x="222361" y="1103484"/>
                    <a:pt x="228711" y="1116184"/>
                  </a:cubicBezTo>
                  <a:cubicBezTo>
                    <a:pt x="231886" y="1138409"/>
                    <a:pt x="234545" y="1160714"/>
                    <a:pt x="238236" y="1182859"/>
                  </a:cubicBezTo>
                  <a:cubicBezTo>
                    <a:pt x="240898" y="1198828"/>
                    <a:pt x="245299" y="1214483"/>
                    <a:pt x="247761" y="1230484"/>
                  </a:cubicBezTo>
                  <a:cubicBezTo>
                    <a:pt x="255569" y="1281238"/>
                    <a:pt x="256155" y="1334450"/>
                    <a:pt x="276336" y="1382884"/>
                  </a:cubicBezTo>
                  <a:cubicBezTo>
                    <a:pt x="282442" y="1397538"/>
                    <a:pt x="295386" y="1408284"/>
                    <a:pt x="304911" y="1420984"/>
                  </a:cubicBezTo>
                  <a:cubicBezTo>
                    <a:pt x="308086" y="1430509"/>
                    <a:pt x="312258" y="1439758"/>
                    <a:pt x="314436" y="1449559"/>
                  </a:cubicBezTo>
                  <a:cubicBezTo>
                    <a:pt x="318626" y="1468412"/>
                    <a:pt x="317854" y="1488387"/>
                    <a:pt x="323961" y="1506709"/>
                  </a:cubicBezTo>
                  <a:cubicBezTo>
                    <a:pt x="327581" y="1517569"/>
                    <a:pt x="337891" y="1525045"/>
                    <a:pt x="343011" y="1535284"/>
                  </a:cubicBezTo>
                  <a:cubicBezTo>
                    <a:pt x="350624" y="1550509"/>
                    <a:pt x="357992" y="1587717"/>
                    <a:pt x="362061" y="1601959"/>
                  </a:cubicBezTo>
                  <a:cubicBezTo>
                    <a:pt x="364819" y="1611613"/>
                    <a:pt x="368828" y="1620880"/>
                    <a:pt x="371586" y="1630534"/>
                  </a:cubicBezTo>
                  <a:cubicBezTo>
                    <a:pt x="375182" y="1643121"/>
                    <a:pt x="376971" y="1656215"/>
                    <a:pt x="381111" y="1668634"/>
                  </a:cubicBezTo>
                  <a:cubicBezTo>
                    <a:pt x="386518" y="1684854"/>
                    <a:pt x="394410" y="1700157"/>
                    <a:pt x="400161" y="1716259"/>
                  </a:cubicBezTo>
                  <a:cubicBezTo>
                    <a:pt x="410292" y="1744625"/>
                    <a:pt x="419211" y="1773409"/>
                    <a:pt x="428736" y="1801984"/>
                  </a:cubicBezTo>
                  <a:lnTo>
                    <a:pt x="438261" y="1830559"/>
                  </a:lnTo>
                  <a:cubicBezTo>
                    <a:pt x="441436" y="1840084"/>
                    <a:pt x="445351" y="1849394"/>
                    <a:pt x="447786" y="1859134"/>
                  </a:cubicBezTo>
                  <a:cubicBezTo>
                    <a:pt x="462181" y="1916715"/>
                    <a:pt x="453171" y="1884815"/>
                    <a:pt x="476361" y="1954384"/>
                  </a:cubicBezTo>
                  <a:lnTo>
                    <a:pt x="485886" y="1982959"/>
                  </a:lnTo>
                  <a:cubicBezTo>
                    <a:pt x="489061" y="1992484"/>
                    <a:pt x="493442" y="2001689"/>
                    <a:pt x="495411" y="2011534"/>
                  </a:cubicBezTo>
                  <a:cubicBezTo>
                    <a:pt x="501958" y="2044270"/>
                    <a:pt x="505493" y="2065872"/>
                    <a:pt x="514461" y="2097259"/>
                  </a:cubicBezTo>
                  <a:cubicBezTo>
                    <a:pt x="517219" y="2106913"/>
                    <a:pt x="519496" y="2116854"/>
                    <a:pt x="523986" y="2125834"/>
                  </a:cubicBezTo>
                  <a:cubicBezTo>
                    <a:pt x="529106" y="2136073"/>
                    <a:pt x="535431" y="2145853"/>
                    <a:pt x="543036" y="2154409"/>
                  </a:cubicBezTo>
                  <a:cubicBezTo>
                    <a:pt x="560934" y="2174545"/>
                    <a:pt x="600186" y="2211559"/>
                    <a:pt x="600186" y="2211559"/>
                  </a:cubicBezTo>
                  <a:cubicBezTo>
                    <a:pt x="670036" y="2208384"/>
                    <a:pt x="740037" y="2207610"/>
                    <a:pt x="809736" y="2202034"/>
                  </a:cubicBezTo>
                  <a:cubicBezTo>
                    <a:pt x="819744" y="2201233"/>
                    <a:pt x="831211" y="2199609"/>
                    <a:pt x="838311" y="2192509"/>
                  </a:cubicBezTo>
                  <a:cubicBezTo>
                    <a:pt x="871063" y="2159757"/>
                    <a:pt x="873958" y="2142717"/>
                    <a:pt x="885936" y="2106784"/>
                  </a:cubicBezTo>
                  <a:cubicBezTo>
                    <a:pt x="889921" y="2058967"/>
                    <a:pt x="906754" y="1844306"/>
                    <a:pt x="914511" y="1821034"/>
                  </a:cubicBezTo>
                  <a:lnTo>
                    <a:pt x="943086" y="1735309"/>
                  </a:lnTo>
                  <a:cubicBezTo>
                    <a:pt x="946261" y="1725784"/>
                    <a:pt x="947042" y="1715088"/>
                    <a:pt x="952611" y="1706734"/>
                  </a:cubicBezTo>
                  <a:cubicBezTo>
                    <a:pt x="965311" y="1687684"/>
                    <a:pt x="983471" y="1671304"/>
                    <a:pt x="990711" y="1649584"/>
                  </a:cubicBezTo>
                  <a:cubicBezTo>
                    <a:pt x="1007476" y="1599289"/>
                    <a:pt x="994667" y="1629363"/>
                    <a:pt x="1038336" y="1563859"/>
                  </a:cubicBezTo>
                  <a:lnTo>
                    <a:pt x="1076436" y="1506709"/>
                  </a:lnTo>
                  <a:cubicBezTo>
                    <a:pt x="1082786" y="1497184"/>
                    <a:pt x="1085961" y="1484484"/>
                    <a:pt x="1095486" y="1478134"/>
                  </a:cubicBezTo>
                  <a:lnTo>
                    <a:pt x="1124061" y="1459084"/>
                  </a:lnTo>
                  <a:cubicBezTo>
                    <a:pt x="1130411" y="1449559"/>
                    <a:pt x="1134496" y="1438047"/>
                    <a:pt x="1143111" y="1430509"/>
                  </a:cubicBezTo>
                  <a:cubicBezTo>
                    <a:pt x="1160341" y="1415432"/>
                    <a:pt x="1200261" y="1392409"/>
                    <a:pt x="1200261" y="1392409"/>
                  </a:cubicBezTo>
                  <a:cubicBezTo>
                    <a:pt x="1206611" y="1382884"/>
                    <a:pt x="1209603" y="1369901"/>
                    <a:pt x="1219311" y="1363834"/>
                  </a:cubicBezTo>
                  <a:cubicBezTo>
                    <a:pt x="1234771" y="1354172"/>
                    <a:pt x="1292255" y="1340835"/>
                    <a:pt x="1314561" y="1335259"/>
                  </a:cubicBezTo>
                  <a:cubicBezTo>
                    <a:pt x="1374353" y="1295398"/>
                    <a:pt x="1393936" y="1279697"/>
                    <a:pt x="1409811" y="12685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0" name="Freeform: Shape 4">
              <a:extLst>
                <a:ext uri="{FF2B5EF4-FFF2-40B4-BE49-F238E27FC236}">
                  <a16:creationId xmlns:a16="http://schemas.microsoft.com/office/drawing/2014/main" id="{A300F884-3515-F8C1-7AAB-E69548101A0C}"/>
                </a:ext>
              </a:extLst>
            </p:cNvPr>
            <p:cNvSpPr/>
            <p:nvPr/>
          </p:nvSpPr>
          <p:spPr>
            <a:xfrm>
              <a:off x="6207989" y="3382398"/>
              <a:ext cx="350520" cy="358378"/>
            </a:xfrm>
            <a:custGeom>
              <a:avLst/>
              <a:gdLst>
                <a:gd name="connsiteX0" fmla="*/ 0 w 438150"/>
                <a:gd name="connsiteY0" fmla="*/ 447973 h 447973"/>
                <a:gd name="connsiteX1" fmla="*/ 171450 w 438150"/>
                <a:gd name="connsiteY1" fmla="*/ 286048 h 447973"/>
                <a:gd name="connsiteX2" fmla="*/ 190500 w 438150"/>
                <a:gd name="connsiteY2" fmla="*/ 257473 h 447973"/>
                <a:gd name="connsiteX3" fmla="*/ 247650 w 438150"/>
                <a:gd name="connsiteY3" fmla="*/ 219373 h 447973"/>
                <a:gd name="connsiteX4" fmla="*/ 295275 w 438150"/>
                <a:gd name="connsiteY4" fmla="*/ 162223 h 447973"/>
                <a:gd name="connsiteX5" fmla="*/ 323850 w 438150"/>
                <a:gd name="connsiteY5" fmla="*/ 143173 h 447973"/>
                <a:gd name="connsiteX6" fmla="*/ 400050 w 438150"/>
                <a:gd name="connsiteY6" fmla="*/ 28873 h 447973"/>
                <a:gd name="connsiteX7" fmla="*/ 438150 w 438150"/>
                <a:gd name="connsiteY7" fmla="*/ 298 h 447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8150" h="447973">
                  <a:moveTo>
                    <a:pt x="0" y="447973"/>
                  </a:moveTo>
                  <a:cubicBezTo>
                    <a:pt x="57150" y="393998"/>
                    <a:pt x="127845" y="351455"/>
                    <a:pt x="171450" y="286048"/>
                  </a:cubicBezTo>
                  <a:cubicBezTo>
                    <a:pt x="177800" y="276523"/>
                    <a:pt x="181885" y="265011"/>
                    <a:pt x="190500" y="257473"/>
                  </a:cubicBezTo>
                  <a:cubicBezTo>
                    <a:pt x="207730" y="242396"/>
                    <a:pt x="247650" y="219373"/>
                    <a:pt x="247650" y="219373"/>
                  </a:cubicBezTo>
                  <a:cubicBezTo>
                    <a:pt x="266381" y="191276"/>
                    <a:pt x="267773" y="185142"/>
                    <a:pt x="295275" y="162223"/>
                  </a:cubicBezTo>
                  <a:cubicBezTo>
                    <a:pt x="304069" y="154894"/>
                    <a:pt x="314325" y="149523"/>
                    <a:pt x="323850" y="143173"/>
                  </a:cubicBezTo>
                  <a:lnTo>
                    <a:pt x="400050" y="28873"/>
                  </a:lnTo>
                  <a:cubicBezTo>
                    <a:pt x="422622" y="-4986"/>
                    <a:pt x="407652" y="298"/>
                    <a:pt x="438150" y="298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1" name="Freeform: Shape 14">
              <a:extLst>
                <a:ext uri="{FF2B5EF4-FFF2-40B4-BE49-F238E27FC236}">
                  <a16:creationId xmlns:a16="http://schemas.microsoft.com/office/drawing/2014/main" id="{E114607E-CD89-C707-3316-2D5C6DBF6A1E}"/>
                </a:ext>
              </a:extLst>
            </p:cNvPr>
            <p:cNvSpPr/>
            <p:nvPr/>
          </p:nvSpPr>
          <p:spPr>
            <a:xfrm>
              <a:off x="6488405" y="3297292"/>
              <a:ext cx="1133856" cy="360422"/>
            </a:xfrm>
            <a:custGeom>
              <a:avLst/>
              <a:gdLst>
                <a:gd name="connsiteX0" fmla="*/ 0 w 1417320"/>
                <a:gd name="connsiteY0" fmla="*/ 0 h 450527"/>
                <a:gd name="connsiteX1" fmla="*/ 76200 w 1417320"/>
                <a:gd name="connsiteY1" fmla="*/ 106680 h 450527"/>
                <a:gd name="connsiteX2" fmla="*/ 99060 w 1417320"/>
                <a:gd name="connsiteY2" fmla="*/ 114300 h 450527"/>
                <a:gd name="connsiteX3" fmla="*/ 121920 w 1417320"/>
                <a:gd name="connsiteY3" fmla="*/ 129540 h 450527"/>
                <a:gd name="connsiteX4" fmla="*/ 167640 w 1417320"/>
                <a:gd name="connsiteY4" fmla="*/ 144780 h 450527"/>
                <a:gd name="connsiteX5" fmla="*/ 190500 w 1417320"/>
                <a:gd name="connsiteY5" fmla="*/ 152400 h 450527"/>
                <a:gd name="connsiteX6" fmla="*/ 274320 w 1417320"/>
                <a:gd name="connsiteY6" fmla="*/ 175260 h 450527"/>
                <a:gd name="connsiteX7" fmla="*/ 297180 w 1417320"/>
                <a:gd name="connsiteY7" fmla="*/ 182880 h 450527"/>
                <a:gd name="connsiteX8" fmla="*/ 320040 w 1417320"/>
                <a:gd name="connsiteY8" fmla="*/ 190500 h 450527"/>
                <a:gd name="connsiteX9" fmla="*/ 342900 w 1417320"/>
                <a:gd name="connsiteY9" fmla="*/ 205740 h 450527"/>
                <a:gd name="connsiteX10" fmla="*/ 388620 w 1417320"/>
                <a:gd name="connsiteY10" fmla="*/ 220980 h 450527"/>
                <a:gd name="connsiteX11" fmla="*/ 457200 w 1417320"/>
                <a:gd name="connsiteY11" fmla="*/ 266700 h 450527"/>
                <a:gd name="connsiteX12" fmla="*/ 480060 w 1417320"/>
                <a:gd name="connsiteY12" fmla="*/ 281940 h 450527"/>
                <a:gd name="connsiteX13" fmla="*/ 502920 w 1417320"/>
                <a:gd name="connsiteY13" fmla="*/ 289560 h 450527"/>
                <a:gd name="connsiteX14" fmla="*/ 525780 w 1417320"/>
                <a:gd name="connsiteY14" fmla="*/ 304800 h 450527"/>
                <a:gd name="connsiteX15" fmla="*/ 548640 w 1417320"/>
                <a:gd name="connsiteY15" fmla="*/ 312420 h 450527"/>
                <a:gd name="connsiteX16" fmla="*/ 624840 w 1417320"/>
                <a:gd name="connsiteY16" fmla="*/ 327660 h 450527"/>
                <a:gd name="connsiteX17" fmla="*/ 731520 w 1417320"/>
                <a:gd name="connsiteY17" fmla="*/ 358140 h 450527"/>
                <a:gd name="connsiteX18" fmla="*/ 822960 w 1417320"/>
                <a:gd name="connsiteY18" fmla="*/ 365760 h 450527"/>
                <a:gd name="connsiteX19" fmla="*/ 883920 w 1417320"/>
                <a:gd name="connsiteY19" fmla="*/ 373380 h 450527"/>
                <a:gd name="connsiteX20" fmla="*/ 960120 w 1417320"/>
                <a:gd name="connsiteY20" fmla="*/ 381000 h 450527"/>
                <a:gd name="connsiteX21" fmla="*/ 1036320 w 1417320"/>
                <a:gd name="connsiteY21" fmla="*/ 403860 h 450527"/>
                <a:gd name="connsiteX22" fmla="*/ 1059180 w 1417320"/>
                <a:gd name="connsiteY22" fmla="*/ 419100 h 450527"/>
                <a:gd name="connsiteX23" fmla="*/ 1173480 w 1417320"/>
                <a:gd name="connsiteY23" fmla="*/ 434340 h 450527"/>
                <a:gd name="connsiteX24" fmla="*/ 1226820 w 1417320"/>
                <a:gd name="connsiteY24" fmla="*/ 441960 h 450527"/>
                <a:gd name="connsiteX25" fmla="*/ 1257300 w 1417320"/>
                <a:gd name="connsiteY25" fmla="*/ 449580 h 450527"/>
                <a:gd name="connsiteX26" fmla="*/ 1417320 w 1417320"/>
                <a:gd name="connsiteY26" fmla="*/ 449580 h 450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17320" h="450527">
                  <a:moveTo>
                    <a:pt x="0" y="0"/>
                  </a:moveTo>
                  <a:cubicBezTo>
                    <a:pt x="25400" y="35560"/>
                    <a:pt x="47580" y="73657"/>
                    <a:pt x="76200" y="106680"/>
                  </a:cubicBezTo>
                  <a:cubicBezTo>
                    <a:pt x="81461" y="112750"/>
                    <a:pt x="91876" y="110708"/>
                    <a:pt x="99060" y="114300"/>
                  </a:cubicBezTo>
                  <a:cubicBezTo>
                    <a:pt x="107251" y="118396"/>
                    <a:pt x="113551" y="125821"/>
                    <a:pt x="121920" y="129540"/>
                  </a:cubicBezTo>
                  <a:cubicBezTo>
                    <a:pt x="136600" y="136064"/>
                    <a:pt x="152400" y="139700"/>
                    <a:pt x="167640" y="144780"/>
                  </a:cubicBezTo>
                  <a:cubicBezTo>
                    <a:pt x="175260" y="147320"/>
                    <a:pt x="182624" y="150825"/>
                    <a:pt x="190500" y="152400"/>
                  </a:cubicBezTo>
                  <a:cubicBezTo>
                    <a:pt x="244352" y="163170"/>
                    <a:pt x="216313" y="155924"/>
                    <a:pt x="274320" y="175260"/>
                  </a:cubicBezTo>
                  <a:lnTo>
                    <a:pt x="297180" y="182880"/>
                  </a:lnTo>
                  <a:cubicBezTo>
                    <a:pt x="304800" y="185420"/>
                    <a:pt x="313357" y="186045"/>
                    <a:pt x="320040" y="190500"/>
                  </a:cubicBezTo>
                  <a:cubicBezTo>
                    <a:pt x="327660" y="195580"/>
                    <a:pt x="334531" y="202021"/>
                    <a:pt x="342900" y="205740"/>
                  </a:cubicBezTo>
                  <a:cubicBezTo>
                    <a:pt x="357580" y="212264"/>
                    <a:pt x="375254" y="212069"/>
                    <a:pt x="388620" y="220980"/>
                  </a:cubicBezTo>
                  <a:lnTo>
                    <a:pt x="457200" y="266700"/>
                  </a:lnTo>
                  <a:cubicBezTo>
                    <a:pt x="464820" y="271780"/>
                    <a:pt x="471372" y="279044"/>
                    <a:pt x="480060" y="281940"/>
                  </a:cubicBezTo>
                  <a:cubicBezTo>
                    <a:pt x="487680" y="284480"/>
                    <a:pt x="495736" y="285968"/>
                    <a:pt x="502920" y="289560"/>
                  </a:cubicBezTo>
                  <a:cubicBezTo>
                    <a:pt x="511111" y="293656"/>
                    <a:pt x="517589" y="300704"/>
                    <a:pt x="525780" y="304800"/>
                  </a:cubicBezTo>
                  <a:cubicBezTo>
                    <a:pt x="532964" y="308392"/>
                    <a:pt x="540814" y="310614"/>
                    <a:pt x="548640" y="312420"/>
                  </a:cubicBezTo>
                  <a:cubicBezTo>
                    <a:pt x="573880" y="318245"/>
                    <a:pt x="600266" y="319469"/>
                    <a:pt x="624840" y="327660"/>
                  </a:cubicBezTo>
                  <a:cubicBezTo>
                    <a:pt x="651292" y="336477"/>
                    <a:pt x="706005" y="356014"/>
                    <a:pt x="731520" y="358140"/>
                  </a:cubicBezTo>
                  <a:lnTo>
                    <a:pt x="822960" y="365760"/>
                  </a:lnTo>
                  <a:cubicBezTo>
                    <a:pt x="843337" y="367798"/>
                    <a:pt x="863567" y="371119"/>
                    <a:pt x="883920" y="373380"/>
                  </a:cubicBezTo>
                  <a:cubicBezTo>
                    <a:pt x="909291" y="376199"/>
                    <a:pt x="934720" y="378460"/>
                    <a:pt x="960120" y="381000"/>
                  </a:cubicBezTo>
                  <a:cubicBezTo>
                    <a:pt x="1015775" y="399552"/>
                    <a:pt x="990255" y="392344"/>
                    <a:pt x="1036320" y="403860"/>
                  </a:cubicBezTo>
                  <a:cubicBezTo>
                    <a:pt x="1043940" y="408940"/>
                    <a:pt x="1050762" y="415492"/>
                    <a:pt x="1059180" y="419100"/>
                  </a:cubicBezTo>
                  <a:cubicBezTo>
                    <a:pt x="1086662" y="430878"/>
                    <a:pt x="1160176" y="432862"/>
                    <a:pt x="1173480" y="434340"/>
                  </a:cubicBezTo>
                  <a:cubicBezTo>
                    <a:pt x="1191331" y="436323"/>
                    <a:pt x="1209149" y="438747"/>
                    <a:pt x="1226820" y="441960"/>
                  </a:cubicBezTo>
                  <a:cubicBezTo>
                    <a:pt x="1237124" y="443833"/>
                    <a:pt x="1246836" y="449161"/>
                    <a:pt x="1257300" y="449580"/>
                  </a:cubicBezTo>
                  <a:cubicBezTo>
                    <a:pt x="1310597" y="451712"/>
                    <a:pt x="1363980" y="449580"/>
                    <a:pt x="1417320" y="44958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2" name="Multiplication Sign 111">
              <a:extLst>
                <a:ext uri="{FF2B5EF4-FFF2-40B4-BE49-F238E27FC236}">
                  <a16:creationId xmlns:a16="http://schemas.microsoft.com/office/drawing/2014/main" id="{437C31AC-56A4-6B01-D323-EDA39B933F7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96964" y="3229882"/>
              <a:ext cx="144000" cy="144000"/>
            </a:xfrm>
            <a:prstGeom prst="mathMultiply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3" name="Multiplication Sign 112">
              <a:extLst>
                <a:ext uri="{FF2B5EF4-FFF2-40B4-BE49-F238E27FC236}">
                  <a16:creationId xmlns:a16="http://schemas.microsoft.com/office/drawing/2014/main" id="{2388C4EA-DC52-444B-76E7-9DFD42EB57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25505" y="3570626"/>
              <a:ext cx="144000" cy="144000"/>
            </a:xfrm>
            <a:prstGeom prst="mathMultiply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37DE7717-183D-F536-2DB3-CC0BD4C4AC3E}"/>
                    </a:ext>
                  </a:extLst>
                </p:cNvPr>
                <p:cNvSpPr txBox="1"/>
                <p:nvPr/>
              </p:nvSpPr>
              <p:spPr>
                <a:xfrm>
                  <a:off x="6355226" y="2388772"/>
                  <a:ext cx="37147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37DE7717-183D-F536-2DB3-CC0BD4C4AC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5226" y="2388772"/>
                  <a:ext cx="371475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163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2ED724C4-53D4-05DD-9726-830C35255837}"/>
              </a:ext>
            </a:extLst>
          </p:cNvPr>
          <p:cNvGrpSpPr>
            <a:grpSpLocks noChangeAspect="1"/>
          </p:cNvGrpSpPr>
          <p:nvPr/>
        </p:nvGrpSpPr>
        <p:grpSpPr>
          <a:xfrm>
            <a:off x="2449207" y="5126779"/>
            <a:ext cx="1399042" cy="692372"/>
            <a:chOff x="4059984" y="4389681"/>
            <a:chExt cx="1748803" cy="865465"/>
          </a:xfrm>
        </p:grpSpPr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12FB73FD-66C2-7678-8DA2-F50043ACF7B0}"/>
                </a:ext>
              </a:extLst>
            </p:cNvPr>
            <p:cNvCxnSpPr/>
            <p:nvPr/>
          </p:nvCxnSpPr>
          <p:spPr>
            <a:xfrm>
              <a:off x="4140044" y="4462224"/>
              <a:ext cx="0" cy="7274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267E6776-CC6F-D5BA-8AE2-B57273C5AF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49460" y="5189634"/>
              <a:ext cx="16105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Freeform: Shape 49">
              <a:extLst>
                <a:ext uri="{FF2B5EF4-FFF2-40B4-BE49-F238E27FC236}">
                  <a16:creationId xmlns:a16="http://schemas.microsoft.com/office/drawing/2014/main" id="{2250644E-553D-D6EF-1A61-D96A2FBC2011}"/>
                </a:ext>
              </a:extLst>
            </p:cNvPr>
            <p:cNvSpPr/>
            <p:nvPr/>
          </p:nvSpPr>
          <p:spPr>
            <a:xfrm>
              <a:off x="4218163" y="4661961"/>
              <a:ext cx="1423656" cy="395787"/>
            </a:xfrm>
            <a:custGeom>
              <a:avLst/>
              <a:gdLst>
                <a:gd name="connsiteX0" fmla="*/ 0 w 1557196"/>
                <a:gd name="connsiteY0" fmla="*/ 317014 h 434709"/>
                <a:gd name="connsiteX1" fmla="*/ 172015 w 1557196"/>
                <a:gd name="connsiteY1" fmla="*/ 425655 h 434709"/>
                <a:gd name="connsiteX2" fmla="*/ 344031 w 1557196"/>
                <a:gd name="connsiteY2" fmla="*/ 362281 h 434709"/>
                <a:gd name="connsiteX3" fmla="*/ 398352 w 1557196"/>
                <a:gd name="connsiteY3" fmla="*/ 271746 h 434709"/>
                <a:gd name="connsiteX4" fmla="*/ 470780 w 1557196"/>
                <a:gd name="connsiteY4" fmla="*/ 190265 h 434709"/>
                <a:gd name="connsiteX5" fmla="*/ 525101 w 1557196"/>
                <a:gd name="connsiteY5" fmla="*/ 262693 h 434709"/>
                <a:gd name="connsiteX6" fmla="*/ 552261 w 1557196"/>
                <a:gd name="connsiteY6" fmla="*/ 298907 h 434709"/>
                <a:gd name="connsiteX7" fmla="*/ 624689 w 1557196"/>
                <a:gd name="connsiteY7" fmla="*/ 362281 h 434709"/>
                <a:gd name="connsiteX8" fmla="*/ 679010 w 1557196"/>
                <a:gd name="connsiteY8" fmla="*/ 298907 h 434709"/>
                <a:gd name="connsiteX9" fmla="*/ 787651 w 1557196"/>
                <a:gd name="connsiteY9" fmla="*/ 362281 h 434709"/>
                <a:gd name="connsiteX10" fmla="*/ 887239 w 1557196"/>
                <a:gd name="connsiteY10" fmla="*/ 181212 h 434709"/>
                <a:gd name="connsiteX11" fmla="*/ 1041148 w 1557196"/>
                <a:gd name="connsiteY11" fmla="*/ 142 h 434709"/>
                <a:gd name="connsiteX12" fmla="*/ 1122629 w 1557196"/>
                <a:gd name="connsiteY12" fmla="*/ 154051 h 434709"/>
                <a:gd name="connsiteX13" fmla="*/ 1294645 w 1557196"/>
                <a:gd name="connsiteY13" fmla="*/ 326067 h 434709"/>
                <a:gd name="connsiteX14" fmla="*/ 1358019 w 1557196"/>
                <a:gd name="connsiteY14" fmla="*/ 262693 h 434709"/>
                <a:gd name="connsiteX15" fmla="*/ 1557196 w 1557196"/>
                <a:gd name="connsiteY15" fmla="*/ 434709 h 434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57196" h="434709">
                  <a:moveTo>
                    <a:pt x="0" y="317014"/>
                  </a:moveTo>
                  <a:cubicBezTo>
                    <a:pt x="57338" y="367562"/>
                    <a:pt x="114677" y="418111"/>
                    <a:pt x="172015" y="425655"/>
                  </a:cubicBezTo>
                  <a:cubicBezTo>
                    <a:pt x="229354" y="433200"/>
                    <a:pt x="306308" y="387932"/>
                    <a:pt x="344031" y="362281"/>
                  </a:cubicBezTo>
                  <a:cubicBezTo>
                    <a:pt x="381754" y="336630"/>
                    <a:pt x="377227" y="300415"/>
                    <a:pt x="398352" y="271746"/>
                  </a:cubicBezTo>
                  <a:cubicBezTo>
                    <a:pt x="419477" y="243077"/>
                    <a:pt x="449655" y="191774"/>
                    <a:pt x="470780" y="190265"/>
                  </a:cubicBezTo>
                  <a:cubicBezTo>
                    <a:pt x="491905" y="188756"/>
                    <a:pt x="525101" y="262693"/>
                    <a:pt x="525101" y="262693"/>
                  </a:cubicBezTo>
                  <a:cubicBezTo>
                    <a:pt x="538681" y="280800"/>
                    <a:pt x="535663" y="282309"/>
                    <a:pt x="552261" y="298907"/>
                  </a:cubicBezTo>
                  <a:cubicBezTo>
                    <a:pt x="568859" y="315505"/>
                    <a:pt x="603564" y="362281"/>
                    <a:pt x="624689" y="362281"/>
                  </a:cubicBezTo>
                  <a:cubicBezTo>
                    <a:pt x="645814" y="362281"/>
                    <a:pt x="651850" y="298907"/>
                    <a:pt x="679010" y="298907"/>
                  </a:cubicBezTo>
                  <a:cubicBezTo>
                    <a:pt x="706170" y="298907"/>
                    <a:pt x="752946" y="381897"/>
                    <a:pt x="787651" y="362281"/>
                  </a:cubicBezTo>
                  <a:cubicBezTo>
                    <a:pt x="822356" y="342665"/>
                    <a:pt x="844990" y="241568"/>
                    <a:pt x="887239" y="181212"/>
                  </a:cubicBezTo>
                  <a:cubicBezTo>
                    <a:pt x="929488" y="120856"/>
                    <a:pt x="1001917" y="4669"/>
                    <a:pt x="1041148" y="142"/>
                  </a:cubicBezTo>
                  <a:cubicBezTo>
                    <a:pt x="1080379" y="-4385"/>
                    <a:pt x="1080380" y="99730"/>
                    <a:pt x="1122629" y="154051"/>
                  </a:cubicBezTo>
                  <a:cubicBezTo>
                    <a:pt x="1164879" y="208372"/>
                    <a:pt x="1255413" y="307960"/>
                    <a:pt x="1294645" y="326067"/>
                  </a:cubicBezTo>
                  <a:cubicBezTo>
                    <a:pt x="1333877" y="344174"/>
                    <a:pt x="1314261" y="244586"/>
                    <a:pt x="1358019" y="262693"/>
                  </a:cubicBezTo>
                  <a:cubicBezTo>
                    <a:pt x="1401777" y="280800"/>
                    <a:pt x="1479486" y="357754"/>
                    <a:pt x="1557196" y="434709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4654630E-D86D-5E3A-BFCC-A607D3F2ECA4}"/>
                </a:ext>
              </a:extLst>
            </p:cNvPr>
            <p:cNvSpPr/>
            <p:nvPr/>
          </p:nvSpPr>
          <p:spPr>
            <a:xfrm>
              <a:off x="4059984" y="4389681"/>
              <a:ext cx="1748803" cy="8654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7476FC98-66DA-DFEE-CD2A-799437B323A5}"/>
              </a:ext>
            </a:extLst>
          </p:cNvPr>
          <p:cNvGrpSpPr>
            <a:grpSpLocks noChangeAspect="1"/>
          </p:cNvGrpSpPr>
          <p:nvPr/>
        </p:nvGrpSpPr>
        <p:grpSpPr>
          <a:xfrm>
            <a:off x="5923805" y="5085936"/>
            <a:ext cx="1399042" cy="692372"/>
            <a:chOff x="6308392" y="4384688"/>
            <a:chExt cx="1748803" cy="865465"/>
          </a:xfrm>
        </p:grpSpPr>
        <p:sp>
          <p:nvSpPr>
            <p:cNvPr id="123" name="Freeform: Shape 107">
              <a:extLst>
                <a:ext uri="{FF2B5EF4-FFF2-40B4-BE49-F238E27FC236}">
                  <a16:creationId xmlns:a16="http://schemas.microsoft.com/office/drawing/2014/main" id="{6748A574-B077-698F-1ED5-B30336C95702}"/>
                </a:ext>
              </a:extLst>
            </p:cNvPr>
            <p:cNvSpPr/>
            <p:nvPr/>
          </p:nvSpPr>
          <p:spPr>
            <a:xfrm>
              <a:off x="6446205" y="4672565"/>
              <a:ext cx="1423656" cy="371205"/>
            </a:xfrm>
            <a:custGeom>
              <a:avLst/>
              <a:gdLst>
                <a:gd name="connsiteX0" fmla="*/ 0 w 1557196"/>
                <a:gd name="connsiteY0" fmla="*/ 317014 h 434709"/>
                <a:gd name="connsiteX1" fmla="*/ 172015 w 1557196"/>
                <a:gd name="connsiteY1" fmla="*/ 425655 h 434709"/>
                <a:gd name="connsiteX2" fmla="*/ 344031 w 1557196"/>
                <a:gd name="connsiteY2" fmla="*/ 362281 h 434709"/>
                <a:gd name="connsiteX3" fmla="*/ 398352 w 1557196"/>
                <a:gd name="connsiteY3" fmla="*/ 271746 h 434709"/>
                <a:gd name="connsiteX4" fmla="*/ 470780 w 1557196"/>
                <a:gd name="connsiteY4" fmla="*/ 190265 h 434709"/>
                <a:gd name="connsiteX5" fmla="*/ 525101 w 1557196"/>
                <a:gd name="connsiteY5" fmla="*/ 262693 h 434709"/>
                <a:gd name="connsiteX6" fmla="*/ 552261 w 1557196"/>
                <a:gd name="connsiteY6" fmla="*/ 298907 h 434709"/>
                <a:gd name="connsiteX7" fmla="*/ 624689 w 1557196"/>
                <a:gd name="connsiteY7" fmla="*/ 362281 h 434709"/>
                <a:gd name="connsiteX8" fmla="*/ 679010 w 1557196"/>
                <a:gd name="connsiteY8" fmla="*/ 298907 h 434709"/>
                <a:gd name="connsiteX9" fmla="*/ 787651 w 1557196"/>
                <a:gd name="connsiteY9" fmla="*/ 362281 h 434709"/>
                <a:gd name="connsiteX10" fmla="*/ 887239 w 1557196"/>
                <a:gd name="connsiteY10" fmla="*/ 181212 h 434709"/>
                <a:gd name="connsiteX11" fmla="*/ 1041148 w 1557196"/>
                <a:gd name="connsiteY11" fmla="*/ 142 h 434709"/>
                <a:gd name="connsiteX12" fmla="*/ 1122629 w 1557196"/>
                <a:gd name="connsiteY12" fmla="*/ 154051 h 434709"/>
                <a:gd name="connsiteX13" fmla="*/ 1294645 w 1557196"/>
                <a:gd name="connsiteY13" fmla="*/ 326067 h 434709"/>
                <a:gd name="connsiteX14" fmla="*/ 1358019 w 1557196"/>
                <a:gd name="connsiteY14" fmla="*/ 262693 h 434709"/>
                <a:gd name="connsiteX15" fmla="*/ 1557196 w 1557196"/>
                <a:gd name="connsiteY15" fmla="*/ 434709 h 434709"/>
                <a:gd name="connsiteX0" fmla="*/ 0 w 1557196"/>
                <a:gd name="connsiteY0" fmla="*/ 317014 h 434709"/>
                <a:gd name="connsiteX1" fmla="*/ 208229 w 1557196"/>
                <a:gd name="connsiteY1" fmla="*/ 362281 h 434709"/>
                <a:gd name="connsiteX2" fmla="*/ 344031 w 1557196"/>
                <a:gd name="connsiteY2" fmla="*/ 362281 h 434709"/>
                <a:gd name="connsiteX3" fmla="*/ 398352 w 1557196"/>
                <a:gd name="connsiteY3" fmla="*/ 271746 h 434709"/>
                <a:gd name="connsiteX4" fmla="*/ 470780 w 1557196"/>
                <a:gd name="connsiteY4" fmla="*/ 190265 h 434709"/>
                <a:gd name="connsiteX5" fmla="*/ 525101 w 1557196"/>
                <a:gd name="connsiteY5" fmla="*/ 262693 h 434709"/>
                <a:gd name="connsiteX6" fmla="*/ 552261 w 1557196"/>
                <a:gd name="connsiteY6" fmla="*/ 298907 h 434709"/>
                <a:gd name="connsiteX7" fmla="*/ 624689 w 1557196"/>
                <a:gd name="connsiteY7" fmla="*/ 362281 h 434709"/>
                <a:gd name="connsiteX8" fmla="*/ 679010 w 1557196"/>
                <a:gd name="connsiteY8" fmla="*/ 298907 h 434709"/>
                <a:gd name="connsiteX9" fmla="*/ 787651 w 1557196"/>
                <a:gd name="connsiteY9" fmla="*/ 362281 h 434709"/>
                <a:gd name="connsiteX10" fmla="*/ 887239 w 1557196"/>
                <a:gd name="connsiteY10" fmla="*/ 181212 h 434709"/>
                <a:gd name="connsiteX11" fmla="*/ 1041148 w 1557196"/>
                <a:gd name="connsiteY11" fmla="*/ 142 h 434709"/>
                <a:gd name="connsiteX12" fmla="*/ 1122629 w 1557196"/>
                <a:gd name="connsiteY12" fmla="*/ 154051 h 434709"/>
                <a:gd name="connsiteX13" fmla="*/ 1294645 w 1557196"/>
                <a:gd name="connsiteY13" fmla="*/ 326067 h 434709"/>
                <a:gd name="connsiteX14" fmla="*/ 1358019 w 1557196"/>
                <a:gd name="connsiteY14" fmla="*/ 262693 h 434709"/>
                <a:gd name="connsiteX15" fmla="*/ 1557196 w 1557196"/>
                <a:gd name="connsiteY15" fmla="*/ 434709 h 434709"/>
                <a:gd name="connsiteX0" fmla="*/ 0 w 1557196"/>
                <a:gd name="connsiteY0" fmla="*/ 317014 h 434709"/>
                <a:gd name="connsiteX1" fmla="*/ 208229 w 1557196"/>
                <a:gd name="connsiteY1" fmla="*/ 362281 h 434709"/>
                <a:gd name="connsiteX2" fmla="*/ 344031 w 1557196"/>
                <a:gd name="connsiteY2" fmla="*/ 362281 h 434709"/>
                <a:gd name="connsiteX3" fmla="*/ 398352 w 1557196"/>
                <a:gd name="connsiteY3" fmla="*/ 271746 h 434709"/>
                <a:gd name="connsiteX4" fmla="*/ 479833 w 1557196"/>
                <a:gd name="connsiteY4" fmla="*/ 63516 h 434709"/>
                <a:gd name="connsiteX5" fmla="*/ 525101 w 1557196"/>
                <a:gd name="connsiteY5" fmla="*/ 262693 h 434709"/>
                <a:gd name="connsiteX6" fmla="*/ 552261 w 1557196"/>
                <a:gd name="connsiteY6" fmla="*/ 298907 h 434709"/>
                <a:gd name="connsiteX7" fmla="*/ 624689 w 1557196"/>
                <a:gd name="connsiteY7" fmla="*/ 362281 h 434709"/>
                <a:gd name="connsiteX8" fmla="*/ 679010 w 1557196"/>
                <a:gd name="connsiteY8" fmla="*/ 298907 h 434709"/>
                <a:gd name="connsiteX9" fmla="*/ 787651 w 1557196"/>
                <a:gd name="connsiteY9" fmla="*/ 362281 h 434709"/>
                <a:gd name="connsiteX10" fmla="*/ 887239 w 1557196"/>
                <a:gd name="connsiteY10" fmla="*/ 181212 h 434709"/>
                <a:gd name="connsiteX11" fmla="*/ 1041148 w 1557196"/>
                <a:gd name="connsiteY11" fmla="*/ 142 h 434709"/>
                <a:gd name="connsiteX12" fmla="*/ 1122629 w 1557196"/>
                <a:gd name="connsiteY12" fmla="*/ 154051 h 434709"/>
                <a:gd name="connsiteX13" fmla="*/ 1294645 w 1557196"/>
                <a:gd name="connsiteY13" fmla="*/ 326067 h 434709"/>
                <a:gd name="connsiteX14" fmla="*/ 1358019 w 1557196"/>
                <a:gd name="connsiteY14" fmla="*/ 262693 h 434709"/>
                <a:gd name="connsiteX15" fmla="*/ 1557196 w 1557196"/>
                <a:gd name="connsiteY15" fmla="*/ 434709 h 434709"/>
                <a:gd name="connsiteX0" fmla="*/ 0 w 1557196"/>
                <a:gd name="connsiteY0" fmla="*/ 317014 h 434709"/>
                <a:gd name="connsiteX1" fmla="*/ 208229 w 1557196"/>
                <a:gd name="connsiteY1" fmla="*/ 362281 h 434709"/>
                <a:gd name="connsiteX2" fmla="*/ 344031 w 1557196"/>
                <a:gd name="connsiteY2" fmla="*/ 362281 h 434709"/>
                <a:gd name="connsiteX3" fmla="*/ 398352 w 1557196"/>
                <a:gd name="connsiteY3" fmla="*/ 271746 h 434709"/>
                <a:gd name="connsiteX4" fmla="*/ 479833 w 1557196"/>
                <a:gd name="connsiteY4" fmla="*/ 63516 h 434709"/>
                <a:gd name="connsiteX5" fmla="*/ 525101 w 1557196"/>
                <a:gd name="connsiteY5" fmla="*/ 262693 h 434709"/>
                <a:gd name="connsiteX6" fmla="*/ 624689 w 1557196"/>
                <a:gd name="connsiteY6" fmla="*/ 362281 h 434709"/>
                <a:gd name="connsiteX7" fmla="*/ 679010 w 1557196"/>
                <a:gd name="connsiteY7" fmla="*/ 298907 h 434709"/>
                <a:gd name="connsiteX8" fmla="*/ 787651 w 1557196"/>
                <a:gd name="connsiteY8" fmla="*/ 362281 h 434709"/>
                <a:gd name="connsiteX9" fmla="*/ 887239 w 1557196"/>
                <a:gd name="connsiteY9" fmla="*/ 181212 h 434709"/>
                <a:gd name="connsiteX10" fmla="*/ 1041148 w 1557196"/>
                <a:gd name="connsiteY10" fmla="*/ 142 h 434709"/>
                <a:gd name="connsiteX11" fmla="*/ 1122629 w 1557196"/>
                <a:gd name="connsiteY11" fmla="*/ 154051 h 434709"/>
                <a:gd name="connsiteX12" fmla="*/ 1294645 w 1557196"/>
                <a:gd name="connsiteY12" fmla="*/ 326067 h 434709"/>
                <a:gd name="connsiteX13" fmla="*/ 1358019 w 1557196"/>
                <a:gd name="connsiteY13" fmla="*/ 262693 h 434709"/>
                <a:gd name="connsiteX14" fmla="*/ 1557196 w 1557196"/>
                <a:gd name="connsiteY14" fmla="*/ 434709 h 434709"/>
                <a:gd name="connsiteX0" fmla="*/ 0 w 1557196"/>
                <a:gd name="connsiteY0" fmla="*/ 317014 h 434709"/>
                <a:gd name="connsiteX1" fmla="*/ 208229 w 1557196"/>
                <a:gd name="connsiteY1" fmla="*/ 362281 h 434709"/>
                <a:gd name="connsiteX2" fmla="*/ 344031 w 1557196"/>
                <a:gd name="connsiteY2" fmla="*/ 362281 h 434709"/>
                <a:gd name="connsiteX3" fmla="*/ 398352 w 1557196"/>
                <a:gd name="connsiteY3" fmla="*/ 271746 h 434709"/>
                <a:gd name="connsiteX4" fmla="*/ 479833 w 1557196"/>
                <a:gd name="connsiteY4" fmla="*/ 63516 h 434709"/>
                <a:gd name="connsiteX5" fmla="*/ 525101 w 1557196"/>
                <a:gd name="connsiteY5" fmla="*/ 262693 h 434709"/>
                <a:gd name="connsiteX6" fmla="*/ 624689 w 1557196"/>
                <a:gd name="connsiteY6" fmla="*/ 362281 h 434709"/>
                <a:gd name="connsiteX7" fmla="*/ 787651 w 1557196"/>
                <a:gd name="connsiteY7" fmla="*/ 362281 h 434709"/>
                <a:gd name="connsiteX8" fmla="*/ 887239 w 1557196"/>
                <a:gd name="connsiteY8" fmla="*/ 181212 h 434709"/>
                <a:gd name="connsiteX9" fmla="*/ 1041148 w 1557196"/>
                <a:gd name="connsiteY9" fmla="*/ 142 h 434709"/>
                <a:gd name="connsiteX10" fmla="*/ 1122629 w 1557196"/>
                <a:gd name="connsiteY10" fmla="*/ 154051 h 434709"/>
                <a:gd name="connsiteX11" fmla="*/ 1294645 w 1557196"/>
                <a:gd name="connsiteY11" fmla="*/ 326067 h 434709"/>
                <a:gd name="connsiteX12" fmla="*/ 1358019 w 1557196"/>
                <a:gd name="connsiteY12" fmla="*/ 262693 h 434709"/>
                <a:gd name="connsiteX13" fmla="*/ 1557196 w 1557196"/>
                <a:gd name="connsiteY13" fmla="*/ 434709 h 434709"/>
                <a:gd name="connsiteX0" fmla="*/ 0 w 1557196"/>
                <a:gd name="connsiteY0" fmla="*/ 316938 h 434633"/>
                <a:gd name="connsiteX1" fmla="*/ 208229 w 1557196"/>
                <a:gd name="connsiteY1" fmla="*/ 362205 h 434633"/>
                <a:gd name="connsiteX2" fmla="*/ 344031 w 1557196"/>
                <a:gd name="connsiteY2" fmla="*/ 362205 h 434633"/>
                <a:gd name="connsiteX3" fmla="*/ 398352 w 1557196"/>
                <a:gd name="connsiteY3" fmla="*/ 271670 h 434633"/>
                <a:gd name="connsiteX4" fmla="*/ 479833 w 1557196"/>
                <a:gd name="connsiteY4" fmla="*/ 63440 h 434633"/>
                <a:gd name="connsiteX5" fmla="*/ 525101 w 1557196"/>
                <a:gd name="connsiteY5" fmla="*/ 262617 h 434633"/>
                <a:gd name="connsiteX6" fmla="*/ 624689 w 1557196"/>
                <a:gd name="connsiteY6" fmla="*/ 362205 h 434633"/>
                <a:gd name="connsiteX7" fmla="*/ 787651 w 1557196"/>
                <a:gd name="connsiteY7" fmla="*/ 362205 h 434633"/>
                <a:gd name="connsiteX8" fmla="*/ 950613 w 1557196"/>
                <a:gd name="connsiteY8" fmla="*/ 172082 h 434633"/>
                <a:gd name="connsiteX9" fmla="*/ 1041148 w 1557196"/>
                <a:gd name="connsiteY9" fmla="*/ 66 h 434633"/>
                <a:gd name="connsiteX10" fmla="*/ 1122629 w 1557196"/>
                <a:gd name="connsiteY10" fmla="*/ 153975 h 434633"/>
                <a:gd name="connsiteX11" fmla="*/ 1294645 w 1557196"/>
                <a:gd name="connsiteY11" fmla="*/ 325991 h 434633"/>
                <a:gd name="connsiteX12" fmla="*/ 1358019 w 1557196"/>
                <a:gd name="connsiteY12" fmla="*/ 262617 h 434633"/>
                <a:gd name="connsiteX13" fmla="*/ 1557196 w 1557196"/>
                <a:gd name="connsiteY13" fmla="*/ 434633 h 434633"/>
                <a:gd name="connsiteX0" fmla="*/ 0 w 1557196"/>
                <a:gd name="connsiteY0" fmla="*/ 253510 h 371205"/>
                <a:gd name="connsiteX1" fmla="*/ 208229 w 1557196"/>
                <a:gd name="connsiteY1" fmla="*/ 298777 h 371205"/>
                <a:gd name="connsiteX2" fmla="*/ 344031 w 1557196"/>
                <a:gd name="connsiteY2" fmla="*/ 298777 h 371205"/>
                <a:gd name="connsiteX3" fmla="*/ 398352 w 1557196"/>
                <a:gd name="connsiteY3" fmla="*/ 208242 h 371205"/>
                <a:gd name="connsiteX4" fmla="*/ 479833 w 1557196"/>
                <a:gd name="connsiteY4" fmla="*/ 12 h 371205"/>
                <a:gd name="connsiteX5" fmla="*/ 525101 w 1557196"/>
                <a:gd name="connsiteY5" fmla="*/ 199189 h 371205"/>
                <a:gd name="connsiteX6" fmla="*/ 624689 w 1557196"/>
                <a:gd name="connsiteY6" fmla="*/ 298777 h 371205"/>
                <a:gd name="connsiteX7" fmla="*/ 787651 w 1557196"/>
                <a:gd name="connsiteY7" fmla="*/ 298777 h 371205"/>
                <a:gd name="connsiteX8" fmla="*/ 950613 w 1557196"/>
                <a:gd name="connsiteY8" fmla="*/ 108654 h 371205"/>
                <a:gd name="connsiteX9" fmla="*/ 1122629 w 1557196"/>
                <a:gd name="connsiteY9" fmla="*/ 90547 h 371205"/>
                <a:gd name="connsiteX10" fmla="*/ 1294645 w 1557196"/>
                <a:gd name="connsiteY10" fmla="*/ 262563 h 371205"/>
                <a:gd name="connsiteX11" fmla="*/ 1358019 w 1557196"/>
                <a:gd name="connsiteY11" fmla="*/ 199189 h 371205"/>
                <a:gd name="connsiteX12" fmla="*/ 1557196 w 1557196"/>
                <a:gd name="connsiteY12" fmla="*/ 371205 h 371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57196" h="371205">
                  <a:moveTo>
                    <a:pt x="0" y="253510"/>
                  </a:moveTo>
                  <a:cubicBezTo>
                    <a:pt x="57338" y="304058"/>
                    <a:pt x="150891" y="291233"/>
                    <a:pt x="208229" y="298777"/>
                  </a:cubicBezTo>
                  <a:cubicBezTo>
                    <a:pt x="265568" y="306322"/>
                    <a:pt x="312344" y="313866"/>
                    <a:pt x="344031" y="298777"/>
                  </a:cubicBezTo>
                  <a:cubicBezTo>
                    <a:pt x="375718" y="283688"/>
                    <a:pt x="375718" y="258036"/>
                    <a:pt x="398352" y="208242"/>
                  </a:cubicBezTo>
                  <a:cubicBezTo>
                    <a:pt x="420986" y="158448"/>
                    <a:pt x="458708" y="1521"/>
                    <a:pt x="479833" y="12"/>
                  </a:cubicBezTo>
                  <a:cubicBezTo>
                    <a:pt x="500958" y="-1497"/>
                    <a:pt x="500958" y="149395"/>
                    <a:pt x="525101" y="199189"/>
                  </a:cubicBezTo>
                  <a:cubicBezTo>
                    <a:pt x="549244" y="248983"/>
                    <a:pt x="580931" y="282179"/>
                    <a:pt x="624689" y="298777"/>
                  </a:cubicBezTo>
                  <a:cubicBezTo>
                    <a:pt x="668447" y="315375"/>
                    <a:pt x="733330" y="330464"/>
                    <a:pt x="787651" y="298777"/>
                  </a:cubicBezTo>
                  <a:cubicBezTo>
                    <a:pt x="841972" y="267090"/>
                    <a:pt x="894783" y="143359"/>
                    <a:pt x="950613" y="108654"/>
                  </a:cubicBezTo>
                  <a:cubicBezTo>
                    <a:pt x="1006443" y="73949"/>
                    <a:pt x="1065290" y="64896"/>
                    <a:pt x="1122629" y="90547"/>
                  </a:cubicBezTo>
                  <a:cubicBezTo>
                    <a:pt x="1179968" y="116198"/>
                    <a:pt x="1255413" y="244456"/>
                    <a:pt x="1294645" y="262563"/>
                  </a:cubicBezTo>
                  <a:cubicBezTo>
                    <a:pt x="1333877" y="280670"/>
                    <a:pt x="1314261" y="181082"/>
                    <a:pt x="1358019" y="199189"/>
                  </a:cubicBezTo>
                  <a:cubicBezTo>
                    <a:pt x="1401777" y="217296"/>
                    <a:pt x="1479486" y="294250"/>
                    <a:pt x="1557196" y="37120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A1103BF5-F333-68C5-788F-C27BC1EEDFD8}"/>
                </a:ext>
              </a:extLst>
            </p:cNvPr>
            <p:cNvCxnSpPr/>
            <p:nvPr/>
          </p:nvCxnSpPr>
          <p:spPr>
            <a:xfrm>
              <a:off x="6388452" y="4457231"/>
              <a:ext cx="0" cy="7274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B74A331-180F-F056-9719-E011FDE355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97868" y="5184641"/>
              <a:ext cx="16105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26167A30-C417-3A3F-E97E-4F94CCA9585F}"/>
                </a:ext>
              </a:extLst>
            </p:cNvPr>
            <p:cNvSpPr/>
            <p:nvPr/>
          </p:nvSpPr>
          <p:spPr>
            <a:xfrm>
              <a:off x="6308392" y="4384688"/>
              <a:ext cx="1748803" cy="8654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9769FCEA-6D90-573D-9981-7119F0FC457C}"/>
              </a:ext>
            </a:extLst>
          </p:cNvPr>
          <p:cNvGrpSpPr>
            <a:grpSpLocks noChangeAspect="1"/>
          </p:cNvGrpSpPr>
          <p:nvPr/>
        </p:nvGrpSpPr>
        <p:grpSpPr>
          <a:xfrm>
            <a:off x="9658121" y="5085118"/>
            <a:ext cx="1399042" cy="692372"/>
            <a:chOff x="9155087" y="4381306"/>
            <a:chExt cx="1748803" cy="865465"/>
          </a:xfrm>
        </p:grpSpPr>
        <p:sp>
          <p:nvSpPr>
            <p:cNvPr id="128" name="Free-form: Shape 127">
              <a:extLst>
                <a:ext uri="{FF2B5EF4-FFF2-40B4-BE49-F238E27FC236}">
                  <a16:creationId xmlns:a16="http://schemas.microsoft.com/office/drawing/2014/main" id="{0009BD27-A51A-A49B-7F94-0339FCB60C54}"/>
                </a:ext>
              </a:extLst>
            </p:cNvPr>
            <p:cNvSpPr/>
            <p:nvPr/>
          </p:nvSpPr>
          <p:spPr>
            <a:xfrm>
              <a:off x="9308592" y="4431586"/>
              <a:ext cx="1426464" cy="482800"/>
            </a:xfrm>
            <a:custGeom>
              <a:avLst/>
              <a:gdLst>
                <a:gd name="connsiteX0" fmla="*/ 0 w 1426464"/>
                <a:gd name="connsiteY0" fmla="*/ 420830 h 482800"/>
                <a:gd name="connsiteX1" fmla="*/ 237744 w 1426464"/>
                <a:gd name="connsiteY1" fmla="*/ 463502 h 482800"/>
                <a:gd name="connsiteX2" fmla="*/ 329184 w 1426464"/>
                <a:gd name="connsiteY2" fmla="*/ 146510 h 482800"/>
                <a:gd name="connsiteX3" fmla="*/ 573024 w 1426464"/>
                <a:gd name="connsiteY3" fmla="*/ 433022 h 482800"/>
                <a:gd name="connsiteX4" fmla="*/ 719328 w 1426464"/>
                <a:gd name="connsiteY4" fmla="*/ 439118 h 482800"/>
                <a:gd name="connsiteX5" fmla="*/ 792480 w 1426464"/>
                <a:gd name="connsiteY5" fmla="*/ 244046 h 482800"/>
                <a:gd name="connsiteX6" fmla="*/ 908304 w 1426464"/>
                <a:gd name="connsiteY6" fmla="*/ 420830 h 482800"/>
                <a:gd name="connsiteX7" fmla="*/ 1024128 w 1426464"/>
                <a:gd name="connsiteY7" fmla="*/ 206 h 482800"/>
                <a:gd name="connsiteX8" fmla="*/ 1255776 w 1426464"/>
                <a:gd name="connsiteY8" fmla="*/ 365966 h 482800"/>
                <a:gd name="connsiteX9" fmla="*/ 1426464 w 1426464"/>
                <a:gd name="connsiteY9" fmla="*/ 463502 h 48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6464" h="482800">
                  <a:moveTo>
                    <a:pt x="0" y="420830"/>
                  </a:moveTo>
                  <a:cubicBezTo>
                    <a:pt x="91440" y="465026"/>
                    <a:pt x="182880" y="509222"/>
                    <a:pt x="237744" y="463502"/>
                  </a:cubicBezTo>
                  <a:cubicBezTo>
                    <a:pt x="292608" y="417782"/>
                    <a:pt x="273304" y="151590"/>
                    <a:pt x="329184" y="146510"/>
                  </a:cubicBezTo>
                  <a:cubicBezTo>
                    <a:pt x="385064" y="141430"/>
                    <a:pt x="508000" y="384254"/>
                    <a:pt x="573024" y="433022"/>
                  </a:cubicBezTo>
                  <a:cubicBezTo>
                    <a:pt x="638048" y="481790"/>
                    <a:pt x="682752" y="470614"/>
                    <a:pt x="719328" y="439118"/>
                  </a:cubicBezTo>
                  <a:cubicBezTo>
                    <a:pt x="755904" y="407622"/>
                    <a:pt x="760984" y="247094"/>
                    <a:pt x="792480" y="244046"/>
                  </a:cubicBezTo>
                  <a:cubicBezTo>
                    <a:pt x="823976" y="240998"/>
                    <a:pt x="869696" y="461470"/>
                    <a:pt x="908304" y="420830"/>
                  </a:cubicBezTo>
                  <a:cubicBezTo>
                    <a:pt x="946912" y="380190"/>
                    <a:pt x="966216" y="9350"/>
                    <a:pt x="1024128" y="206"/>
                  </a:cubicBezTo>
                  <a:cubicBezTo>
                    <a:pt x="1082040" y="-8938"/>
                    <a:pt x="1188720" y="288750"/>
                    <a:pt x="1255776" y="365966"/>
                  </a:cubicBezTo>
                  <a:cubicBezTo>
                    <a:pt x="1322832" y="443182"/>
                    <a:pt x="1374648" y="453342"/>
                    <a:pt x="1426464" y="463502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C41DAF17-548F-51D5-BAED-19056E49E17F}"/>
                </a:ext>
              </a:extLst>
            </p:cNvPr>
            <p:cNvCxnSpPr/>
            <p:nvPr/>
          </p:nvCxnSpPr>
          <p:spPr>
            <a:xfrm>
              <a:off x="9235147" y="4453849"/>
              <a:ext cx="0" cy="7274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C5911961-8725-13CC-A1D2-A3753ED343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44563" y="5181259"/>
              <a:ext cx="16105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59AF9592-6DE1-8B2D-3C00-726ABAA233F4}"/>
                </a:ext>
              </a:extLst>
            </p:cNvPr>
            <p:cNvSpPr/>
            <p:nvPr/>
          </p:nvSpPr>
          <p:spPr>
            <a:xfrm>
              <a:off x="9155087" y="4381306"/>
              <a:ext cx="1748803" cy="8654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DD80B12C-CE7C-3272-5592-6D6D581B500A}"/>
                  </a:ext>
                </a:extLst>
              </p:cNvPr>
              <p:cNvSpPr txBox="1"/>
              <p:nvPr/>
            </p:nvSpPr>
            <p:spPr>
              <a:xfrm>
                <a:off x="5906890" y="4703231"/>
                <a:ext cx="3714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DD80B12C-CE7C-3272-5592-6D6D581B5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6890" y="4703231"/>
                <a:ext cx="37147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Left Brace 134">
            <a:extLst>
              <a:ext uri="{FF2B5EF4-FFF2-40B4-BE49-F238E27FC236}">
                <a16:creationId xmlns:a16="http://schemas.microsoft.com/office/drawing/2014/main" id="{6E354936-068A-1BFA-DEE4-0B0C51A10E87}"/>
              </a:ext>
            </a:extLst>
          </p:cNvPr>
          <p:cNvSpPr/>
          <p:nvPr/>
        </p:nvSpPr>
        <p:spPr>
          <a:xfrm>
            <a:off x="5808100" y="4578998"/>
            <a:ext cx="144000" cy="1260000"/>
          </a:xfrm>
          <a:prstGeom prst="leftBrac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2F8A57CD-E07B-EC85-8A96-C69ABBC153CA}"/>
                  </a:ext>
                </a:extLst>
              </p:cNvPr>
              <p:cNvSpPr txBox="1"/>
              <p:nvPr/>
            </p:nvSpPr>
            <p:spPr>
              <a:xfrm>
                <a:off x="9663695" y="4683701"/>
                <a:ext cx="3714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2F8A57CD-E07B-EC85-8A96-C69ABBC15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3695" y="4683701"/>
                <a:ext cx="371475" cy="369332"/>
              </a:xfrm>
              <a:prstGeom prst="rect">
                <a:avLst/>
              </a:prstGeom>
              <a:blipFill>
                <a:blip r:embed="rId7"/>
                <a:stretch>
                  <a:fillRect r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Left Brace 138">
            <a:extLst>
              <a:ext uri="{FF2B5EF4-FFF2-40B4-BE49-F238E27FC236}">
                <a16:creationId xmlns:a16="http://schemas.microsoft.com/office/drawing/2014/main" id="{B7F06D31-580C-C755-28FD-F6582E6369BC}"/>
              </a:ext>
            </a:extLst>
          </p:cNvPr>
          <p:cNvSpPr/>
          <p:nvPr/>
        </p:nvSpPr>
        <p:spPr>
          <a:xfrm>
            <a:off x="9564905" y="4559468"/>
            <a:ext cx="144000" cy="1260000"/>
          </a:xfrm>
          <a:prstGeom prst="leftBrac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709F484E-0B7C-D38A-B5B8-BDF5B9CEA395}"/>
              </a:ext>
            </a:extLst>
          </p:cNvPr>
          <p:cNvCxnSpPr>
            <a:cxnSpLocks/>
          </p:cNvCxnSpPr>
          <p:nvPr/>
        </p:nvCxnSpPr>
        <p:spPr>
          <a:xfrm>
            <a:off x="3958806" y="5207263"/>
            <a:ext cx="540000" cy="231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7E24D850-4C39-CABC-FD8B-A67E6C82D60E}"/>
              </a:ext>
            </a:extLst>
          </p:cNvPr>
          <p:cNvCxnSpPr>
            <a:cxnSpLocks/>
          </p:cNvCxnSpPr>
          <p:nvPr/>
        </p:nvCxnSpPr>
        <p:spPr>
          <a:xfrm>
            <a:off x="7322847" y="5405858"/>
            <a:ext cx="540000" cy="231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5D574F4A-F134-17AB-5743-B4286A658934}"/>
              </a:ext>
            </a:extLst>
          </p:cNvPr>
          <p:cNvGrpSpPr>
            <a:grpSpLocks noChangeAspect="1"/>
          </p:cNvGrpSpPr>
          <p:nvPr/>
        </p:nvGrpSpPr>
        <p:grpSpPr>
          <a:xfrm>
            <a:off x="766090" y="2006494"/>
            <a:ext cx="2682620" cy="1784758"/>
            <a:chOff x="633942" y="1754865"/>
            <a:chExt cx="3353275" cy="2230948"/>
          </a:xfrm>
        </p:grpSpPr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B5D5E279-AAFA-FA89-95D6-E5564EFC2C3F}"/>
                </a:ext>
              </a:extLst>
            </p:cNvPr>
            <p:cNvGrpSpPr/>
            <p:nvPr/>
          </p:nvGrpSpPr>
          <p:grpSpPr>
            <a:xfrm>
              <a:off x="633942" y="1754865"/>
              <a:ext cx="3268104" cy="2230948"/>
              <a:chOff x="1011721" y="1845737"/>
              <a:chExt cx="3268104" cy="2230948"/>
            </a:xfrm>
          </p:grpSpPr>
          <p:sp>
            <p:nvSpPr>
              <p:cNvPr id="153" name="Freeform: Shape 11">
                <a:extLst>
                  <a:ext uri="{FF2B5EF4-FFF2-40B4-BE49-F238E27FC236}">
                    <a16:creationId xmlns:a16="http://schemas.microsoft.com/office/drawing/2014/main" id="{F64E5D32-2C2C-537B-758A-5BCB1CDC1731}"/>
                  </a:ext>
                </a:extLst>
              </p:cNvPr>
              <p:cNvSpPr/>
              <p:nvPr/>
            </p:nvSpPr>
            <p:spPr>
              <a:xfrm>
                <a:off x="2265710" y="1866546"/>
                <a:ext cx="2014115" cy="2200275"/>
              </a:xfrm>
              <a:custGeom>
                <a:avLst/>
                <a:gdLst>
                  <a:gd name="connsiteX0" fmla="*/ 2013561 w 2014114"/>
                  <a:gd name="connsiteY0" fmla="*/ 1666875 h 2200275"/>
                  <a:gd name="connsiteX1" fmla="*/ 2013561 w 2014114"/>
                  <a:gd name="connsiteY1" fmla="*/ 1666875 h 2200275"/>
                  <a:gd name="connsiteX2" fmla="*/ 1956411 w 2014114"/>
                  <a:gd name="connsiteY2" fmla="*/ 1600200 h 2200275"/>
                  <a:gd name="connsiteX3" fmla="*/ 1927836 w 2014114"/>
                  <a:gd name="connsiteY3" fmla="*/ 1571625 h 2200275"/>
                  <a:gd name="connsiteX4" fmla="*/ 1889736 w 2014114"/>
                  <a:gd name="connsiteY4" fmla="*/ 1514475 h 2200275"/>
                  <a:gd name="connsiteX5" fmla="*/ 1880211 w 2014114"/>
                  <a:gd name="connsiteY5" fmla="*/ 1485900 h 2200275"/>
                  <a:gd name="connsiteX6" fmla="*/ 1851636 w 2014114"/>
                  <a:gd name="connsiteY6" fmla="*/ 1466850 h 2200275"/>
                  <a:gd name="connsiteX7" fmla="*/ 1813536 w 2014114"/>
                  <a:gd name="connsiteY7" fmla="*/ 1323975 h 2200275"/>
                  <a:gd name="connsiteX8" fmla="*/ 1794486 w 2014114"/>
                  <a:gd name="connsiteY8" fmla="*/ 1266825 h 2200275"/>
                  <a:gd name="connsiteX9" fmla="*/ 1784961 w 2014114"/>
                  <a:gd name="connsiteY9" fmla="*/ 1238250 h 2200275"/>
                  <a:gd name="connsiteX10" fmla="*/ 1746861 w 2014114"/>
                  <a:gd name="connsiteY10" fmla="*/ 1181100 h 2200275"/>
                  <a:gd name="connsiteX11" fmla="*/ 1727811 w 2014114"/>
                  <a:gd name="connsiteY11" fmla="*/ 1152525 h 2200275"/>
                  <a:gd name="connsiteX12" fmla="*/ 1708761 w 2014114"/>
                  <a:gd name="connsiteY12" fmla="*/ 1104900 h 2200275"/>
                  <a:gd name="connsiteX13" fmla="*/ 1689711 w 2014114"/>
                  <a:gd name="connsiteY13" fmla="*/ 1076325 h 2200275"/>
                  <a:gd name="connsiteX14" fmla="*/ 1680186 w 2014114"/>
                  <a:gd name="connsiteY14" fmla="*/ 1047750 h 2200275"/>
                  <a:gd name="connsiteX15" fmla="*/ 1661136 w 2014114"/>
                  <a:gd name="connsiteY15" fmla="*/ 1019175 h 2200275"/>
                  <a:gd name="connsiteX16" fmla="*/ 1613511 w 2014114"/>
                  <a:gd name="connsiteY16" fmla="*/ 942975 h 2200275"/>
                  <a:gd name="connsiteX17" fmla="*/ 1575411 w 2014114"/>
                  <a:gd name="connsiteY17" fmla="*/ 895350 h 2200275"/>
                  <a:gd name="connsiteX18" fmla="*/ 1565886 w 2014114"/>
                  <a:gd name="connsiteY18" fmla="*/ 866775 h 2200275"/>
                  <a:gd name="connsiteX19" fmla="*/ 1537311 w 2014114"/>
                  <a:gd name="connsiteY19" fmla="*/ 838200 h 2200275"/>
                  <a:gd name="connsiteX20" fmla="*/ 1518261 w 2014114"/>
                  <a:gd name="connsiteY20" fmla="*/ 800100 h 2200275"/>
                  <a:gd name="connsiteX21" fmla="*/ 1461111 w 2014114"/>
                  <a:gd name="connsiteY21" fmla="*/ 752475 h 2200275"/>
                  <a:gd name="connsiteX22" fmla="*/ 1403961 w 2014114"/>
                  <a:gd name="connsiteY22" fmla="*/ 676275 h 2200275"/>
                  <a:gd name="connsiteX23" fmla="*/ 1337286 w 2014114"/>
                  <a:gd name="connsiteY23" fmla="*/ 619125 h 2200275"/>
                  <a:gd name="connsiteX24" fmla="*/ 1318236 w 2014114"/>
                  <a:gd name="connsiteY24" fmla="*/ 590550 h 2200275"/>
                  <a:gd name="connsiteX25" fmla="*/ 1270611 w 2014114"/>
                  <a:gd name="connsiteY25" fmla="*/ 533400 h 2200275"/>
                  <a:gd name="connsiteX26" fmla="*/ 1251561 w 2014114"/>
                  <a:gd name="connsiteY26" fmla="*/ 504825 h 2200275"/>
                  <a:gd name="connsiteX27" fmla="*/ 1222986 w 2014114"/>
                  <a:gd name="connsiteY27" fmla="*/ 485775 h 2200275"/>
                  <a:gd name="connsiteX28" fmla="*/ 1184886 w 2014114"/>
                  <a:gd name="connsiteY28" fmla="*/ 457200 h 2200275"/>
                  <a:gd name="connsiteX29" fmla="*/ 1127736 w 2014114"/>
                  <a:gd name="connsiteY29" fmla="*/ 419100 h 2200275"/>
                  <a:gd name="connsiteX30" fmla="*/ 1108686 w 2014114"/>
                  <a:gd name="connsiteY30" fmla="*/ 390525 h 2200275"/>
                  <a:gd name="connsiteX31" fmla="*/ 1080111 w 2014114"/>
                  <a:gd name="connsiteY31" fmla="*/ 381000 h 2200275"/>
                  <a:gd name="connsiteX32" fmla="*/ 1022961 w 2014114"/>
                  <a:gd name="connsiteY32" fmla="*/ 342900 h 2200275"/>
                  <a:gd name="connsiteX33" fmla="*/ 956286 w 2014114"/>
                  <a:gd name="connsiteY33" fmla="*/ 295275 h 2200275"/>
                  <a:gd name="connsiteX34" fmla="*/ 899136 w 2014114"/>
                  <a:gd name="connsiteY34" fmla="*/ 257175 h 2200275"/>
                  <a:gd name="connsiteX35" fmla="*/ 880086 w 2014114"/>
                  <a:gd name="connsiteY35" fmla="*/ 228600 h 2200275"/>
                  <a:gd name="connsiteX36" fmla="*/ 822936 w 2014114"/>
                  <a:gd name="connsiteY36" fmla="*/ 209550 h 2200275"/>
                  <a:gd name="connsiteX37" fmla="*/ 765786 w 2014114"/>
                  <a:gd name="connsiteY37" fmla="*/ 171450 h 2200275"/>
                  <a:gd name="connsiteX38" fmla="*/ 680061 w 2014114"/>
                  <a:gd name="connsiteY38" fmla="*/ 114300 h 2200275"/>
                  <a:gd name="connsiteX39" fmla="*/ 651486 w 2014114"/>
                  <a:gd name="connsiteY39" fmla="*/ 95250 h 2200275"/>
                  <a:gd name="connsiteX40" fmla="*/ 622911 w 2014114"/>
                  <a:gd name="connsiteY40" fmla="*/ 76200 h 2200275"/>
                  <a:gd name="connsiteX41" fmla="*/ 508611 w 2014114"/>
                  <a:gd name="connsiteY41" fmla="*/ 38100 h 2200275"/>
                  <a:gd name="connsiteX42" fmla="*/ 480036 w 2014114"/>
                  <a:gd name="connsiteY42" fmla="*/ 28575 h 2200275"/>
                  <a:gd name="connsiteX43" fmla="*/ 451461 w 2014114"/>
                  <a:gd name="connsiteY43" fmla="*/ 19050 h 2200275"/>
                  <a:gd name="connsiteX44" fmla="*/ 327636 w 2014114"/>
                  <a:gd name="connsiteY44" fmla="*/ 0 h 2200275"/>
                  <a:gd name="connsiteX45" fmla="*/ 146661 w 2014114"/>
                  <a:gd name="connsiteY45" fmla="*/ 9525 h 2200275"/>
                  <a:gd name="connsiteX46" fmla="*/ 89511 w 2014114"/>
                  <a:gd name="connsiteY46" fmla="*/ 28575 h 2200275"/>
                  <a:gd name="connsiteX47" fmla="*/ 70461 w 2014114"/>
                  <a:gd name="connsiteY47" fmla="*/ 457200 h 2200275"/>
                  <a:gd name="connsiteX48" fmla="*/ 51411 w 2014114"/>
                  <a:gd name="connsiteY48" fmla="*/ 752475 h 2200275"/>
                  <a:gd name="connsiteX49" fmla="*/ 41886 w 2014114"/>
                  <a:gd name="connsiteY49" fmla="*/ 828675 h 2200275"/>
                  <a:gd name="connsiteX50" fmla="*/ 13311 w 2014114"/>
                  <a:gd name="connsiteY50" fmla="*/ 923925 h 2200275"/>
                  <a:gd name="connsiteX51" fmla="*/ 3786 w 2014114"/>
                  <a:gd name="connsiteY51" fmla="*/ 990600 h 2200275"/>
                  <a:gd name="connsiteX52" fmla="*/ 22836 w 2014114"/>
                  <a:gd name="connsiteY52" fmla="*/ 1457325 h 2200275"/>
                  <a:gd name="connsiteX53" fmla="*/ 41886 w 2014114"/>
                  <a:gd name="connsiteY53" fmla="*/ 1905000 h 2200275"/>
                  <a:gd name="connsiteX54" fmla="*/ 32361 w 2014114"/>
                  <a:gd name="connsiteY54" fmla="*/ 2152650 h 2200275"/>
                  <a:gd name="connsiteX55" fmla="*/ 13311 w 2014114"/>
                  <a:gd name="connsiteY55" fmla="*/ 2200275 h 2200275"/>
                  <a:gd name="connsiteX56" fmla="*/ 89511 w 2014114"/>
                  <a:gd name="connsiteY56" fmla="*/ 2190750 h 2200275"/>
                  <a:gd name="connsiteX57" fmla="*/ 137136 w 2014114"/>
                  <a:gd name="connsiteY57" fmla="*/ 2181225 h 2200275"/>
                  <a:gd name="connsiteX58" fmla="*/ 251436 w 2014114"/>
                  <a:gd name="connsiteY58" fmla="*/ 2162175 h 2200275"/>
                  <a:gd name="connsiteX59" fmla="*/ 308586 w 2014114"/>
                  <a:gd name="connsiteY59" fmla="*/ 2152650 h 2200275"/>
                  <a:gd name="connsiteX60" fmla="*/ 441936 w 2014114"/>
                  <a:gd name="connsiteY60" fmla="*/ 2133600 h 2200275"/>
                  <a:gd name="connsiteX61" fmla="*/ 489561 w 2014114"/>
                  <a:gd name="connsiteY61" fmla="*/ 2124075 h 2200275"/>
                  <a:gd name="connsiteX62" fmla="*/ 518136 w 2014114"/>
                  <a:gd name="connsiteY62" fmla="*/ 2114550 h 2200275"/>
                  <a:gd name="connsiteX63" fmla="*/ 594336 w 2014114"/>
                  <a:gd name="connsiteY63" fmla="*/ 2105025 h 2200275"/>
                  <a:gd name="connsiteX64" fmla="*/ 661011 w 2014114"/>
                  <a:gd name="connsiteY64" fmla="*/ 2085975 h 2200275"/>
                  <a:gd name="connsiteX65" fmla="*/ 708636 w 2014114"/>
                  <a:gd name="connsiteY65" fmla="*/ 2076450 h 2200275"/>
                  <a:gd name="connsiteX66" fmla="*/ 765786 w 2014114"/>
                  <a:gd name="connsiteY66" fmla="*/ 2057400 h 2200275"/>
                  <a:gd name="connsiteX67" fmla="*/ 822936 w 2014114"/>
                  <a:gd name="connsiteY67" fmla="*/ 2028825 h 2200275"/>
                  <a:gd name="connsiteX68" fmla="*/ 851511 w 2014114"/>
                  <a:gd name="connsiteY68" fmla="*/ 2000250 h 2200275"/>
                  <a:gd name="connsiteX69" fmla="*/ 908661 w 2014114"/>
                  <a:gd name="connsiteY69" fmla="*/ 1981200 h 2200275"/>
                  <a:gd name="connsiteX70" fmla="*/ 956286 w 2014114"/>
                  <a:gd name="connsiteY70" fmla="*/ 1971675 h 2200275"/>
                  <a:gd name="connsiteX71" fmla="*/ 1022961 w 2014114"/>
                  <a:gd name="connsiteY71" fmla="*/ 1962150 h 2200275"/>
                  <a:gd name="connsiteX72" fmla="*/ 1089636 w 2014114"/>
                  <a:gd name="connsiteY72" fmla="*/ 1943100 h 2200275"/>
                  <a:gd name="connsiteX73" fmla="*/ 1156311 w 2014114"/>
                  <a:gd name="connsiteY73" fmla="*/ 1924050 h 2200275"/>
                  <a:gd name="connsiteX74" fmla="*/ 1280136 w 2014114"/>
                  <a:gd name="connsiteY74" fmla="*/ 1895475 h 2200275"/>
                  <a:gd name="connsiteX75" fmla="*/ 1308711 w 2014114"/>
                  <a:gd name="connsiteY75" fmla="*/ 1885950 h 2200275"/>
                  <a:gd name="connsiteX76" fmla="*/ 1346811 w 2014114"/>
                  <a:gd name="connsiteY76" fmla="*/ 1876425 h 2200275"/>
                  <a:gd name="connsiteX77" fmla="*/ 1375386 w 2014114"/>
                  <a:gd name="connsiteY77" fmla="*/ 1866900 h 2200275"/>
                  <a:gd name="connsiteX78" fmla="*/ 1546836 w 2014114"/>
                  <a:gd name="connsiteY78" fmla="*/ 1857375 h 2200275"/>
                  <a:gd name="connsiteX79" fmla="*/ 1603986 w 2014114"/>
                  <a:gd name="connsiteY79" fmla="*/ 1847850 h 2200275"/>
                  <a:gd name="connsiteX80" fmla="*/ 1708761 w 2014114"/>
                  <a:gd name="connsiteY80" fmla="*/ 1838325 h 2200275"/>
                  <a:gd name="connsiteX81" fmla="*/ 1746861 w 2014114"/>
                  <a:gd name="connsiteY81" fmla="*/ 1828800 h 2200275"/>
                  <a:gd name="connsiteX82" fmla="*/ 1861161 w 2014114"/>
                  <a:gd name="connsiteY82" fmla="*/ 1809750 h 2200275"/>
                  <a:gd name="connsiteX83" fmla="*/ 1918311 w 2014114"/>
                  <a:gd name="connsiteY83" fmla="*/ 1800225 h 2200275"/>
                  <a:gd name="connsiteX84" fmla="*/ 1984986 w 2014114"/>
                  <a:gd name="connsiteY84" fmla="*/ 1781175 h 2200275"/>
                  <a:gd name="connsiteX85" fmla="*/ 2013561 w 2014114"/>
                  <a:gd name="connsiteY85" fmla="*/ 1724025 h 2200275"/>
                  <a:gd name="connsiteX86" fmla="*/ 2013561 w 2014114"/>
                  <a:gd name="connsiteY86" fmla="*/ 1666875 h 2200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</a:cxnLst>
                <a:rect l="l" t="t" r="r" b="b"/>
                <a:pathLst>
                  <a:path w="2014114" h="2200275">
                    <a:moveTo>
                      <a:pt x="2013561" y="1666875"/>
                    </a:moveTo>
                    <a:lnTo>
                      <a:pt x="2013561" y="1666875"/>
                    </a:lnTo>
                    <a:cubicBezTo>
                      <a:pt x="1994511" y="1644650"/>
                      <a:pt x="1975993" y="1621958"/>
                      <a:pt x="1956411" y="1600200"/>
                    </a:cubicBezTo>
                    <a:cubicBezTo>
                      <a:pt x="1947400" y="1590188"/>
                      <a:pt x="1936106" y="1582258"/>
                      <a:pt x="1927836" y="1571625"/>
                    </a:cubicBezTo>
                    <a:cubicBezTo>
                      <a:pt x="1913780" y="1553553"/>
                      <a:pt x="1896976" y="1536195"/>
                      <a:pt x="1889736" y="1514475"/>
                    </a:cubicBezTo>
                    <a:cubicBezTo>
                      <a:pt x="1886561" y="1504950"/>
                      <a:pt x="1886483" y="1493740"/>
                      <a:pt x="1880211" y="1485900"/>
                    </a:cubicBezTo>
                    <a:cubicBezTo>
                      <a:pt x="1873060" y="1476961"/>
                      <a:pt x="1861161" y="1473200"/>
                      <a:pt x="1851636" y="1466850"/>
                    </a:cubicBezTo>
                    <a:cubicBezTo>
                      <a:pt x="1822694" y="1322141"/>
                      <a:pt x="1848064" y="1418927"/>
                      <a:pt x="1813536" y="1323975"/>
                    </a:cubicBezTo>
                    <a:cubicBezTo>
                      <a:pt x="1806674" y="1305104"/>
                      <a:pt x="1800836" y="1285875"/>
                      <a:pt x="1794486" y="1266825"/>
                    </a:cubicBezTo>
                    <a:cubicBezTo>
                      <a:pt x="1791311" y="1257300"/>
                      <a:pt x="1790530" y="1246604"/>
                      <a:pt x="1784961" y="1238250"/>
                    </a:cubicBezTo>
                    <a:lnTo>
                      <a:pt x="1746861" y="1181100"/>
                    </a:lnTo>
                    <a:cubicBezTo>
                      <a:pt x="1740511" y="1171575"/>
                      <a:pt x="1732063" y="1163154"/>
                      <a:pt x="1727811" y="1152525"/>
                    </a:cubicBezTo>
                    <a:cubicBezTo>
                      <a:pt x="1721461" y="1136650"/>
                      <a:pt x="1716407" y="1120193"/>
                      <a:pt x="1708761" y="1104900"/>
                    </a:cubicBezTo>
                    <a:cubicBezTo>
                      <a:pt x="1703641" y="1094661"/>
                      <a:pt x="1694831" y="1086564"/>
                      <a:pt x="1689711" y="1076325"/>
                    </a:cubicBezTo>
                    <a:cubicBezTo>
                      <a:pt x="1685221" y="1067345"/>
                      <a:pt x="1684676" y="1056730"/>
                      <a:pt x="1680186" y="1047750"/>
                    </a:cubicBezTo>
                    <a:cubicBezTo>
                      <a:pt x="1675066" y="1037511"/>
                      <a:pt x="1666256" y="1029414"/>
                      <a:pt x="1661136" y="1019175"/>
                    </a:cubicBezTo>
                    <a:cubicBezTo>
                      <a:pt x="1625057" y="947017"/>
                      <a:pt x="1663651" y="993115"/>
                      <a:pt x="1613511" y="942975"/>
                    </a:cubicBezTo>
                    <a:cubicBezTo>
                      <a:pt x="1589570" y="871151"/>
                      <a:pt x="1624650" y="956898"/>
                      <a:pt x="1575411" y="895350"/>
                    </a:cubicBezTo>
                    <a:cubicBezTo>
                      <a:pt x="1569139" y="887510"/>
                      <a:pt x="1571455" y="875129"/>
                      <a:pt x="1565886" y="866775"/>
                    </a:cubicBezTo>
                    <a:cubicBezTo>
                      <a:pt x="1558414" y="855567"/>
                      <a:pt x="1545141" y="849161"/>
                      <a:pt x="1537311" y="838200"/>
                    </a:cubicBezTo>
                    <a:cubicBezTo>
                      <a:pt x="1529058" y="826646"/>
                      <a:pt x="1526514" y="811654"/>
                      <a:pt x="1518261" y="800100"/>
                    </a:cubicBezTo>
                    <a:cubicBezTo>
                      <a:pt x="1501593" y="776765"/>
                      <a:pt x="1483896" y="767665"/>
                      <a:pt x="1461111" y="752475"/>
                    </a:cubicBezTo>
                    <a:cubicBezTo>
                      <a:pt x="1443524" y="726095"/>
                      <a:pt x="1426587" y="698901"/>
                      <a:pt x="1403961" y="676275"/>
                    </a:cubicBezTo>
                    <a:cubicBezTo>
                      <a:pt x="1340894" y="613208"/>
                      <a:pt x="1389127" y="681334"/>
                      <a:pt x="1337286" y="619125"/>
                    </a:cubicBezTo>
                    <a:cubicBezTo>
                      <a:pt x="1329957" y="610331"/>
                      <a:pt x="1325264" y="599586"/>
                      <a:pt x="1318236" y="590550"/>
                    </a:cubicBezTo>
                    <a:cubicBezTo>
                      <a:pt x="1303012" y="570976"/>
                      <a:pt x="1285835" y="552974"/>
                      <a:pt x="1270611" y="533400"/>
                    </a:cubicBezTo>
                    <a:cubicBezTo>
                      <a:pt x="1263583" y="524364"/>
                      <a:pt x="1259656" y="512920"/>
                      <a:pt x="1251561" y="504825"/>
                    </a:cubicBezTo>
                    <a:cubicBezTo>
                      <a:pt x="1243466" y="496730"/>
                      <a:pt x="1232301" y="492429"/>
                      <a:pt x="1222986" y="485775"/>
                    </a:cubicBezTo>
                    <a:cubicBezTo>
                      <a:pt x="1210068" y="476548"/>
                      <a:pt x="1197891" y="466304"/>
                      <a:pt x="1184886" y="457200"/>
                    </a:cubicBezTo>
                    <a:cubicBezTo>
                      <a:pt x="1166129" y="444070"/>
                      <a:pt x="1127736" y="419100"/>
                      <a:pt x="1127736" y="419100"/>
                    </a:cubicBezTo>
                    <a:cubicBezTo>
                      <a:pt x="1121386" y="409575"/>
                      <a:pt x="1117625" y="397676"/>
                      <a:pt x="1108686" y="390525"/>
                    </a:cubicBezTo>
                    <a:cubicBezTo>
                      <a:pt x="1100846" y="384253"/>
                      <a:pt x="1088888" y="385876"/>
                      <a:pt x="1080111" y="381000"/>
                    </a:cubicBezTo>
                    <a:cubicBezTo>
                      <a:pt x="1060097" y="369881"/>
                      <a:pt x="1039150" y="359089"/>
                      <a:pt x="1022961" y="342900"/>
                    </a:cubicBezTo>
                    <a:cubicBezTo>
                      <a:pt x="948665" y="268604"/>
                      <a:pt x="1044045" y="357960"/>
                      <a:pt x="956286" y="295275"/>
                    </a:cubicBezTo>
                    <a:cubicBezTo>
                      <a:pt x="893856" y="250682"/>
                      <a:pt x="960433" y="277607"/>
                      <a:pt x="899136" y="257175"/>
                    </a:cubicBezTo>
                    <a:cubicBezTo>
                      <a:pt x="892786" y="247650"/>
                      <a:pt x="889794" y="234667"/>
                      <a:pt x="880086" y="228600"/>
                    </a:cubicBezTo>
                    <a:cubicBezTo>
                      <a:pt x="863058" y="217957"/>
                      <a:pt x="839644" y="220689"/>
                      <a:pt x="822936" y="209550"/>
                    </a:cubicBezTo>
                    <a:lnTo>
                      <a:pt x="765786" y="171450"/>
                    </a:lnTo>
                    <a:lnTo>
                      <a:pt x="680061" y="114300"/>
                    </a:lnTo>
                    <a:lnTo>
                      <a:pt x="651486" y="95250"/>
                    </a:lnTo>
                    <a:cubicBezTo>
                      <a:pt x="641961" y="88900"/>
                      <a:pt x="633771" y="79820"/>
                      <a:pt x="622911" y="76200"/>
                    </a:cubicBezTo>
                    <a:lnTo>
                      <a:pt x="508611" y="38100"/>
                    </a:lnTo>
                    <a:lnTo>
                      <a:pt x="480036" y="28575"/>
                    </a:lnTo>
                    <a:cubicBezTo>
                      <a:pt x="470511" y="25400"/>
                      <a:pt x="461306" y="21019"/>
                      <a:pt x="451461" y="19050"/>
                    </a:cubicBezTo>
                    <a:cubicBezTo>
                      <a:pt x="378735" y="4505"/>
                      <a:pt x="419900" y="11533"/>
                      <a:pt x="327636" y="0"/>
                    </a:cubicBezTo>
                    <a:cubicBezTo>
                      <a:pt x="267311" y="3175"/>
                      <a:pt x="206639" y="2328"/>
                      <a:pt x="146661" y="9525"/>
                    </a:cubicBezTo>
                    <a:cubicBezTo>
                      <a:pt x="126724" y="11917"/>
                      <a:pt x="89511" y="28575"/>
                      <a:pt x="89511" y="28575"/>
                    </a:cubicBezTo>
                    <a:cubicBezTo>
                      <a:pt x="37615" y="184262"/>
                      <a:pt x="82745" y="39553"/>
                      <a:pt x="70461" y="457200"/>
                    </a:cubicBezTo>
                    <a:cubicBezTo>
                      <a:pt x="56105" y="945298"/>
                      <a:pt x="77962" y="579893"/>
                      <a:pt x="51411" y="752475"/>
                    </a:cubicBezTo>
                    <a:cubicBezTo>
                      <a:pt x="47519" y="777775"/>
                      <a:pt x="47439" y="803687"/>
                      <a:pt x="41886" y="828675"/>
                    </a:cubicBezTo>
                    <a:cubicBezTo>
                      <a:pt x="34695" y="861034"/>
                      <a:pt x="22836" y="892175"/>
                      <a:pt x="13311" y="923925"/>
                    </a:cubicBezTo>
                    <a:cubicBezTo>
                      <a:pt x="10136" y="946150"/>
                      <a:pt x="3786" y="968149"/>
                      <a:pt x="3786" y="990600"/>
                    </a:cubicBezTo>
                    <a:cubicBezTo>
                      <a:pt x="3786" y="1355688"/>
                      <a:pt x="8406" y="1226441"/>
                      <a:pt x="22836" y="1457325"/>
                    </a:cubicBezTo>
                    <a:cubicBezTo>
                      <a:pt x="33486" y="1627731"/>
                      <a:pt x="35433" y="1724310"/>
                      <a:pt x="41886" y="1905000"/>
                    </a:cubicBezTo>
                    <a:cubicBezTo>
                      <a:pt x="38711" y="1987550"/>
                      <a:pt x="44044" y="2070869"/>
                      <a:pt x="32361" y="2152650"/>
                    </a:cubicBezTo>
                    <a:cubicBezTo>
                      <a:pt x="18820" y="2247434"/>
                      <a:pt x="-20347" y="2099301"/>
                      <a:pt x="13311" y="2200275"/>
                    </a:cubicBezTo>
                    <a:cubicBezTo>
                      <a:pt x="38711" y="2197100"/>
                      <a:pt x="64211" y="2194642"/>
                      <a:pt x="89511" y="2190750"/>
                    </a:cubicBezTo>
                    <a:cubicBezTo>
                      <a:pt x="105512" y="2188288"/>
                      <a:pt x="121193" y="2184038"/>
                      <a:pt x="137136" y="2181225"/>
                    </a:cubicBezTo>
                    <a:lnTo>
                      <a:pt x="251436" y="2162175"/>
                    </a:lnTo>
                    <a:cubicBezTo>
                      <a:pt x="270486" y="2159000"/>
                      <a:pt x="289467" y="2155381"/>
                      <a:pt x="308586" y="2152650"/>
                    </a:cubicBezTo>
                    <a:cubicBezTo>
                      <a:pt x="353036" y="2146300"/>
                      <a:pt x="397907" y="2142406"/>
                      <a:pt x="441936" y="2133600"/>
                    </a:cubicBezTo>
                    <a:cubicBezTo>
                      <a:pt x="457811" y="2130425"/>
                      <a:pt x="473855" y="2128002"/>
                      <a:pt x="489561" y="2124075"/>
                    </a:cubicBezTo>
                    <a:cubicBezTo>
                      <a:pt x="499301" y="2121640"/>
                      <a:pt x="508258" y="2116346"/>
                      <a:pt x="518136" y="2114550"/>
                    </a:cubicBezTo>
                    <a:cubicBezTo>
                      <a:pt x="543321" y="2109971"/>
                      <a:pt x="568936" y="2108200"/>
                      <a:pt x="594336" y="2105025"/>
                    </a:cubicBezTo>
                    <a:cubicBezTo>
                      <a:pt x="626157" y="2094418"/>
                      <a:pt x="625131" y="2093948"/>
                      <a:pt x="661011" y="2085975"/>
                    </a:cubicBezTo>
                    <a:cubicBezTo>
                      <a:pt x="676815" y="2082463"/>
                      <a:pt x="693017" y="2080710"/>
                      <a:pt x="708636" y="2076450"/>
                    </a:cubicBezTo>
                    <a:cubicBezTo>
                      <a:pt x="728009" y="2071166"/>
                      <a:pt x="749078" y="2068539"/>
                      <a:pt x="765786" y="2057400"/>
                    </a:cubicBezTo>
                    <a:cubicBezTo>
                      <a:pt x="802715" y="2032781"/>
                      <a:pt x="783501" y="2041970"/>
                      <a:pt x="822936" y="2028825"/>
                    </a:cubicBezTo>
                    <a:cubicBezTo>
                      <a:pt x="832461" y="2019300"/>
                      <a:pt x="839736" y="2006792"/>
                      <a:pt x="851511" y="2000250"/>
                    </a:cubicBezTo>
                    <a:cubicBezTo>
                      <a:pt x="869064" y="1990498"/>
                      <a:pt x="888970" y="1985138"/>
                      <a:pt x="908661" y="1981200"/>
                    </a:cubicBezTo>
                    <a:cubicBezTo>
                      <a:pt x="924536" y="1978025"/>
                      <a:pt x="940317" y="1974337"/>
                      <a:pt x="956286" y="1971675"/>
                    </a:cubicBezTo>
                    <a:cubicBezTo>
                      <a:pt x="978431" y="1967984"/>
                      <a:pt x="1000872" y="1966166"/>
                      <a:pt x="1022961" y="1962150"/>
                    </a:cubicBezTo>
                    <a:cubicBezTo>
                      <a:pt x="1058277" y="1955729"/>
                      <a:pt x="1058248" y="1952516"/>
                      <a:pt x="1089636" y="1943100"/>
                    </a:cubicBezTo>
                    <a:cubicBezTo>
                      <a:pt x="1111776" y="1936458"/>
                      <a:pt x="1133887" y="1929656"/>
                      <a:pt x="1156311" y="1924050"/>
                    </a:cubicBezTo>
                    <a:cubicBezTo>
                      <a:pt x="1182735" y="1917444"/>
                      <a:pt x="1245873" y="1905264"/>
                      <a:pt x="1280136" y="1895475"/>
                    </a:cubicBezTo>
                    <a:cubicBezTo>
                      <a:pt x="1289790" y="1892717"/>
                      <a:pt x="1299057" y="1888708"/>
                      <a:pt x="1308711" y="1885950"/>
                    </a:cubicBezTo>
                    <a:cubicBezTo>
                      <a:pt x="1321298" y="1882354"/>
                      <a:pt x="1334224" y="1880021"/>
                      <a:pt x="1346811" y="1876425"/>
                    </a:cubicBezTo>
                    <a:cubicBezTo>
                      <a:pt x="1356465" y="1873667"/>
                      <a:pt x="1365391" y="1867852"/>
                      <a:pt x="1375386" y="1866900"/>
                    </a:cubicBezTo>
                    <a:cubicBezTo>
                      <a:pt x="1432366" y="1861473"/>
                      <a:pt x="1489686" y="1860550"/>
                      <a:pt x="1546836" y="1857375"/>
                    </a:cubicBezTo>
                    <a:cubicBezTo>
                      <a:pt x="1565886" y="1854200"/>
                      <a:pt x="1584806" y="1850107"/>
                      <a:pt x="1603986" y="1847850"/>
                    </a:cubicBezTo>
                    <a:cubicBezTo>
                      <a:pt x="1638815" y="1843752"/>
                      <a:pt x="1674000" y="1842960"/>
                      <a:pt x="1708761" y="1838325"/>
                    </a:cubicBezTo>
                    <a:cubicBezTo>
                      <a:pt x="1721737" y="1836595"/>
                      <a:pt x="1733994" y="1831212"/>
                      <a:pt x="1746861" y="1828800"/>
                    </a:cubicBezTo>
                    <a:cubicBezTo>
                      <a:pt x="1784825" y="1821682"/>
                      <a:pt x="1823061" y="1816100"/>
                      <a:pt x="1861161" y="1809750"/>
                    </a:cubicBezTo>
                    <a:cubicBezTo>
                      <a:pt x="1880211" y="1806575"/>
                      <a:pt x="1899575" y="1804909"/>
                      <a:pt x="1918311" y="1800225"/>
                    </a:cubicBezTo>
                    <a:cubicBezTo>
                      <a:pt x="1966151" y="1788265"/>
                      <a:pt x="1943992" y="1794840"/>
                      <a:pt x="1984986" y="1781175"/>
                    </a:cubicBezTo>
                    <a:cubicBezTo>
                      <a:pt x="2001041" y="1757093"/>
                      <a:pt x="2007927" y="1752193"/>
                      <a:pt x="2013561" y="1724025"/>
                    </a:cubicBezTo>
                    <a:cubicBezTo>
                      <a:pt x="2014806" y="1717798"/>
                      <a:pt x="2013561" y="1676400"/>
                      <a:pt x="2013561" y="1666875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4" name="Freeform: Shape 10">
                <a:extLst>
                  <a:ext uri="{FF2B5EF4-FFF2-40B4-BE49-F238E27FC236}">
                    <a16:creationId xmlns:a16="http://schemas.microsoft.com/office/drawing/2014/main" id="{4154A754-5DF6-109A-0B7B-507161EA65F2}"/>
                  </a:ext>
                </a:extLst>
              </p:cNvPr>
              <p:cNvSpPr/>
              <p:nvPr/>
            </p:nvSpPr>
            <p:spPr>
              <a:xfrm>
                <a:off x="1450235" y="1845737"/>
                <a:ext cx="1419837" cy="2211559"/>
              </a:xfrm>
              <a:custGeom>
                <a:avLst/>
                <a:gdLst>
                  <a:gd name="connsiteX0" fmla="*/ 1409811 w 1419837"/>
                  <a:gd name="connsiteY0" fmla="*/ 1238250 h 2181225"/>
                  <a:gd name="connsiteX1" fmla="*/ 1409811 w 1419837"/>
                  <a:gd name="connsiteY1" fmla="*/ 1238250 h 2181225"/>
                  <a:gd name="connsiteX2" fmla="*/ 1409811 w 1419837"/>
                  <a:gd name="connsiteY2" fmla="*/ 1028700 h 2181225"/>
                  <a:gd name="connsiteX3" fmla="*/ 1390761 w 1419837"/>
                  <a:gd name="connsiteY3" fmla="*/ 971550 h 2181225"/>
                  <a:gd name="connsiteX4" fmla="*/ 1381236 w 1419837"/>
                  <a:gd name="connsiteY4" fmla="*/ 914400 h 2181225"/>
                  <a:gd name="connsiteX5" fmla="*/ 1371711 w 1419837"/>
                  <a:gd name="connsiteY5" fmla="*/ 762000 h 2181225"/>
                  <a:gd name="connsiteX6" fmla="*/ 1352661 w 1419837"/>
                  <a:gd name="connsiteY6" fmla="*/ 714375 h 2181225"/>
                  <a:gd name="connsiteX7" fmla="*/ 1333611 w 1419837"/>
                  <a:gd name="connsiteY7" fmla="*/ 590550 h 2181225"/>
                  <a:gd name="connsiteX8" fmla="*/ 1314561 w 1419837"/>
                  <a:gd name="connsiteY8" fmla="*/ 552450 h 2181225"/>
                  <a:gd name="connsiteX9" fmla="*/ 1295511 w 1419837"/>
                  <a:gd name="connsiteY9" fmla="*/ 419100 h 2181225"/>
                  <a:gd name="connsiteX10" fmla="*/ 1276461 w 1419837"/>
                  <a:gd name="connsiteY10" fmla="*/ 352425 h 2181225"/>
                  <a:gd name="connsiteX11" fmla="*/ 1266936 w 1419837"/>
                  <a:gd name="connsiteY11" fmla="*/ 314325 h 2181225"/>
                  <a:gd name="connsiteX12" fmla="*/ 1228836 w 1419837"/>
                  <a:gd name="connsiteY12" fmla="*/ 257175 h 2181225"/>
                  <a:gd name="connsiteX13" fmla="*/ 1171686 w 1419837"/>
                  <a:gd name="connsiteY13" fmla="*/ 219075 h 2181225"/>
                  <a:gd name="connsiteX14" fmla="*/ 1152636 w 1419837"/>
                  <a:gd name="connsiteY14" fmla="*/ 190500 h 2181225"/>
                  <a:gd name="connsiteX15" fmla="*/ 1143111 w 1419837"/>
                  <a:gd name="connsiteY15" fmla="*/ 161925 h 2181225"/>
                  <a:gd name="connsiteX16" fmla="*/ 1114536 w 1419837"/>
                  <a:gd name="connsiteY16" fmla="*/ 152400 h 2181225"/>
                  <a:gd name="connsiteX17" fmla="*/ 1105011 w 1419837"/>
                  <a:gd name="connsiteY17" fmla="*/ 123825 h 2181225"/>
                  <a:gd name="connsiteX18" fmla="*/ 1047861 w 1419837"/>
                  <a:gd name="connsiteY18" fmla="*/ 85725 h 2181225"/>
                  <a:gd name="connsiteX19" fmla="*/ 1009761 w 1419837"/>
                  <a:gd name="connsiteY19" fmla="*/ 57150 h 2181225"/>
                  <a:gd name="connsiteX20" fmla="*/ 990711 w 1419837"/>
                  <a:gd name="connsiteY20" fmla="*/ 28575 h 2181225"/>
                  <a:gd name="connsiteX21" fmla="*/ 933561 w 1419837"/>
                  <a:gd name="connsiteY21" fmla="*/ 0 h 2181225"/>
                  <a:gd name="connsiteX22" fmla="*/ 419211 w 1419837"/>
                  <a:gd name="connsiteY22" fmla="*/ 9525 h 2181225"/>
                  <a:gd name="connsiteX23" fmla="*/ 371586 w 1419837"/>
                  <a:gd name="connsiteY23" fmla="*/ 57150 h 2181225"/>
                  <a:gd name="connsiteX24" fmla="*/ 343011 w 1419837"/>
                  <a:gd name="connsiteY24" fmla="*/ 66675 h 2181225"/>
                  <a:gd name="connsiteX25" fmla="*/ 323961 w 1419837"/>
                  <a:gd name="connsiteY25" fmla="*/ 95250 h 2181225"/>
                  <a:gd name="connsiteX26" fmla="*/ 266811 w 1419837"/>
                  <a:gd name="connsiteY26" fmla="*/ 114300 h 2181225"/>
                  <a:gd name="connsiteX27" fmla="*/ 219186 w 1419837"/>
                  <a:gd name="connsiteY27" fmla="*/ 152400 h 2181225"/>
                  <a:gd name="connsiteX28" fmla="*/ 162036 w 1419837"/>
                  <a:gd name="connsiteY28" fmla="*/ 190500 h 2181225"/>
                  <a:gd name="connsiteX29" fmla="*/ 95361 w 1419837"/>
                  <a:gd name="connsiteY29" fmla="*/ 257175 h 2181225"/>
                  <a:gd name="connsiteX30" fmla="*/ 66786 w 1419837"/>
                  <a:gd name="connsiteY30" fmla="*/ 314325 h 2181225"/>
                  <a:gd name="connsiteX31" fmla="*/ 9636 w 1419837"/>
                  <a:gd name="connsiteY31" fmla="*/ 352425 h 2181225"/>
                  <a:gd name="connsiteX32" fmla="*/ 111 w 1419837"/>
                  <a:gd name="connsiteY32" fmla="*/ 381000 h 2181225"/>
                  <a:gd name="connsiteX33" fmla="*/ 38211 w 1419837"/>
                  <a:gd name="connsiteY33" fmla="*/ 476250 h 2181225"/>
                  <a:gd name="connsiteX34" fmla="*/ 47736 w 1419837"/>
                  <a:gd name="connsiteY34" fmla="*/ 523875 h 2181225"/>
                  <a:gd name="connsiteX35" fmla="*/ 57261 w 1419837"/>
                  <a:gd name="connsiteY35" fmla="*/ 552450 h 2181225"/>
                  <a:gd name="connsiteX36" fmla="*/ 66786 w 1419837"/>
                  <a:gd name="connsiteY36" fmla="*/ 600075 h 2181225"/>
                  <a:gd name="connsiteX37" fmla="*/ 85836 w 1419837"/>
                  <a:gd name="connsiteY37" fmla="*/ 666750 h 2181225"/>
                  <a:gd name="connsiteX38" fmla="*/ 114411 w 1419837"/>
                  <a:gd name="connsiteY38" fmla="*/ 752475 h 2181225"/>
                  <a:gd name="connsiteX39" fmla="*/ 152511 w 1419837"/>
                  <a:gd name="connsiteY39" fmla="*/ 857250 h 2181225"/>
                  <a:gd name="connsiteX40" fmla="*/ 190611 w 1419837"/>
                  <a:gd name="connsiteY40" fmla="*/ 942975 h 2181225"/>
                  <a:gd name="connsiteX41" fmla="*/ 209661 w 1419837"/>
                  <a:gd name="connsiteY41" fmla="*/ 1047750 h 2181225"/>
                  <a:gd name="connsiteX42" fmla="*/ 228711 w 1419837"/>
                  <a:gd name="connsiteY42" fmla="*/ 1085850 h 2181225"/>
                  <a:gd name="connsiteX43" fmla="*/ 238236 w 1419837"/>
                  <a:gd name="connsiteY43" fmla="*/ 1152525 h 2181225"/>
                  <a:gd name="connsiteX44" fmla="*/ 247761 w 1419837"/>
                  <a:gd name="connsiteY44" fmla="*/ 1200150 h 2181225"/>
                  <a:gd name="connsiteX45" fmla="*/ 276336 w 1419837"/>
                  <a:gd name="connsiteY45" fmla="*/ 1352550 h 2181225"/>
                  <a:gd name="connsiteX46" fmla="*/ 304911 w 1419837"/>
                  <a:gd name="connsiteY46" fmla="*/ 1390650 h 2181225"/>
                  <a:gd name="connsiteX47" fmla="*/ 314436 w 1419837"/>
                  <a:gd name="connsiteY47" fmla="*/ 1419225 h 2181225"/>
                  <a:gd name="connsiteX48" fmla="*/ 323961 w 1419837"/>
                  <a:gd name="connsiteY48" fmla="*/ 1476375 h 2181225"/>
                  <a:gd name="connsiteX49" fmla="*/ 343011 w 1419837"/>
                  <a:gd name="connsiteY49" fmla="*/ 1504950 h 2181225"/>
                  <a:gd name="connsiteX50" fmla="*/ 362061 w 1419837"/>
                  <a:gd name="connsiteY50" fmla="*/ 1571625 h 2181225"/>
                  <a:gd name="connsiteX51" fmla="*/ 371586 w 1419837"/>
                  <a:gd name="connsiteY51" fmla="*/ 1600200 h 2181225"/>
                  <a:gd name="connsiteX52" fmla="*/ 381111 w 1419837"/>
                  <a:gd name="connsiteY52" fmla="*/ 1638300 h 2181225"/>
                  <a:gd name="connsiteX53" fmla="*/ 400161 w 1419837"/>
                  <a:gd name="connsiteY53" fmla="*/ 1685925 h 2181225"/>
                  <a:gd name="connsiteX54" fmla="*/ 428736 w 1419837"/>
                  <a:gd name="connsiteY54" fmla="*/ 1771650 h 2181225"/>
                  <a:gd name="connsiteX55" fmla="*/ 438261 w 1419837"/>
                  <a:gd name="connsiteY55" fmla="*/ 1800225 h 2181225"/>
                  <a:gd name="connsiteX56" fmla="*/ 447786 w 1419837"/>
                  <a:gd name="connsiteY56" fmla="*/ 1828800 h 2181225"/>
                  <a:gd name="connsiteX57" fmla="*/ 476361 w 1419837"/>
                  <a:gd name="connsiteY57" fmla="*/ 1924050 h 2181225"/>
                  <a:gd name="connsiteX58" fmla="*/ 485886 w 1419837"/>
                  <a:gd name="connsiteY58" fmla="*/ 1952625 h 2181225"/>
                  <a:gd name="connsiteX59" fmla="*/ 495411 w 1419837"/>
                  <a:gd name="connsiteY59" fmla="*/ 1981200 h 2181225"/>
                  <a:gd name="connsiteX60" fmla="*/ 514461 w 1419837"/>
                  <a:gd name="connsiteY60" fmla="*/ 2066925 h 2181225"/>
                  <a:gd name="connsiteX61" fmla="*/ 523986 w 1419837"/>
                  <a:gd name="connsiteY61" fmla="*/ 2095500 h 2181225"/>
                  <a:gd name="connsiteX62" fmla="*/ 543036 w 1419837"/>
                  <a:gd name="connsiteY62" fmla="*/ 2124075 h 2181225"/>
                  <a:gd name="connsiteX63" fmla="*/ 600186 w 1419837"/>
                  <a:gd name="connsiteY63" fmla="*/ 2181225 h 2181225"/>
                  <a:gd name="connsiteX64" fmla="*/ 809736 w 1419837"/>
                  <a:gd name="connsiteY64" fmla="*/ 2171700 h 2181225"/>
                  <a:gd name="connsiteX65" fmla="*/ 838311 w 1419837"/>
                  <a:gd name="connsiteY65" fmla="*/ 2162175 h 2181225"/>
                  <a:gd name="connsiteX66" fmla="*/ 885936 w 1419837"/>
                  <a:gd name="connsiteY66" fmla="*/ 2076450 h 2181225"/>
                  <a:gd name="connsiteX67" fmla="*/ 914511 w 1419837"/>
                  <a:gd name="connsiteY67" fmla="*/ 1790700 h 2181225"/>
                  <a:gd name="connsiteX68" fmla="*/ 943086 w 1419837"/>
                  <a:gd name="connsiteY68" fmla="*/ 1704975 h 2181225"/>
                  <a:gd name="connsiteX69" fmla="*/ 952611 w 1419837"/>
                  <a:gd name="connsiteY69" fmla="*/ 1676400 h 2181225"/>
                  <a:gd name="connsiteX70" fmla="*/ 990711 w 1419837"/>
                  <a:gd name="connsiteY70" fmla="*/ 1619250 h 2181225"/>
                  <a:gd name="connsiteX71" fmla="*/ 1038336 w 1419837"/>
                  <a:gd name="connsiteY71" fmla="*/ 1533525 h 2181225"/>
                  <a:gd name="connsiteX72" fmla="*/ 1076436 w 1419837"/>
                  <a:gd name="connsiteY72" fmla="*/ 1476375 h 2181225"/>
                  <a:gd name="connsiteX73" fmla="*/ 1095486 w 1419837"/>
                  <a:gd name="connsiteY73" fmla="*/ 1447800 h 2181225"/>
                  <a:gd name="connsiteX74" fmla="*/ 1124061 w 1419837"/>
                  <a:gd name="connsiteY74" fmla="*/ 1428750 h 2181225"/>
                  <a:gd name="connsiteX75" fmla="*/ 1143111 w 1419837"/>
                  <a:gd name="connsiteY75" fmla="*/ 1400175 h 2181225"/>
                  <a:gd name="connsiteX76" fmla="*/ 1200261 w 1419837"/>
                  <a:gd name="connsiteY76" fmla="*/ 1362075 h 2181225"/>
                  <a:gd name="connsiteX77" fmla="*/ 1219311 w 1419837"/>
                  <a:gd name="connsiteY77" fmla="*/ 1333500 h 2181225"/>
                  <a:gd name="connsiteX78" fmla="*/ 1314561 w 1419837"/>
                  <a:gd name="connsiteY78" fmla="*/ 1304925 h 2181225"/>
                  <a:gd name="connsiteX79" fmla="*/ 1409811 w 1419837"/>
                  <a:gd name="connsiteY79" fmla="*/ 1238250 h 2181225"/>
                  <a:gd name="connsiteX0" fmla="*/ 1409811 w 1419837"/>
                  <a:gd name="connsiteY0" fmla="*/ 1268584 h 2211559"/>
                  <a:gd name="connsiteX1" fmla="*/ 1409811 w 1419837"/>
                  <a:gd name="connsiteY1" fmla="*/ 1268584 h 2211559"/>
                  <a:gd name="connsiteX2" fmla="*/ 1409811 w 1419837"/>
                  <a:gd name="connsiteY2" fmla="*/ 1059034 h 2211559"/>
                  <a:gd name="connsiteX3" fmla="*/ 1390761 w 1419837"/>
                  <a:gd name="connsiteY3" fmla="*/ 1001884 h 2211559"/>
                  <a:gd name="connsiteX4" fmla="*/ 1381236 w 1419837"/>
                  <a:gd name="connsiteY4" fmla="*/ 944734 h 2211559"/>
                  <a:gd name="connsiteX5" fmla="*/ 1371711 w 1419837"/>
                  <a:gd name="connsiteY5" fmla="*/ 792334 h 2211559"/>
                  <a:gd name="connsiteX6" fmla="*/ 1352661 w 1419837"/>
                  <a:gd name="connsiteY6" fmla="*/ 744709 h 2211559"/>
                  <a:gd name="connsiteX7" fmla="*/ 1333611 w 1419837"/>
                  <a:gd name="connsiteY7" fmla="*/ 620884 h 2211559"/>
                  <a:gd name="connsiteX8" fmla="*/ 1314561 w 1419837"/>
                  <a:gd name="connsiteY8" fmla="*/ 582784 h 2211559"/>
                  <a:gd name="connsiteX9" fmla="*/ 1295511 w 1419837"/>
                  <a:gd name="connsiteY9" fmla="*/ 449434 h 2211559"/>
                  <a:gd name="connsiteX10" fmla="*/ 1276461 w 1419837"/>
                  <a:gd name="connsiteY10" fmla="*/ 382759 h 2211559"/>
                  <a:gd name="connsiteX11" fmla="*/ 1266936 w 1419837"/>
                  <a:gd name="connsiteY11" fmla="*/ 344659 h 2211559"/>
                  <a:gd name="connsiteX12" fmla="*/ 1228836 w 1419837"/>
                  <a:gd name="connsiteY12" fmla="*/ 287509 h 2211559"/>
                  <a:gd name="connsiteX13" fmla="*/ 1171686 w 1419837"/>
                  <a:gd name="connsiteY13" fmla="*/ 249409 h 2211559"/>
                  <a:gd name="connsiteX14" fmla="*/ 1152636 w 1419837"/>
                  <a:gd name="connsiteY14" fmla="*/ 220834 h 2211559"/>
                  <a:gd name="connsiteX15" fmla="*/ 1143111 w 1419837"/>
                  <a:gd name="connsiteY15" fmla="*/ 192259 h 2211559"/>
                  <a:gd name="connsiteX16" fmla="*/ 1114536 w 1419837"/>
                  <a:gd name="connsiteY16" fmla="*/ 182734 h 2211559"/>
                  <a:gd name="connsiteX17" fmla="*/ 1105011 w 1419837"/>
                  <a:gd name="connsiteY17" fmla="*/ 154159 h 2211559"/>
                  <a:gd name="connsiteX18" fmla="*/ 1047861 w 1419837"/>
                  <a:gd name="connsiteY18" fmla="*/ 116059 h 2211559"/>
                  <a:gd name="connsiteX19" fmla="*/ 1009761 w 1419837"/>
                  <a:gd name="connsiteY19" fmla="*/ 87484 h 2211559"/>
                  <a:gd name="connsiteX20" fmla="*/ 990711 w 1419837"/>
                  <a:gd name="connsiteY20" fmla="*/ 58909 h 2211559"/>
                  <a:gd name="connsiteX21" fmla="*/ 933561 w 1419837"/>
                  <a:gd name="connsiteY21" fmla="*/ 30334 h 2211559"/>
                  <a:gd name="connsiteX22" fmla="*/ 654161 w 1419837"/>
                  <a:gd name="connsiteY22" fmla="*/ 1759 h 2211559"/>
                  <a:gd name="connsiteX23" fmla="*/ 371586 w 1419837"/>
                  <a:gd name="connsiteY23" fmla="*/ 87484 h 2211559"/>
                  <a:gd name="connsiteX24" fmla="*/ 343011 w 1419837"/>
                  <a:gd name="connsiteY24" fmla="*/ 97009 h 2211559"/>
                  <a:gd name="connsiteX25" fmla="*/ 323961 w 1419837"/>
                  <a:gd name="connsiteY25" fmla="*/ 125584 h 2211559"/>
                  <a:gd name="connsiteX26" fmla="*/ 266811 w 1419837"/>
                  <a:gd name="connsiteY26" fmla="*/ 144634 h 2211559"/>
                  <a:gd name="connsiteX27" fmla="*/ 219186 w 1419837"/>
                  <a:gd name="connsiteY27" fmla="*/ 182734 h 2211559"/>
                  <a:gd name="connsiteX28" fmla="*/ 162036 w 1419837"/>
                  <a:gd name="connsiteY28" fmla="*/ 220834 h 2211559"/>
                  <a:gd name="connsiteX29" fmla="*/ 95361 w 1419837"/>
                  <a:gd name="connsiteY29" fmla="*/ 287509 h 2211559"/>
                  <a:gd name="connsiteX30" fmla="*/ 66786 w 1419837"/>
                  <a:gd name="connsiteY30" fmla="*/ 344659 h 2211559"/>
                  <a:gd name="connsiteX31" fmla="*/ 9636 w 1419837"/>
                  <a:gd name="connsiteY31" fmla="*/ 382759 h 2211559"/>
                  <a:gd name="connsiteX32" fmla="*/ 111 w 1419837"/>
                  <a:gd name="connsiteY32" fmla="*/ 411334 h 2211559"/>
                  <a:gd name="connsiteX33" fmla="*/ 38211 w 1419837"/>
                  <a:gd name="connsiteY33" fmla="*/ 506584 h 2211559"/>
                  <a:gd name="connsiteX34" fmla="*/ 47736 w 1419837"/>
                  <a:gd name="connsiteY34" fmla="*/ 554209 h 2211559"/>
                  <a:gd name="connsiteX35" fmla="*/ 57261 w 1419837"/>
                  <a:gd name="connsiteY35" fmla="*/ 582784 h 2211559"/>
                  <a:gd name="connsiteX36" fmla="*/ 66786 w 1419837"/>
                  <a:gd name="connsiteY36" fmla="*/ 630409 h 2211559"/>
                  <a:gd name="connsiteX37" fmla="*/ 85836 w 1419837"/>
                  <a:gd name="connsiteY37" fmla="*/ 697084 h 2211559"/>
                  <a:gd name="connsiteX38" fmla="*/ 114411 w 1419837"/>
                  <a:gd name="connsiteY38" fmla="*/ 782809 h 2211559"/>
                  <a:gd name="connsiteX39" fmla="*/ 152511 w 1419837"/>
                  <a:gd name="connsiteY39" fmla="*/ 887584 h 2211559"/>
                  <a:gd name="connsiteX40" fmla="*/ 190611 w 1419837"/>
                  <a:gd name="connsiteY40" fmla="*/ 973309 h 2211559"/>
                  <a:gd name="connsiteX41" fmla="*/ 209661 w 1419837"/>
                  <a:gd name="connsiteY41" fmla="*/ 1078084 h 2211559"/>
                  <a:gd name="connsiteX42" fmla="*/ 228711 w 1419837"/>
                  <a:gd name="connsiteY42" fmla="*/ 1116184 h 2211559"/>
                  <a:gd name="connsiteX43" fmla="*/ 238236 w 1419837"/>
                  <a:gd name="connsiteY43" fmla="*/ 1182859 h 2211559"/>
                  <a:gd name="connsiteX44" fmla="*/ 247761 w 1419837"/>
                  <a:gd name="connsiteY44" fmla="*/ 1230484 h 2211559"/>
                  <a:gd name="connsiteX45" fmla="*/ 276336 w 1419837"/>
                  <a:gd name="connsiteY45" fmla="*/ 1382884 h 2211559"/>
                  <a:gd name="connsiteX46" fmla="*/ 304911 w 1419837"/>
                  <a:gd name="connsiteY46" fmla="*/ 1420984 h 2211559"/>
                  <a:gd name="connsiteX47" fmla="*/ 314436 w 1419837"/>
                  <a:gd name="connsiteY47" fmla="*/ 1449559 h 2211559"/>
                  <a:gd name="connsiteX48" fmla="*/ 323961 w 1419837"/>
                  <a:gd name="connsiteY48" fmla="*/ 1506709 h 2211559"/>
                  <a:gd name="connsiteX49" fmla="*/ 343011 w 1419837"/>
                  <a:gd name="connsiteY49" fmla="*/ 1535284 h 2211559"/>
                  <a:gd name="connsiteX50" fmla="*/ 362061 w 1419837"/>
                  <a:gd name="connsiteY50" fmla="*/ 1601959 h 2211559"/>
                  <a:gd name="connsiteX51" fmla="*/ 371586 w 1419837"/>
                  <a:gd name="connsiteY51" fmla="*/ 1630534 h 2211559"/>
                  <a:gd name="connsiteX52" fmla="*/ 381111 w 1419837"/>
                  <a:gd name="connsiteY52" fmla="*/ 1668634 h 2211559"/>
                  <a:gd name="connsiteX53" fmla="*/ 400161 w 1419837"/>
                  <a:gd name="connsiteY53" fmla="*/ 1716259 h 2211559"/>
                  <a:gd name="connsiteX54" fmla="*/ 428736 w 1419837"/>
                  <a:gd name="connsiteY54" fmla="*/ 1801984 h 2211559"/>
                  <a:gd name="connsiteX55" fmla="*/ 438261 w 1419837"/>
                  <a:gd name="connsiteY55" fmla="*/ 1830559 h 2211559"/>
                  <a:gd name="connsiteX56" fmla="*/ 447786 w 1419837"/>
                  <a:gd name="connsiteY56" fmla="*/ 1859134 h 2211559"/>
                  <a:gd name="connsiteX57" fmla="*/ 476361 w 1419837"/>
                  <a:gd name="connsiteY57" fmla="*/ 1954384 h 2211559"/>
                  <a:gd name="connsiteX58" fmla="*/ 485886 w 1419837"/>
                  <a:gd name="connsiteY58" fmla="*/ 1982959 h 2211559"/>
                  <a:gd name="connsiteX59" fmla="*/ 495411 w 1419837"/>
                  <a:gd name="connsiteY59" fmla="*/ 2011534 h 2211559"/>
                  <a:gd name="connsiteX60" fmla="*/ 514461 w 1419837"/>
                  <a:gd name="connsiteY60" fmla="*/ 2097259 h 2211559"/>
                  <a:gd name="connsiteX61" fmla="*/ 523986 w 1419837"/>
                  <a:gd name="connsiteY61" fmla="*/ 2125834 h 2211559"/>
                  <a:gd name="connsiteX62" fmla="*/ 543036 w 1419837"/>
                  <a:gd name="connsiteY62" fmla="*/ 2154409 h 2211559"/>
                  <a:gd name="connsiteX63" fmla="*/ 600186 w 1419837"/>
                  <a:gd name="connsiteY63" fmla="*/ 2211559 h 2211559"/>
                  <a:gd name="connsiteX64" fmla="*/ 809736 w 1419837"/>
                  <a:gd name="connsiteY64" fmla="*/ 2202034 h 2211559"/>
                  <a:gd name="connsiteX65" fmla="*/ 838311 w 1419837"/>
                  <a:gd name="connsiteY65" fmla="*/ 2192509 h 2211559"/>
                  <a:gd name="connsiteX66" fmla="*/ 885936 w 1419837"/>
                  <a:gd name="connsiteY66" fmla="*/ 2106784 h 2211559"/>
                  <a:gd name="connsiteX67" fmla="*/ 914511 w 1419837"/>
                  <a:gd name="connsiteY67" fmla="*/ 1821034 h 2211559"/>
                  <a:gd name="connsiteX68" fmla="*/ 943086 w 1419837"/>
                  <a:gd name="connsiteY68" fmla="*/ 1735309 h 2211559"/>
                  <a:gd name="connsiteX69" fmla="*/ 952611 w 1419837"/>
                  <a:gd name="connsiteY69" fmla="*/ 1706734 h 2211559"/>
                  <a:gd name="connsiteX70" fmla="*/ 990711 w 1419837"/>
                  <a:gd name="connsiteY70" fmla="*/ 1649584 h 2211559"/>
                  <a:gd name="connsiteX71" fmla="*/ 1038336 w 1419837"/>
                  <a:gd name="connsiteY71" fmla="*/ 1563859 h 2211559"/>
                  <a:gd name="connsiteX72" fmla="*/ 1076436 w 1419837"/>
                  <a:gd name="connsiteY72" fmla="*/ 1506709 h 2211559"/>
                  <a:gd name="connsiteX73" fmla="*/ 1095486 w 1419837"/>
                  <a:gd name="connsiteY73" fmla="*/ 1478134 h 2211559"/>
                  <a:gd name="connsiteX74" fmla="*/ 1124061 w 1419837"/>
                  <a:gd name="connsiteY74" fmla="*/ 1459084 h 2211559"/>
                  <a:gd name="connsiteX75" fmla="*/ 1143111 w 1419837"/>
                  <a:gd name="connsiteY75" fmla="*/ 1430509 h 2211559"/>
                  <a:gd name="connsiteX76" fmla="*/ 1200261 w 1419837"/>
                  <a:gd name="connsiteY76" fmla="*/ 1392409 h 2211559"/>
                  <a:gd name="connsiteX77" fmla="*/ 1219311 w 1419837"/>
                  <a:gd name="connsiteY77" fmla="*/ 1363834 h 2211559"/>
                  <a:gd name="connsiteX78" fmla="*/ 1314561 w 1419837"/>
                  <a:gd name="connsiteY78" fmla="*/ 1335259 h 2211559"/>
                  <a:gd name="connsiteX79" fmla="*/ 1409811 w 1419837"/>
                  <a:gd name="connsiteY79" fmla="*/ 1268584 h 22115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419837" h="2211559">
                    <a:moveTo>
                      <a:pt x="1409811" y="1268584"/>
                    </a:moveTo>
                    <a:lnTo>
                      <a:pt x="1409811" y="1268584"/>
                    </a:lnTo>
                    <a:cubicBezTo>
                      <a:pt x="1419330" y="1173396"/>
                      <a:pt x="1426551" y="1159476"/>
                      <a:pt x="1409811" y="1059034"/>
                    </a:cubicBezTo>
                    <a:cubicBezTo>
                      <a:pt x="1406510" y="1039227"/>
                      <a:pt x="1394062" y="1021691"/>
                      <a:pt x="1390761" y="1001884"/>
                    </a:cubicBezTo>
                    <a:lnTo>
                      <a:pt x="1381236" y="944734"/>
                    </a:lnTo>
                    <a:cubicBezTo>
                      <a:pt x="1378061" y="893934"/>
                      <a:pt x="1378909" y="842722"/>
                      <a:pt x="1371711" y="792334"/>
                    </a:cubicBezTo>
                    <a:cubicBezTo>
                      <a:pt x="1369293" y="775408"/>
                      <a:pt x="1356506" y="761369"/>
                      <a:pt x="1352661" y="744709"/>
                    </a:cubicBezTo>
                    <a:cubicBezTo>
                      <a:pt x="1343909" y="706783"/>
                      <a:pt x="1346397" y="659243"/>
                      <a:pt x="1333611" y="620884"/>
                    </a:cubicBezTo>
                    <a:cubicBezTo>
                      <a:pt x="1329121" y="607414"/>
                      <a:pt x="1320911" y="595484"/>
                      <a:pt x="1314561" y="582784"/>
                    </a:cubicBezTo>
                    <a:cubicBezTo>
                      <a:pt x="1308708" y="535960"/>
                      <a:pt x="1304666" y="495211"/>
                      <a:pt x="1295511" y="449434"/>
                    </a:cubicBezTo>
                    <a:cubicBezTo>
                      <a:pt x="1285585" y="399806"/>
                      <a:pt x="1288565" y="425124"/>
                      <a:pt x="1276461" y="382759"/>
                    </a:cubicBezTo>
                    <a:cubicBezTo>
                      <a:pt x="1272865" y="370172"/>
                      <a:pt x="1272790" y="356368"/>
                      <a:pt x="1266936" y="344659"/>
                    </a:cubicBezTo>
                    <a:cubicBezTo>
                      <a:pt x="1256697" y="324181"/>
                      <a:pt x="1247886" y="300209"/>
                      <a:pt x="1228836" y="287509"/>
                    </a:cubicBezTo>
                    <a:lnTo>
                      <a:pt x="1171686" y="249409"/>
                    </a:lnTo>
                    <a:cubicBezTo>
                      <a:pt x="1165336" y="239884"/>
                      <a:pt x="1157756" y="231073"/>
                      <a:pt x="1152636" y="220834"/>
                    </a:cubicBezTo>
                    <a:cubicBezTo>
                      <a:pt x="1148146" y="211854"/>
                      <a:pt x="1150211" y="199359"/>
                      <a:pt x="1143111" y="192259"/>
                    </a:cubicBezTo>
                    <a:cubicBezTo>
                      <a:pt x="1136011" y="185159"/>
                      <a:pt x="1124061" y="185909"/>
                      <a:pt x="1114536" y="182734"/>
                    </a:cubicBezTo>
                    <a:cubicBezTo>
                      <a:pt x="1111361" y="173209"/>
                      <a:pt x="1112111" y="161259"/>
                      <a:pt x="1105011" y="154159"/>
                    </a:cubicBezTo>
                    <a:cubicBezTo>
                      <a:pt x="1088822" y="137970"/>
                      <a:pt x="1066177" y="129796"/>
                      <a:pt x="1047861" y="116059"/>
                    </a:cubicBezTo>
                    <a:cubicBezTo>
                      <a:pt x="1035161" y="106534"/>
                      <a:pt x="1020986" y="98709"/>
                      <a:pt x="1009761" y="87484"/>
                    </a:cubicBezTo>
                    <a:cubicBezTo>
                      <a:pt x="1001666" y="79389"/>
                      <a:pt x="998806" y="67004"/>
                      <a:pt x="990711" y="58909"/>
                    </a:cubicBezTo>
                    <a:cubicBezTo>
                      <a:pt x="972247" y="40445"/>
                      <a:pt x="989653" y="39859"/>
                      <a:pt x="933561" y="30334"/>
                    </a:cubicBezTo>
                    <a:cubicBezTo>
                      <a:pt x="877469" y="20809"/>
                      <a:pt x="825403" y="-7254"/>
                      <a:pt x="654161" y="1759"/>
                    </a:cubicBezTo>
                    <a:cubicBezTo>
                      <a:pt x="623574" y="3369"/>
                      <a:pt x="423444" y="71609"/>
                      <a:pt x="371586" y="87484"/>
                    </a:cubicBezTo>
                    <a:cubicBezTo>
                      <a:pt x="319728" y="103359"/>
                      <a:pt x="352536" y="93834"/>
                      <a:pt x="343011" y="97009"/>
                    </a:cubicBezTo>
                    <a:cubicBezTo>
                      <a:pt x="336661" y="106534"/>
                      <a:pt x="333669" y="119517"/>
                      <a:pt x="323961" y="125584"/>
                    </a:cubicBezTo>
                    <a:cubicBezTo>
                      <a:pt x="306933" y="136227"/>
                      <a:pt x="266811" y="144634"/>
                      <a:pt x="266811" y="144634"/>
                    </a:cubicBezTo>
                    <a:cubicBezTo>
                      <a:pt x="231612" y="197432"/>
                      <a:pt x="267900" y="155671"/>
                      <a:pt x="219186" y="182734"/>
                    </a:cubicBezTo>
                    <a:cubicBezTo>
                      <a:pt x="199172" y="193853"/>
                      <a:pt x="162036" y="220834"/>
                      <a:pt x="162036" y="220834"/>
                    </a:cubicBezTo>
                    <a:cubicBezTo>
                      <a:pt x="118367" y="286338"/>
                      <a:pt x="145656" y="270744"/>
                      <a:pt x="95361" y="287509"/>
                    </a:cubicBezTo>
                    <a:cubicBezTo>
                      <a:pt x="88567" y="307892"/>
                      <a:pt x="84164" y="329453"/>
                      <a:pt x="66786" y="344659"/>
                    </a:cubicBezTo>
                    <a:cubicBezTo>
                      <a:pt x="49556" y="359736"/>
                      <a:pt x="9636" y="382759"/>
                      <a:pt x="9636" y="382759"/>
                    </a:cubicBezTo>
                    <a:cubicBezTo>
                      <a:pt x="6461" y="392284"/>
                      <a:pt x="-998" y="401355"/>
                      <a:pt x="111" y="411334"/>
                    </a:cubicBezTo>
                    <a:cubicBezTo>
                      <a:pt x="3474" y="441600"/>
                      <a:pt x="24448" y="479058"/>
                      <a:pt x="38211" y="506584"/>
                    </a:cubicBezTo>
                    <a:cubicBezTo>
                      <a:pt x="41386" y="522459"/>
                      <a:pt x="43809" y="538503"/>
                      <a:pt x="47736" y="554209"/>
                    </a:cubicBezTo>
                    <a:cubicBezTo>
                      <a:pt x="50171" y="563949"/>
                      <a:pt x="54826" y="573044"/>
                      <a:pt x="57261" y="582784"/>
                    </a:cubicBezTo>
                    <a:cubicBezTo>
                      <a:pt x="61188" y="598490"/>
                      <a:pt x="62859" y="614703"/>
                      <a:pt x="66786" y="630409"/>
                    </a:cubicBezTo>
                    <a:cubicBezTo>
                      <a:pt x="72392" y="652833"/>
                      <a:pt x="80639" y="674562"/>
                      <a:pt x="85836" y="697084"/>
                    </a:cubicBezTo>
                    <a:cubicBezTo>
                      <a:pt x="103953" y="775591"/>
                      <a:pt x="80671" y="732199"/>
                      <a:pt x="114411" y="782809"/>
                    </a:cubicBezTo>
                    <a:cubicBezTo>
                      <a:pt x="133558" y="878543"/>
                      <a:pt x="109533" y="780139"/>
                      <a:pt x="152511" y="887584"/>
                    </a:cubicBezTo>
                    <a:cubicBezTo>
                      <a:pt x="191753" y="985690"/>
                      <a:pt x="119624" y="854998"/>
                      <a:pt x="190611" y="973309"/>
                    </a:cubicBezTo>
                    <a:cubicBezTo>
                      <a:pt x="192210" y="982904"/>
                      <a:pt x="205223" y="1064771"/>
                      <a:pt x="209661" y="1078084"/>
                    </a:cubicBezTo>
                    <a:cubicBezTo>
                      <a:pt x="214151" y="1091554"/>
                      <a:pt x="222361" y="1103484"/>
                      <a:pt x="228711" y="1116184"/>
                    </a:cubicBezTo>
                    <a:cubicBezTo>
                      <a:pt x="231886" y="1138409"/>
                      <a:pt x="234545" y="1160714"/>
                      <a:pt x="238236" y="1182859"/>
                    </a:cubicBezTo>
                    <a:cubicBezTo>
                      <a:pt x="240898" y="1198828"/>
                      <a:pt x="245299" y="1214483"/>
                      <a:pt x="247761" y="1230484"/>
                    </a:cubicBezTo>
                    <a:cubicBezTo>
                      <a:pt x="255569" y="1281238"/>
                      <a:pt x="256155" y="1334450"/>
                      <a:pt x="276336" y="1382884"/>
                    </a:cubicBezTo>
                    <a:cubicBezTo>
                      <a:pt x="282442" y="1397538"/>
                      <a:pt x="295386" y="1408284"/>
                      <a:pt x="304911" y="1420984"/>
                    </a:cubicBezTo>
                    <a:cubicBezTo>
                      <a:pt x="308086" y="1430509"/>
                      <a:pt x="312258" y="1439758"/>
                      <a:pt x="314436" y="1449559"/>
                    </a:cubicBezTo>
                    <a:cubicBezTo>
                      <a:pt x="318626" y="1468412"/>
                      <a:pt x="317854" y="1488387"/>
                      <a:pt x="323961" y="1506709"/>
                    </a:cubicBezTo>
                    <a:cubicBezTo>
                      <a:pt x="327581" y="1517569"/>
                      <a:pt x="337891" y="1525045"/>
                      <a:pt x="343011" y="1535284"/>
                    </a:cubicBezTo>
                    <a:cubicBezTo>
                      <a:pt x="350624" y="1550509"/>
                      <a:pt x="357992" y="1587717"/>
                      <a:pt x="362061" y="1601959"/>
                    </a:cubicBezTo>
                    <a:cubicBezTo>
                      <a:pt x="364819" y="1611613"/>
                      <a:pt x="368828" y="1620880"/>
                      <a:pt x="371586" y="1630534"/>
                    </a:cubicBezTo>
                    <a:cubicBezTo>
                      <a:pt x="375182" y="1643121"/>
                      <a:pt x="376971" y="1656215"/>
                      <a:pt x="381111" y="1668634"/>
                    </a:cubicBezTo>
                    <a:cubicBezTo>
                      <a:pt x="386518" y="1684854"/>
                      <a:pt x="394410" y="1700157"/>
                      <a:pt x="400161" y="1716259"/>
                    </a:cubicBezTo>
                    <a:cubicBezTo>
                      <a:pt x="410292" y="1744625"/>
                      <a:pt x="419211" y="1773409"/>
                      <a:pt x="428736" y="1801984"/>
                    </a:cubicBezTo>
                    <a:lnTo>
                      <a:pt x="438261" y="1830559"/>
                    </a:lnTo>
                    <a:cubicBezTo>
                      <a:pt x="441436" y="1840084"/>
                      <a:pt x="445351" y="1849394"/>
                      <a:pt x="447786" y="1859134"/>
                    </a:cubicBezTo>
                    <a:cubicBezTo>
                      <a:pt x="462181" y="1916715"/>
                      <a:pt x="453171" y="1884815"/>
                      <a:pt x="476361" y="1954384"/>
                    </a:cubicBezTo>
                    <a:lnTo>
                      <a:pt x="485886" y="1982959"/>
                    </a:lnTo>
                    <a:cubicBezTo>
                      <a:pt x="489061" y="1992484"/>
                      <a:pt x="493442" y="2001689"/>
                      <a:pt x="495411" y="2011534"/>
                    </a:cubicBezTo>
                    <a:cubicBezTo>
                      <a:pt x="501958" y="2044270"/>
                      <a:pt x="505493" y="2065872"/>
                      <a:pt x="514461" y="2097259"/>
                    </a:cubicBezTo>
                    <a:cubicBezTo>
                      <a:pt x="517219" y="2106913"/>
                      <a:pt x="519496" y="2116854"/>
                      <a:pt x="523986" y="2125834"/>
                    </a:cubicBezTo>
                    <a:cubicBezTo>
                      <a:pt x="529106" y="2136073"/>
                      <a:pt x="535431" y="2145853"/>
                      <a:pt x="543036" y="2154409"/>
                    </a:cubicBezTo>
                    <a:cubicBezTo>
                      <a:pt x="560934" y="2174545"/>
                      <a:pt x="600186" y="2211559"/>
                      <a:pt x="600186" y="2211559"/>
                    </a:cubicBezTo>
                    <a:cubicBezTo>
                      <a:pt x="670036" y="2208384"/>
                      <a:pt x="740037" y="2207610"/>
                      <a:pt x="809736" y="2202034"/>
                    </a:cubicBezTo>
                    <a:cubicBezTo>
                      <a:pt x="819744" y="2201233"/>
                      <a:pt x="831211" y="2199609"/>
                      <a:pt x="838311" y="2192509"/>
                    </a:cubicBezTo>
                    <a:cubicBezTo>
                      <a:pt x="871063" y="2159757"/>
                      <a:pt x="873958" y="2142717"/>
                      <a:pt x="885936" y="2106784"/>
                    </a:cubicBezTo>
                    <a:cubicBezTo>
                      <a:pt x="889921" y="2058967"/>
                      <a:pt x="906754" y="1844306"/>
                      <a:pt x="914511" y="1821034"/>
                    </a:cubicBezTo>
                    <a:lnTo>
                      <a:pt x="943086" y="1735309"/>
                    </a:lnTo>
                    <a:cubicBezTo>
                      <a:pt x="946261" y="1725784"/>
                      <a:pt x="947042" y="1715088"/>
                      <a:pt x="952611" y="1706734"/>
                    </a:cubicBezTo>
                    <a:cubicBezTo>
                      <a:pt x="965311" y="1687684"/>
                      <a:pt x="983471" y="1671304"/>
                      <a:pt x="990711" y="1649584"/>
                    </a:cubicBezTo>
                    <a:cubicBezTo>
                      <a:pt x="1007476" y="1599289"/>
                      <a:pt x="994667" y="1629363"/>
                      <a:pt x="1038336" y="1563859"/>
                    </a:cubicBezTo>
                    <a:lnTo>
                      <a:pt x="1076436" y="1506709"/>
                    </a:lnTo>
                    <a:cubicBezTo>
                      <a:pt x="1082786" y="1497184"/>
                      <a:pt x="1085961" y="1484484"/>
                      <a:pt x="1095486" y="1478134"/>
                    </a:cubicBezTo>
                    <a:lnTo>
                      <a:pt x="1124061" y="1459084"/>
                    </a:lnTo>
                    <a:cubicBezTo>
                      <a:pt x="1130411" y="1449559"/>
                      <a:pt x="1134496" y="1438047"/>
                      <a:pt x="1143111" y="1430509"/>
                    </a:cubicBezTo>
                    <a:cubicBezTo>
                      <a:pt x="1160341" y="1415432"/>
                      <a:pt x="1200261" y="1392409"/>
                      <a:pt x="1200261" y="1392409"/>
                    </a:cubicBezTo>
                    <a:cubicBezTo>
                      <a:pt x="1206611" y="1382884"/>
                      <a:pt x="1209603" y="1369901"/>
                      <a:pt x="1219311" y="1363834"/>
                    </a:cubicBezTo>
                    <a:cubicBezTo>
                      <a:pt x="1234771" y="1354172"/>
                      <a:pt x="1292255" y="1340835"/>
                      <a:pt x="1314561" y="1335259"/>
                    </a:cubicBezTo>
                    <a:cubicBezTo>
                      <a:pt x="1374353" y="1295398"/>
                      <a:pt x="1393936" y="1279697"/>
                      <a:pt x="1409811" y="1268584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5" name="Freeform: Shape 8">
                <a:extLst>
                  <a:ext uri="{FF2B5EF4-FFF2-40B4-BE49-F238E27FC236}">
                    <a16:creationId xmlns:a16="http://schemas.microsoft.com/office/drawing/2014/main" id="{828412ED-7DDE-F582-D950-8751E8F57973}"/>
                  </a:ext>
                </a:extLst>
              </p:cNvPr>
              <p:cNvSpPr/>
              <p:nvPr/>
            </p:nvSpPr>
            <p:spPr>
              <a:xfrm>
                <a:off x="1011721" y="2228496"/>
                <a:ext cx="1160749" cy="1848189"/>
              </a:xfrm>
              <a:custGeom>
                <a:avLst/>
                <a:gdLst>
                  <a:gd name="connsiteX0" fmla="*/ 1143475 w 1160749"/>
                  <a:gd name="connsiteY0" fmla="*/ 733425 h 1848189"/>
                  <a:gd name="connsiteX1" fmla="*/ 1105375 w 1160749"/>
                  <a:gd name="connsiteY1" fmla="*/ 628650 h 1848189"/>
                  <a:gd name="connsiteX2" fmla="*/ 1095850 w 1160749"/>
                  <a:gd name="connsiteY2" fmla="*/ 600075 h 1848189"/>
                  <a:gd name="connsiteX3" fmla="*/ 1086325 w 1160749"/>
                  <a:gd name="connsiteY3" fmla="*/ 571500 h 1848189"/>
                  <a:gd name="connsiteX4" fmla="*/ 1067275 w 1160749"/>
                  <a:gd name="connsiteY4" fmla="*/ 542925 h 1848189"/>
                  <a:gd name="connsiteX5" fmla="*/ 1057750 w 1160749"/>
                  <a:gd name="connsiteY5" fmla="*/ 514350 h 1848189"/>
                  <a:gd name="connsiteX6" fmla="*/ 991075 w 1160749"/>
                  <a:gd name="connsiteY6" fmla="*/ 438150 h 1848189"/>
                  <a:gd name="connsiteX7" fmla="*/ 914875 w 1160749"/>
                  <a:gd name="connsiteY7" fmla="*/ 352425 h 1848189"/>
                  <a:gd name="connsiteX8" fmla="*/ 886300 w 1160749"/>
                  <a:gd name="connsiteY8" fmla="*/ 323850 h 1848189"/>
                  <a:gd name="connsiteX9" fmla="*/ 848200 w 1160749"/>
                  <a:gd name="connsiteY9" fmla="*/ 314325 h 1848189"/>
                  <a:gd name="connsiteX10" fmla="*/ 810100 w 1160749"/>
                  <a:gd name="connsiteY10" fmla="*/ 266700 h 1848189"/>
                  <a:gd name="connsiteX11" fmla="*/ 724375 w 1160749"/>
                  <a:gd name="connsiteY11" fmla="*/ 200025 h 1848189"/>
                  <a:gd name="connsiteX12" fmla="*/ 676750 w 1160749"/>
                  <a:gd name="connsiteY12" fmla="*/ 161925 h 1848189"/>
                  <a:gd name="connsiteX13" fmla="*/ 657700 w 1160749"/>
                  <a:gd name="connsiteY13" fmla="*/ 133350 h 1848189"/>
                  <a:gd name="connsiteX14" fmla="*/ 600550 w 1160749"/>
                  <a:gd name="connsiteY14" fmla="*/ 95250 h 1848189"/>
                  <a:gd name="connsiteX15" fmla="*/ 571975 w 1160749"/>
                  <a:gd name="connsiteY15" fmla="*/ 66675 h 1848189"/>
                  <a:gd name="connsiteX16" fmla="*/ 543400 w 1160749"/>
                  <a:gd name="connsiteY16" fmla="*/ 57150 h 1848189"/>
                  <a:gd name="connsiteX17" fmla="*/ 467200 w 1160749"/>
                  <a:gd name="connsiteY17" fmla="*/ 9525 h 1848189"/>
                  <a:gd name="connsiteX18" fmla="*/ 438625 w 1160749"/>
                  <a:gd name="connsiteY18" fmla="*/ 0 h 1848189"/>
                  <a:gd name="connsiteX19" fmla="*/ 400525 w 1160749"/>
                  <a:gd name="connsiteY19" fmla="*/ 38100 h 1848189"/>
                  <a:gd name="connsiteX20" fmla="*/ 371950 w 1160749"/>
                  <a:gd name="connsiteY20" fmla="*/ 47625 h 1848189"/>
                  <a:gd name="connsiteX21" fmla="*/ 343375 w 1160749"/>
                  <a:gd name="connsiteY21" fmla="*/ 66675 h 1848189"/>
                  <a:gd name="connsiteX22" fmla="*/ 305275 w 1160749"/>
                  <a:gd name="connsiteY22" fmla="*/ 123825 h 1848189"/>
                  <a:gd name="connsiteX23" fmla="*/ 286225 w 1160749"/>
                  <a:gd name="connsiteY23" fmla="*/ 152400 h 1848189"/>
                  <a:gd name="connsiteX24" fmla="*/ 257650 w 1160749"/>
                  <a:gd name="connsiteY24" fmla="*/ 171450 h 1848189"/>
                  <a:gd name="connsiteX25" fmla="*/ 238600 w 1160749"/>
                  <a:gd name="connsiteY25" fmla="*/ 200025 h 1848189"/>
                  <a:gd name="connsiteX26" fmla="*/ 229075 w 1160749"/>
                  <a:gd name="connsiteY26" fmla="*/ 228600 h 1848189"/>
                  <a:gd name="connsiteX27" fmla="*/ 190975 w 1160749"/>
                  <a:gd name="connsiteY27" fmla="*/ 285750 h 1848189"/>
                  <a:gd name="connsiteX28" fmla="*/ 171925 w 1160749"/>
                  <a:gd name="connsiteY28" fmla="*/ 314325 h 1848189"/>
                  <a:gd name="connsiteX29" fmla="*/ 162400 w 1160749"/>
                  <a:gd name="connsiteY29" fmla="*/ 342900 h 1848189"/>
                  <a:gd name="connsiteX30" fmla="*/ 143350 w 1160749"/>
                  <a:gd name="connsiteY30" fmla="*/ 457200 h 1848189"/>
                  <a:gd name="connsiteX31" fmla="*/ 124300 w 1160749"/>
                  <a:gd name="connsiteY31" fmla="*/ 514350 h 1848189"/>
                  <a:gd name="connsiteX32" fmla="*/ 95725 w 1160749"/>
                  <a:gd name="connsiteY32" fmla="*/ 609600 h 1848189"/>
                  <a:gd name="connsiteX33" fmla="*/ 86200 w 1160749"/>
                  <a:gd name="connsiteY33" fmla="*/ 638175 h 1848189"/>
                  <a:gd name="connsiteX34" fmla="*/ 76675 w 1160749"/>
                  <a:gd name="connsiteY34" fmla="*/ 666750 h 1848189"/>
                  <a:gd name="connsiteX35" fmla="*/ 67150 w 1160749"/>
                  <a:gd name="connsiteY35" fmla="*/ 714375 h 1848189"/>
                  <a:gd name="connsiteX36" fmla="*/ 38575 w 1160749"/>
                  <a:gd name="connsiteY36" fmla="*/ 809625 h 1848189"/>
                  <a:gd name="connsiteX37" fmla="*/ 29050 w 1160749"/>
                  <a:gd name="connsiteY37" fmla="*/ 838200 h 1848189"/>
                  <a:gd name="connsiteX38" fmla="*/ 10000 w 1160749"/>
                  <a:gd name="connsiteY38" fmla="*/ 914400 h 1848189"/>
                  <a:gd name="connsiteX39" fmla="*/ 10000 w 1160749"/>
                  <a:gd name="connsiteY39" fmla="*/ 1257300 h 1848189"/>
                  <a:gd name="connsiteX40" fmla="*/ 48100 w 1160749"/>
                  <a:gd name="connsiteY40" fmla="*/ 1314450 h 1848189"/>
                  <a:gd name="connsiteX41" fmla="*/ 95725 w 1160749"/>
                  <a:gd name="connsiteY41" fmla="*/ 1371600 h 1848189"/>
                  <a:gd name="connsiteX42" fmla="*/ 124300 w 1160749"/>
                  <a:gd name="connsiteY42" fmla="*/ 1409700 h 1848189"/>
                  <a:gd name="connsiteX43" fmla="*/ 152875 w 1160749"/>
                  <a:gd name="connsiteY43" fmla="*/ 1428750 h 1848189"/>
                  <a:gd name="connsiteX44" fmla="*/ 210025 w 1160749"/>
                  <a:gd name="connsiteY44" fmla="*/ 1476375 h 1848189"/>
                  <a:gd name="connsiteX45" fmla="*/ 248125 w 1160749"/>
                  <a:gd name="connsiteY45" fmla="*/ 1533525 h 1848189"/>
                  <a:gd name="connsiteX46" fmla="*/ 267175 w 1160749"/>
                  <a:gd name="connsiteY46" fmla="*/ 1562100 h 1848189"/>
                  <a:gd name="connsiteX47" fmla="*/ 276700 w 1160749"/>
                  <a:gd name="connsiteY47" fmla="*/ 1590675 h 1848189"/>
                  <a:gd name="connsiteX48" fmla="*/ 305275 w 1160749"/>
                  <a:gd name="connsiteY48" fmla="*/ 1609725 h 1848189"/>
                  <a:gd name="connsiteX49" fmla="*/ 324325 w 1160749"/>
                  <a:gd name="connsiteY49" fmla="*/ 1638300 h 1848189"/>
                  <a:gd name="connsiteX50" fmla="*/ 352900 w 1160749"/>
                  <a:gd name="connsiteY50" fmla="*/ 1657350 h 1848189"/>
                  <a:gd name="connsiteX51" fmla="*/ 391000 w 1160749"/>
                  <a:gd name="connsiteY51" fmla="*/ 1695450 h 1848189"/>
                  <a:gd name="connsiteX52" fmla="*/ 410050 w 1160749"/>
                  <a:gd name="connsiteY52" fmla="*/ 1724025 h 1848189"/>
                  <a:gd name="connsiteX53" fmla="*/ 438625 w 1160749"/>
                  <a:gd name="connsiteY53" fmla="*/ 1733550 h 1848189"/>
                  <a:gd name="connsiteX54" fmla="*/ 467200 w 1160749"/>
                  <a:gd name="connsiteY54" fmla="*/ 1752600 h 1848189"/>
                  <a:gd name="connsiteX55" fmla="*/ 495775 w 1160749"/>
                  <a:gd name="connsiteY55" fmla="*/ 1762125 h 1848189"/>
                  <a:gd name="connsiteX56" fmla="*/ 524350 w 1160749"/>
                  <a:gd name="connsiteY56" fmla="*/ 1781175 h 1848189"/>
                  <a:gd name="connsiteX57" fmla="*/ 619600 w 1160749"/>
                  <a:gd name="connsiteY57" fmla="*/ 1790700 h 1848189"/>
                  <a:gd name="connsiteX58" fmla="*/ 676750 w 1160749"/>
                  <a:gd name="connsiteY58" fmla="*/ 1809750 h 1848189"/>
                  <a:gd name="connsiteX59" fmla="*/ 714850 w 1160749"/>
                  <a:gd name="connsiteY59" fmla="*/ 1819275 h 1848189"/>
                  <a:gd name="connsiteX60" fmla="*/ 772000 w 1160749"/>
                  <a:gd name="connsiteY60" fmla="*/ 1838325 h 1848189"/>
                  <a:gd name="connsiteX61" fmla="*/ 829150 w 1160749"/>
                  <a:gd name="connsiteY61" fmla="*/ 1847850 h 1848189"/>
                  <a:gd name="connsiteX62" fmla="*/ 1019650 w 1160749"/>
                  <a:gd name="connsiteY62" fmla="*/ 1828800 h 1848189"/>
                  <a:gd name="connsiteX63" fmla="*/ 1048225 w 1160749"/>
                  <a:gd name="connsiteY63" fmla="*/ 1809750 h 1848189"/>
                  <a:gd name="connsiteX64" fmla="*/ 1067275 w 1160749"/>
                  <a:gd name="connsiteY64" fmla="*/ 1466850 h 1848189"/>
                  <a:gd name="connsiteX65" fmla="*/ 1086325 w 1160749"/>
                  <a:gd name="connsiteY65" fmla="*/ 1333500 h 1848189"/>
                  <a:gd name="connsiteX66" fmla="*/ 1095850 w 1160749"/>
                  <a:gd name="connsiteY66" fmla="*/ 1257300 h 1848189"/>
                  <a:gd name="connsiteX67" fmla="*/ 1124425 w 1160749"/>
                  <a:gd name="connsiteY67" fmla="*/ 1114425 h 1848189"/>
                  <a:gd name="connsiteX68" fmla="*/ 1133950 w 1160749"/>
                  <a:gd name="connsiteY68" fmla="*/ 1038225 h 1848189"/>
                  <a:gd name="connsiteX69" fmla="*/ 1153000 w 1160749"/>
                  <a:gd name="connsiteY69" fmla="*/ 962025 h 1848189"/>
                  <a:gd name="connsiteX70" fmla="*/ 1143475 w 1160749"/>
                  <a:gd name="connsiteY70" fmla="*/ 733425 h 1848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1160749" h="1848189">
                    <a:moveTo>
                      <a:pt x="1143475" y="733425"/>
                    </a:moveTo>
                    <a:cubicBezTo>
                      <a:pt x="1116967" y="667156"/>
                      <a:pt x="1129832" y="702020"/>
                      <a:pt x="1105375" y="628650"/>
                    </a:cubicBezTo>
                    <a:lnTo>
                      <a:pt x="1095850" y="600075"/>
                    </a:lnTo>
                    <a:cubicBezTo>
                      <a:pt x="1092675" y="590550"/>
                      <a:pt x="1091894" y="579854"/>
                      <a:pt x="1086325" y="571500"/>
                    </a:cubicBezTo>
                    <a:cubicBezTo>
                      <a:pt x="1079975" y="561975"/>
                      <a:pt x="1072395" y="553164"/>
                      <a:pt x="1067275" y="542925"/>
                    </a:cubicBezTo>
                    <a:cubicBezTo>
                      <a:pt x="1062785" y="533945"/>
                      <a:pt x="1062626" y="523127"/>
                      <a:pt x="1057750" y="514350"/>
                    </a:cubicBezTo>
                    <a:cubicBezTo>
                      <a:pt x="1025066" y="455519"/>
                      <a:pt x="1032817" y="465978"/>
                      <a:pt x="991075" y="438150"/>
                    </a:cubicBezTo>
                    <a:cubicBezTo>
                      <a:pt x="957081" y="387159"/>
                      <a:pt x="980120" y="417670"/>
                      <a:pt x="914875" y="352425"/>
                    </a:cubicBezTo>
                    <a:cubicBezTo>
                      <a:pt x="905350" y="342900"/>
                      <a:pt x="899368" y="327117"/>
                      <a:pt x="886300" y="323850"/>
                    </a:cubicBezTo>
                    <a:lnTo>
                      <a:pt x="848200" y="314325"/>
                    </a:lnTo>
                    <a:cubicBezTo>
                      <a:pt x="831646" y="264662"/>
                      <a:pt x="850916" y="302981"/>
                      <a:pt x="810100" y="266700"/>
                    </a:cubicBezTo>
                    <a:cubicBezTo>
                      <a:pt x="733001" y="198167"/>
                      <a:pt x="783297" y="219666"/>
                      <a:pt x="724375" y="200025"/>
                    </a:cubicBezTo>
                    <a:cubicBezTo>
                      <a:pt x="669780" y="118133"/>
                      <a:pt x="742475" y="214505"/>
                      <a:pt x="676750" y="161925"/>
                    </a:cubicBezTo>
                    <a:cubicBezTo>
                      <a:pt x="667811" y="154774"/>
                      <a:pt x="666315" y="140888"/>
                      <a:pt x="657700" y="133350"/>
                    </a:cubicBezTo>
                    <a:cubicBezTo>
                      <a:pt x="640470" y="118273"/>
                      <a:pt x="616739" y="111439"/>
                      <a:pt x="600550" y="95250"/>
                    </a:cubicBezTo>
                    <a:cubicBezTo>
                      <a:pt x="591025" y="85725"/>
                      <a:pt x="583183" y="74147"/>
                      <a:pt x="571975" y="66675"/>
                    </a:cubicBezTo>
                    <a:cubicBezTo>
                      <a:pt x="563621" y="61106"/>
                      <a:pt x="552925" y="60325"/>
                      <a:pt x="543400" y="57150"/>
                    </a:cubicBezTo>
                    <a:cubicBezTo>
                      <a:pt x="513211" y="11867"/>
                      <a:pt x="535210" y="32195"/>
                      <a:pt x="467200" y="9525"/>
                    </a:cubicBezTo>
                    <a:lnTo>
                      <a:pt x="438625" y="0"/>
                    </a:lnTo>
                    <a:cubicBezTo>
                      <a:pt x="362425" y="25400"/>
                      <a:pt x="451325" y="-12700"/>
                      <a:pt x="400525" y="38100"/>
                    </a:cubicBezTo>
                    <a:cubicBezTo>
                      <a:pt x="393425" y="45200"/>
                      <a:pt x="380930" y="43135"/>
                      <a:pt x="371950" y="47625"/>
                    </a:cubicBezTo>
                    <a:cubicBezTo>
                      <a:pt x="361711" y="52745"/>
                      <a:pt x="352900" y="60325"/>
                      <a:pt x="343375" y="66675"/>
                    </a:cubicBezTo>
                    <a:lnTo>
                      <a:pt x="305275" y="123825"/>
                    </a:lnTo>
                    <a:cubicBezTo>
                      <a:pt x="298925" y="133350"/>
                      <a:pt x="295750" y="146050"/>
                      <a:pt x="286225" y="152400"/>
                    </a:cubicBezTo>
                    <a:lnTo>
                      <a:pt x="257650" y="171450"/>
                    </a:lnTo>
                    <a:cubicBezTo>
                      <a:pt x="251300" y="180975"/>
                      <a:pt x="243720" y="189786"/>
                      <a:pt x="238600" y="200025"/>
                    </a:cubicBezTo>
                    <a:cubicBezTo>
                      <a:pt x="234110" y="209005"/>
                      <a:pt x="233951" y="219823"/>
                      <a:pt x="229075" y="228600"/>
                    </a:cubicBezTo>
                    <a:cubicBezTo>
                      <a:pt x="217956" y="248614"/>
                      <a:pt x="203675" y="266700"/>
                      <a:pt x="190975" y="285750"/>
                    </a:cubicBezTo>
                    <a:cubicBezTo>
                      <a:pt x="184625" y="295275"/>
                      <a:pt x="175545" y="303465"/>
                      <a:pt x="171925" y="314325"/>
                    </a:cubicBezTo>
                    <a:lnTo>
                      <a:pt x="162400" y="342900"/>
                    </a:lnTo>
                    <a:cubicBezTo>
                      <a:pt x="158311" y="371521"/>
                      <a:pt x="151707" y="426559"/>
                      <a:pt x="143350" y="457200"/>
                    </a:cubicBezTo>
                    <a:cubicBezTo>
                      <a:pt x="138066" y="476573"/>
                      <a:pt x="129170" y="494869"/>
                      <a:pt x="124300" y="514350"/>
                    </a:cubicBezTo>
                    <a:cubicBezTo>
                      <a:pt x="109905" y="571931"/>
                      <a:pt x="118915" y="540031"/>
                      <a:pt x="95725" y="609600"/>
                    </a:cubicBezTo>
                    <a:lnTo>
                      <a:pt x="86200" y="638175"/>
                    </a:lnTo>
                    <a:cubicBezTo>
                      <a:pt x="83025" y="647700"/>
                      <a:pt x="78644" y="656905"/>
                      <a:pt x="76675" y="666750"/>
                    </a:cubicBezTo>
                    <a:cubicBezTo>
                      <a:pt x="73500" y="682625"/>
                      <a:pt x="70662" y="698571"/>
                      <a:pt x="67150" y="714375"/>
                    </a:cubicBezTo>
                    <a:cubicBezTo>
                      <a:pt x="57553" y="757561"/>
                      <a:pt x="54404" y="762137"/>
                      <a:pt x="38575" y="809625"/>
                    </a:cubicBezTo>
                    <a:cubicBezTo>
                      <a:pt x="35400" y="819150"/>
                      <a:pt x="31485" y="828460"/>
                      <a:pt x="29050" y="838200"/>
                    </a:cubicBezTo>
                    <a:lnTo>
                      <a:pt x="10000" y="914400"/>
                    </a:lnTo>
                    <a:cubicBezTo>
                      <a:pt x="5307" y="1003564"/>
                      <a:pt x="-9941" y="1165572"/>
                      <a:pt x="10000" y="1257300"/>
                    </a:cubicBezTo>
                    <a:cubicBezTo>
                      <a:pt x="14864" y="1279673"/>
                      <a:pt x="35400" y="1295400"/>
                      <a:pt x="48100" y="1314450"/>
                    </a:cubicBezTo>
                    <a:cubicBezTo>
                      <a:pt x="90204" y="1377605"/>
                      <a:pt x="40720" y="1307428"/>
                      <a:pt x="95725" y="1371600"/>
                    </a:cubicBezTo>
                    <a:cubicBezTo>
                      <a:pt x="106056" y="1383653"/>
                      <a:pt x="113075" y="1398475"/>
                      <a:pt x="124300" y="1409700"/>
                    </a:cubicBezTo>
                    <a:cubicBezTo>
                      <a:pt x="132395" y="1417795"/>
                      <a:pt x="144081" y="1421421"/>
                      <a:pt x="152875" y="1428750"/>
                    </a:cubicBezTo>
                    <a:cubicBezTo>
                      <a:pt x="226214" y="1489866"/>
                      <a:pt x="139079" y="1429077"/>
                      <a:pt x="210025" y="1476375"/>
                    </a:cubicBezTo>
                    <a:cubicBezTo>
                      <a:pt x="226764" y="1526593"/>
                      <a:pt x="208487" y="1485959"/>
                      <a:pt x="248125" y="1533525"/>
                    </a:cubicBezTo>
                    <a:cubicBezTo>
                      <a:pt x="255454" y="1542319"/>
                      <a:pt x="262055" y="1551861"/>
                      <a:pt x="267175" y="1562100"/>
                    </a:cubicBezTo>
                    <a:cubicBezTo>
                      <a:pt x="271665" y="1571080"/>
                      <a:pt x="270428" y="1582835"/>
                      <a:pt x="276700" y="1590675"/>
                    </a:cubicBezTo>
                    <a:cubicBezTo>
                      <a:pt x="283851" y="1599614"/>
                      <a:pt x="295750" y="1603375"/>
                      <a:pt x="305275" y="1609725"/>
                    </a:cubicBezTo>
                    <a:cubicBezTo>
                      <a:pt x="311625" y="1619250"/>
                      <a:pt x="316230" y="1630205"/>
                      <a:pt x="324325" y="1638300"/>
                    </a:cubicBezTo>
                    <a:cubicBezTo>
                      <a:pt x="332420" y="1646395"/>
                      <a:pt x="345749" y="1648411"/>
                      <a:pt x="352900" y="1657350"/>
                    </a:cubicBezTo>
                    <a:cubicBezTo>
                      <a:pt x="389845" y="1703532"/>
                      <a:pt x="328655" y="1674668"/>
                      <a:pt x="391000" y="1695450"/>
                    </a:cubicBezTo>
                    <a:cubicBezTo>
                      <a:pt x="397350" y="1704975"/>
                      <a:pt x="401111" y="1716874"/>
                      <a:pt x="410050" y="1724025"/>
                    </a:cubicBezTo>
                    <a:cubicBezTo>
                      <a:pt x="417890" y="1730297"/>
                      <a:pt x="429645" y="1729060"/>
                      <a:pt x="438625" y="1733550"/>
                    </a:cubicBezTo>
                    <a:cubicBezTo>
                      <a:pt x="448864" y="1738670"/>
                      <a:pt x="456961" y="1747480"/>
                      <a:pt x="467200" y="1752600"/>
                    </a:cubicBezTo>
                    <a:cubicBezTo>
                      <a:pt x="476180" y="1757090"/>
                      <a:pt x="486795" y="1757635"/>
                      <a:pt x="495775" y="1762125"/>
                    </a:cubicBezTo>
                    <a:cubicBezTo>
                      <a:pt x="506014" y="1767245"/>
                      <a:pt x="513196" y="1778601"/>
                      <a:pt x="524350" y="1781175"/>
                    </a:cubicBezTo>
                    <a:cubicBezTo>
                      <a:pt x="555441" y="1788350"/>
                      <a:pt x="587850" y="1787525"/>
                      <a:pt x="619600" y="1790700"/>
                    </a:cubicBezTo>
                    <a:cubicBezTo>
                      <a:pt x="638650" y="1797050"/>
                      <a:pt x="657269" y="1804880"/>
                      <a:pt x="676750" y="1809750"/>
                    </a:cubicBezTo>
                    <a:cubicBezTo>
                      <a:pt x="689450" y="1812925"/>
                      <a:pt x="702311" y="1815513"/>
                      <a:pt x="714850" y="1819275"/>
                    </a:cubicBezTo>
                    <a:cubicBezTo>
                      <a:pt x="734084" y="1825045"/>
                      <a:pt x="752193" y="1835024"/>
                      <a:pt x="772000" y="1838325"/>
                    </a:cubicBezTo>
                    <a:lnTo>
                      <a:pt x="829150" y="1847850"/>
                    </a:lnTo>
                    <a:cubicBezTo>
                      <a:pt x="838613" y="1847293"/>
                      <a:pt x="969954" y="1853648"/>
                      <a:pt x="1019650" y="1828800"/>
                    </a:cubicBezTo>
                    <a:cubicBezTo>
                      <a:pt x="1029889" y="1823680"/>
                      <a:pt x="1038700" y="1816100"/>
                      <a:pt x="1048225" y="1809750"/>
                    </a:cubicBezTo>
                    <a:cubicBezTo>
                      <a:pt x="1070399" y="1610187"/>
                      <a:pt x="1047211" y="1838026"/>
                      <a:pt x="1067275" y="1466850"/>
                    </a:cubicBezTo>
                    <a:cubicBezTo>
                      <a:pt x="1077473" y="1278194"/>
                      <a:pt x="1069320" y="1435533"/>
                      <a:pt x="1086325" y="1333500"/>
                    </a:cubicBezTo>
                    <a:cubicBezTo>
                      <a:pt x="1090533" y="1308251"/>
                      <a:pt x="1092467" y="1282673"/>
                      <a:pt x="1095850" y="1257300"/>
                    </a:cubicBezTo>
                    <a:cubicBezTo>
                      <a:pt x="1118951" y="1084043"/>
                      <a:pt x="1088416" y="1306474"/>
                      <a:pt x="1124425" y="1114425"/>
                    </a:cubicBezTo>
                    <a:cubicBezTo>
                      <a:pt x="1129142" y="1089266"/>
                      <a:pt x="1129233" y="1063384"/>
                      <a:pt x="1133950" y="1038225"/>
                    </a:cubicBezTo>
                    <a:cubicBezTo>
                      <a:pt x="1138775" y="1012492"/>
                      <a:pt x="1153000" y="962025"/>
                      <a:pt x="1153000" y="962025"/>
                    </a:cubicBezTo>
                    <a:cubicBezTo>
                      <a:pt x="1166000" y="832023"/>
                      <a:pt x="1162525" y="898683"/>
                      <a:pt x="1143475" y="733425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30641B5C-FB39-86C3-EE49-C5E83F5A6FDE}"/>
                </a:ext>
              </a:extLst>
            </p:cNvPr>
            <p:cNvGrpSpPr/>
            <p:nvPr/>
          </p:nvGrpSpPr>
          <p:grpSpPr>
            <a:xfrm>
              <a:off x="1093522" y="1976643"/>
              <a:ext cx="2893695" cy="1604971"/>
              <a:chOff x="1471301" y="2067515"/>
              <a:chExt cx="2893695" cy="1604971"/>
            </a:xfrm>
          </p:grpSpPr>
          <p:sp>
            <p:nvSpPr>
              <p:cNvPr id="145" name="Freeform: Shape 3">
                <a:extLst>
                  <a:ext uri="{FF2B5EF4-FFF2-40B4-BE49-F238E27FC236}">
                    <a16:creationId xmlns:a16="http://schemas.microsoft.com/office/drawing/2014/main" id="{F1DD5661-6B70-AE44-8E2D-F7236BFF456E}"/>
                  </a:ext>
                </a:extLst>
              </p:cNvPr>
              <p:cNvSpPr/>
              <p:nvPr/>
            </p:nvSpPr>
            <p:spPr>
              <a:xfrm>
                <a:off x="1926596" y="2067515"/>
                <a:ext cx="466725" cy="876300"/>
              </a:xfrm>
              <a:custGeom>
                <a:avLst/>
                <a:gdLst>
                  <a:gd name="connsiteX0" fmla="*/ 466725 w 466725"/>
                  <a:gd name="connsiteY0" fmla="*/ 876300 h 876300"/>
                  <a:gd name="connsiteX1" fmla="*/ 400050 w 466725"/>
                  <a:gd name="connsiteY1" fmla="*/ 590550 h 876300"/>
                  <a:gd name="connsiteX2" fmla="*/ 390525 w 466725"/>
                  <a:gd name="connsiteY2" fmla="*/ 409575 h 876300"/>
                  <a:gd name="connsiteX3" fmla="*/ 371475 w 466725"/>
                  <a:gd name="connsiteY3" fmla="*/ 314325 h 876300"/>
                  <a:gd name="connsiteX4" fmla="*/ 352425 w 466725"/>
                  <a:gd name="connsiteY4" fmla="*/ 266700 h 876300"/>
                  <a:gd name="connsiteX5" fmla="*/ 342900 w 466725"/>
                  <a:gd name="connsiteY5" fmla="*/ 238125 h 876300"/>
                  <a:gd name="connsiteX6" fmla="*/ 304800 w 466725"/>
                  <a:gd name="connsiteY6" fmla="*/ 180975 h 876300"/>
                  <a:gd name="connsiteX7" fmla="*/ 285750 w 466725"/>
                  <a:gd name="connsiteY7" fmla="*/ 152400 h 876300"/>
                  <a:gd name="connsiteX8" fmla="*/ 266700 w 466725"/>
                  <a:gd name="connsiteY8" fmla="*/ 123825 h 876300"/>
                  <a:gd name="connsiteX9" fmla="*/ 238125 w 466725"/>
                  <a:gd name="connsiteY9" fmla="*/ 114300 h 876300"/>
                  <a:gd name="connsiteX10" fmla="*/ 209550 w 466725"/>
                  <a:gd name="connsiteY10" fmla="*/ 85725 h 876300"/>
                  <a:gd name="connsiteX11" fmla="*/ 152400 w 466725"/>
                  <a:gd name="connsiteY11" fmla="*/ 66675 h 876300"/>
                  <a:gd name="connsiteX12" fmla="*/ 123825 w 466725"/>
                  <a:gd name="connsiteY12" fmla="*/ 57150 h 876300"/>
                  <a:gd name="connsiteX13" fmla="*/ 66675 w 466725"/>
                  <a:gd name="connsiteY13" fmla="*/ 19050 h 876300"/>
                  <a:gd name="connsiteX14" fmla="*/ 38100 w 466725"/>
                  <a:gd name="connsiteY14" fmla="*/ 9525 h 876300"/>
                  <a:gd name="connsiteX15" fmla="*/ 0 w 466725"/>
                  <a:gd name="connsiteY15" fmla="*/ 0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6725" h="876300">
                    <a:moveTo>
                      <a:pt x="466725" y="876300"/>
                    </a:moveTo>
                    <a:cubicBezTo>
                      <a:pt x="444500" y="781050"/>
                      <a:pt x="415810" y="687080"/>
                      <a:pt x="400050" y="590550"/>
                    </a:cubicBezTo>
                    <a:cubicBezTo>
                      <a:pt x="390316" y="530931"/>
                      <a:pt x="395342" y="469791"/>
                      <a:pt x="390525" y="409575"/>
                    </a:cubicBezTo>
                    <a:cubicBezTo>
                      <a:pt x="389044" y="391063"/>
                      <a:pt x="378773" y="336218"/>
                      <a:pt x="371475" y="314325"/>
                    </a:cubicBezTo>
                    <a:cubicBezTo>
                      <a:pt x="366068" y="298105"/>
                      <a:pt x="358428" y="282709"/>
                      <a:pt x="352425" y="266700"/>
                    </a:cubicBezTo>
                    <a:cubicBezTo>
                      <a:pt x="348900" y="257299"/>
                      <a:pt x="347776" y="246902"/>
                      <a:pt x="342900" y="238125"/>
                    </a:cubicBezTo>
                    <a:cubicBezTo>
                      <a:pt x="331781" y="218111"/>
                      <a:pt x="317500" y="200025"/>
                      <a:pt x="304800" y="180975"/>
                    </a:cubicBezTo>
                    <a:lnTo>
                      <a:pt x="285750" y="152400"/>
                    </a:lnTo>
                    <a:cubicBezTo>
                      <a:pt x="279400" y="142875"/>
                      <a:pt x="277560" y="127445"/>
                      <a:pt x="266700" y="123825"/>
                    </a:cubicBezTo>
                    <a:lnTo>
                      <a:pt x="238125" y="114300"/>
                    </a:lnTo>
                    <a:cubicBezTo>
                      <a:pt x="228600" y="104775"/>
                      <a:pt x="221325" y="92267"/>
                      <a:pt x="209550" y="85725"/>
                    </a:cubicBezTo>
                    <a:cubicBezTo>
                      <a:pt x="191997" y="75973"/>
                      <a:pt x="171450" y="73025"/>
                      <a:pt x="152400" y="66675"/>
                    </a:cubicBezTo>
                    <a:cubicBezTo>
                      <a:pt x="142875" y="63500"/>
                      <a:pt x="132179" y="62719"/>
                      <a:pt x="123825" y="57150"/>
                    </a:cubicBezTo>
                    <a:cubicBezTo>
                      <a:pt x="104775" y="44450"/>
                      <a:pt x="88395" y="26290"/>
                      <a:pt x="66675" y="19050"/>
                    </a:cubicBezTo>
                    <a:cubicBezTo>
                      <a:pt x="57150" y="15875"/>
                      <a:pt x="47754" y="12283"/>
                      <a:pt x="38100" y="9525"/>
                    </a:cubicBezTo>
                    <a:cubicBezTo>
                      <a:pt x="25513" y="5929"/>
                      <a:pt x="0" y="0"/>
                      <a:pt x="0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6" name="Freeform: Shape 4">
                <a:extLst>
                  <a:ext uri="{FF2B5EF4-FFF2-40B4-BE49-F238E27FC236}">
                    <a16:creationId xmlns:a16="http://schemas.microsoft.com/office/drawing/2014/main" id="{BB787FD2-AB02-8785-E784-A8D02CF61CA9}"/>
                  </a:ext>
                </a:extLst>
              </p:cNvPr>
              <p:cNvSpPr/>
              <p:nvPr/>
            </p:nvSpPr>
            <p:spPr>
              <a:xfrm>
                <a:off x="2538101" y="3224514"/>
                <a:ext cx="438150" cy="447972"/>
              </a:xfrm>
              <a:custGeom>
                <a:avLst/>
                <a:gdLst>
                  <a:gd name="connsiteX0" fmla="*/ 0 w 438150"/>
                  <a:gd name="connsiteY0" fmla="*/ 447973 h 447973"/>
                  <a:gd name="connsiteX1" fmla="*/ 171450 w 438150"/>
                  <a:gd name="connsiteY1" fmla="*/ 286048 h 447973"/>
                  <a:gd name="connsiteX2" fmla="*/ 190500 w 438150"/>
                  <a:gd name="connsiteY2" fmla="*/ 257473 h 447973"/>
                  <a:gd name="connsiteX3" fmla="*/ 247650 w 438150"/>
                  <a:gd name="connsiteY3" fmla="*/ 219373 h 447973"/>
                  <a:gd name="connsiteX4" fmla="*/ 295275 w 438150"/>
                  <a:gd name="connsiteY4" fmla="*/ 162223 h 447973"/>
                  <a:gd name="connsiteX5" fmla="*/ 323850 w 438150"/>
                  <a:gd name="connsiteY5" fmla="*/ 143173 h 447973"/>
                  <a:gd name="connsiteX6" fmla="*/ 400050 w 438150"/>
                  <a:gd name="connsiteY6" fmla="*/ 28873 h 447973"/>
                  <a:gd name="connsiteX7" fmla="*/ 438150 w 438150"/>
                  <a:gd name="connsiteY7" fmla="*/ 298 h 447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38150" h="447973">
                    <a:moveTo>
                      <a:pt x="0" y="447973"/>
                    </a:moveTo>
                    <a:cubicBezTo>
                      <a:pt x="57150" y="393998"/>
                      <a:pt x="127845" y="351455"/>
                      <a:pt x="171450" y="286048"/>
                    </a:cubicBezTo>
                    <a:cubicBezTo>
                      <a:pt x="177800" y="276523"/>
                      <a:pt x="181885" y="265011"/>
                      <a:pt x="190500" y="257473"/>
                    </a:cubicBezTo>
                    <a:cubicBezTo>
                      <a:pt x="207730" y="242396"/>
                      <a:pt x="247650" y="219373"/>
                      <a:pt x="247650" y="219373"/>
                    </a:cubicBezTo>
                    <a:cubicBezTo>
                      <a:pt x="266381" y="191276"/>
                      <a:pt x="267773" y="185142"/>
                      <a:pt x="295275" y="162223"/>
                    </a:cubicBezTo>
                    <a:cubicBezTo>
                      <a:pt x="304069" y="154894"/>
                      <a:pt x="314325" y="149523"/>
                      <a:pt x="323850" y="143173"/>
                    </a:cubicBezTo>
                    <a:lnTo>
                      <a:pt x="400050" y="28873"/>
                    </a:lnTo>
                    <a:cubicBezTo>
                      <a:pt x="422622" y="-4986"/>
                      <a:pt x="407652" y="298"/>
                      <a:pt x="438150" y="298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7" name="Freeform: Shape 12">
                <a:extLst>
                  <a:ext uri="{FF2B5EF4-FFF2-40B4-BE49-F238E27FC236}">
                    <a16:creationId xmlns:a16="http://schemas.microsoft.com/office/drawing/2014/main" id="{96DE012C-DDBB-41E8-F9A9-7D4B67AACE7A}"/>
                  </a:ext>
                </a:extLst>
              </p:cNvPr>
              <p:cNvSpPr/>
              <p:nvPr/>
            </p:nvSpPr>
            <p:spPr>
              <a:xfrm>
                <a:off x="1471301" y="2980718"/>
                <a:ext cx="678180" cy="350773"/>
              </a:xfrm>
              <a:custGeom>
                <a:avLst/>
                <a:gdLst>
                  <a:gd name="connsiteX0" fmla="*/ 0 w 678180"/>
                  <a:gd name="connsiteY0" fmla="*/ 350773 h 350773"/>
                  <a:gd name="connsiteX1" fmla="*/ 38100 w 678180"/>
                  <a:gd name="connsiteY1" fmla="*/ 327913 h 350773"/>
                  <a:gd name="connsiteX2" fmla="*/ 53340 w 678180"/>
                  <a:gd name="connsiteY2" fmla="*/ 305053 h 350773"/>
                  <a:gd name="connsiteX3" fmla="*/ 76200 w 678180"/>
                  <a:gd name="connsiteY3" fmla="*/ 289813 h 350773"/>
                  <a:gd name="connsiteX4" fmla="*/ 114300 w 678180"/>
                  <a:gd name="connsiteY4" fmla="*/ 221233 h 350773"/>
                  <a:gd name="connsiteX5" fmla="*/ 137160 w 678180"/>
                  <a:gd name="connsiteY5" fmla="*/ 205993 h 350773"/>
                  <a:gd name="connsiteX6" fmla="*/ 152400 w 678180"/>
                  <a:gd name="connsiteY6" fmla="*/ 183133 h 350773"/>
                  <a:gd name="connsiteX7" fmla="*/ 198120 w 678180"/>
                  <a:gd name="connsiteY7" fmla="*/ 160273 h 350773"/>
                  <a:gd name="connsiteX8" fmla="*/ 220980 w 678180"/>
                  <a:gd name="connsiteY8" fmla="*/ 145033 h 350773"/>
                  <a:gd name="connsiteX9" fmla="*/ 243840 w 678180"/>
                  <a:gd name="connsiteY9" fmla="*/ 137413 h 350773"/>
                  <a:gd name="connsiteX10" fmla="*/ 266700 w 678180"/>
                  <a:gd name="connsiteY10" fmla="*/ 122173 h 350773"/>
                  <a:gd name="connsiteX11" fmla="*/ 342900 w 678180"/>
                  <a:gd name="connsiteY11" fmla="*/ 91693 h 350773"/>
                  <a:gd name="connsiteX12" fmla="*/ 365760 w 678180"/>
                  <a:gd name="connsiteY12" fmla="*/ 76453 h 350773"/>
                  <a:gd name="connsiteX13" fmla="*/ 434340 w 678180"/>
                  <a:gd name="connsiteY13" fmla="*/ 53593 h 350773"/>
                  <a:gd name="connsiteX14" fmla="*/ 457200 w 678180"/>
                  <a:gd name="connsiteY14" fmla="*/ 45973 h 350773"/>
                  <a:gd name="connsiteX15" fmla="*/ 480060 w 678180"/>
                  <a:gd name="connsiteY15" fmla="*/ 38353 h 350773"/>
                  <a:gd name="connsiteX16" fmla="*/ 525780 w 678180"/>
                  <a:gd name="connsiteY16" fmla="*/ 15493 h 350773"/>
                  <a:gd name="connsiteX17" fmla="*/ 632460 w 678180"/>
                  <a:gd name="connsiteY17" fmla="*/ 7873 h 350773"/>
                  <a:gd name="connsiteX18" fmla="*/ 678180 w 678180"/>
                  <a:gd name="connsiteY18" fmla="*/ 253 h 3507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78180" h="350773">
                    <a:moveTo>
                      <a:pt x="0" y="350773"/>
                    </a:moveTo>
                    <a:cubicBezTo>
                      <a:pt x="12700" y="343153"/>
                      <a:pt x="26855" y="337552"/>
                      <a:pt x="38100" y="327913"/>
                    </a:cubicBezTo>
                    <a:cubicBezTo>
                      <a:pt x="45053" y="321953"/>
                      <a:pt x="46864" y="311529"/>
                      <a:pt x="53340" y="305053"/>
                    </a:cubicBezTo>
                    <a:cubicBezTo>
                      <a:pt x="59816" y="298577"/>
                      <a:pt x="68580" y="294893"/>
                      <a:pt x="76200" y="289813"/>
                    </a:cubicBezTo>
                    <a:cubicBezTo>
                      <a:pt x="84141" y="265991"/>
                      <a:pt x="91841" y="236205"/>
                      <a:pt x="114300" y="221233"/>
                    </a:cubicBezTo>
                    <a:lnTo>
                      <a:pt x="137160" y="205993"/>
                    </a:lnTo>
                    <a:cubicBezTo>
                      <a:pt x="142240" y="198373"/>
                      <a:pt x="145924" y="189609"/>
                      <a:pt x="152400" y="183133"/>
                    </a:cubicBezTo>
                    <a:cubicBezTo>
                      <a:pt x="174238" y="161295"/>
                      <a:pt x="173330" y="172668"/>
                      <a:pt x="198120" y="160273"/>
                    </a:cubicBezTo>
                    <a:cubicBezTo>
                      <a:pt x="206311" y="156177"/>
                      <a:pt x="212789" y="149129"/>
                      <a:pt x="220980" y="145033"/>
                    </a:cubicBezTo>
                    <a:cubicBezTo>
                      <a:pt x="228164" y="141441"/>
                      <a:pt x="236656" y="141005"/>
                      <a:pt x="243840" y="137413"/>
                    </a:cubicBezTo>
                    <a:cubicBezTo>
                      <a:pt x="252031" y="133317"/>
                      <a:pt x="258694" y="126621"/>
                      <a:pt x="266700" y="122173"/>
                    </a:cubicBezTo>
                    <a:cubicBezTo>
                      <a:pt x="311771" y="97133"/>
                      <a:pt x="302046" y="101907"/>
                      <a:pt x="342900" y="91693"/>
                    </a:cubicBezTo>
                    <a:cubicBezTo>
                      <a:pt x="350520" y="86613"/>
                      <a:pt x="357391" y="80172"/>
                      <a:pt x="365760" y="76453"/>
                    </a:cubicBezTo>
                    <a:lnTo>
                      <a:pt x="434340" y="53593"/>
                    </a:lnTo>
                    <a:lnTo>
                      <a:pt x="457200" y="45973"/>
                    </a:lnTo>
                    <a:cubicBezTo>
                      <a:pt x="464820" y="43433"/>
                      <a:pt x="473377" y="42808"/>
                      <a:pt x="480060" y="38353"/>
                    </a:cubicBezTo>
                    <a:cubicBezTo>
                      <a:pt x="495472" y="28078"/>
                      <a:pt x="506626" y="17746"/>
                      <a:pt x="525780" y="15493"/>
                    </a:cubicBezTo>
                    <a:cubicBezTo>
                      <a:pt x="561186" y="11328"/>
                      <a:pt x="596900" y="10413"/>
                      <a:pt x="632460" y="7873"/>
                    </a:cubicBezTo>
                    <a:cubicBezTo>
                      <a:pt x="662549" y="-2157"/>
                      <a:pt x="647288" y="253"/>
                      <a:pt x="678180" y="253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8" name="Freeform: Shape 14">
                <a:extLst>
                  <a:ext uri="{FF2B5EF4-FFF2-40B4-BE49-F238E27FC236}">
                    <a16:creationId xmlns:a16="http://schemas.microsoft.com/office/drawing/2014/main" id="{1F80CCF1-B86F-5BE2-2AF5-1C1F8E904E4D}"/>
                  </a:ext>
                </a:extLst>
              </p:cNvPr>
              <p:cNvSpPr/>
              <p:nvPr/>
            </p:nvSpPr>
            <p:spPr>
              <a:xfrm>
                <a:off x="2888621" y="3118131"/>
                <a:ext cx="1417320" cy="450527"/>
              </a:xfrm>
              <a:custGeom>
                <a:avLst/>
                <a:gdLst>
                  <a:gd name="connsiteX0" fmla="*/ 0 w 1417320"/>
                  <a:gd name="connsiteY0" fmla="*/ 0 h 450527"/>
                  <a:gd name="connsiteX1" fmla="*/ 76200 w 1417320"/>
                  <a:gd name="connsiteY1" fmla="*/ 106680 h 450527"/>
                  <a:gd name="connsiteX2" fmla="*/ 99060 w 1417320"/>
                  <a:gd name="connsiteY2" fmla="*/ 114300 h 450527"/>
                  <a:gd name="connsiteX3" fmla="*/ 121920 w 1417320"/>
                  <a:gd name="connsiteY3" fmla="*/ 129540 h 450527"/>
                  <a:gd name="connsiteX4" fmla="*/ 167640 w 1417320"/>
                  <a:gd name="connsiteY4" fmla="*/ 144780 h 450527"/>
                  <a:gd name="connsiteX5" fmla="*/ 190500 w 1417320"/>
                  <a:gd name="connsiteY5" fmla="*/ 152400 h 450527"/>
                  <a:gd name="connsiteX6" fmla="*/ 274320 w 1417320"/>
                  <a:gd name="connsiteY6" fmla="*/ 175260 h 450527"/>
                  <a:gd name="connsiteX7" fmla="*/ 297180 w 1417320"/>
                  <a:gd name="connsiteY7" fmla="*/ 182880 h 450527"/>
                  <a:gd name="connsiteX8" fmla="*/ 320040 w 1417320"/>
                  <a:gd name="connsiteY8" fmla="*/ 190500 h 450527"/>
                  <a:gd name="connsiteX9" fmla="*/ 342900 w 1417320"/>
                  <a:gd name="connsiteY9" fmla="*/ 205740 h 450527"/>
                  <a:gd name="connsiteX10" fmla="*/ 388620 w 1417320"/>
                  <a:gd name="connsiteY10" fmla="*/ 220980 h 450527"/>
                  <a:gd name="connsiteX11" fmla="*/ 457200 w 1417320"/>
                  <a:gd name="connsiteY11" fmla="*/ 266700 h 450527"/>
                  <a:gd name="connsiteX12" fmla="*/ 480060 w 1417320"/>
                  <a:gd name="connsiteY12" fmla="*/ 281940 h 450527"/>
                  <a:gd name="connsiteX13" fmla="*/ 502920 w 1417320"/>
                  <a:gd name="connsiteY13" fmla="*/ 289560 h 450527"/>
                  <a:gd name="connsiteX14" fmla="*/ 525780 w 1417320"/>
                  <a:gd name="connsiteY14" fmla="*/ 304800 h 450527"/>
                  <a:gd name="connsiteX15" fmla="*/ 548640 w 1417320"/>
                  <a:gd name="connsiteY15" fmla="*/ 312420 h 450527"/>
                  <a:gd name="connsiteX16" fmla="*/ 624840 w 1417320"/>
                  <a:gd name="connsiteY16" fmla="*/ 327660 h 450527"/>
                  <a:gd name="connsiteX17" fmla="*/ 731520 w 1417320"/>
                  <a:gd name="connsiteY17" fmla="*/ 358140 h 450527"/>
                  <a:gd name="connsiteX18" fmla="*/ 822960 w 1417320"/>
                  <a:gd name="connsiteY18" fmla="*/ 365760 h 450527"/>
                  <a:gd name="connsiteX19" fmla="*/ 883920 w 1417320"/>
                  <a:gd name="connsiteY19" fmla="*/ 373380 h 450527"/>
                  <a:gd name="connsiteX20" fmla="*/ 960120 w 1417320"/>
                  <a:gd name="connsiteY20" fmla="*/ 381000 h 450527"/>
                  <a:gd name="connsiteX21" fmla="*/ 1036320 w 1417320"/>
                  <a:gd name="connsiteY21" fmla="*/ 403860 h 450527"/>
                  <a:gd name="connsiteX22" fmla="*/ 1059180 w 1417320"/>
                  <a:gd name="connsiteY22" fmla="*/ 419100 h 450527"/>
                  <a:gd name="connsiteX23" fmla="*/ 1173480 w 1417320"/>
                  <a:gd name="connsiteY23" fmla="*/ 434340 h 450527"/>
                  <a:gd name="connsiteX24" fmla="*/ 1226820 w 1417320"/>
                  <a:gd name="connsiteY24" fmla="*/ 441960 h 450527"/>
                  <a:gd name="connsiteX25" fmla="*/ 1257300 w 1417320"/>
                  <a:gd name="connsiteY25" fmla="*/ 449580 h 450527"/>
                  <a:gd name="connsiteX26" fmla="*/ 1417320 w 1417320"/>
                  <a:gd name="connsiteY26" fmla="*/ 449580 h 4505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417320" h="450527">
                    <a:moveTo>
                      <a:pt x="0" y="0"/>
                    </a:moveTo>
                    <a:cubicBezTo>
                      <a:pt x="25400" y="35560"/>
                      <a:pt x="47580" y="73657"/>
                      <a:pt x="76200" y="106680"/>
                    </a:cubicBezTo>
                    <a:cubicBezTo>
                      <a:pt x="81461" y="112750"/>
                      <a:pt x="91876" y="110708"/>
                      <a:pt x="99060" y="114300"/>
                    </a:cubicBezTo>
                    <a:cubicBezTo>
                      <a:pt x="107251" y="118396"/>
                      <a:pt x="113551" y="125821"/>
                      <a:pt x="121920" y="129540"/>
                    </a:cubicBezTo>
                    <a:cubicBezTo>
                      <a:pt x="136600" y="136064"/>
                      <a:pt x="152400" y="139700"/>
                      <a:pt x="167640" y="144780"/>
                    </a:cubicBezTo>
                    <a:cubicBezTo>
                      <a:pt x="175260" y="147320"/>
                      <a:pt x="182624" y="150825"/>
                      <a:pt x="190500" y="152400"/>
                    </a:cubicBezTo>
                    <a:cubicBezTo>
                      <a:pt x="244352" y="163170"/>
                      <a:pt x="216313" y="155924"/>
                      <a:pt x="274320" y="175260"/>
                    </a:cubicBezTo>
                    <a:lnTo>
                      <a:pt x="297180" y="182880"/>
                    </a:lnTo>
                    <a:cubicBezTo>
                      <a:pt x="304800" y="185420"/>
                      <a:pt x="313357" y="186045"/>
                      <a:pt x="320040" y="190500"/>
                    </a:cubicBezTo>
                    <a:cubicBezTo>
                      <a:pt x="327660" y="195580"/>
                      <a:pt x="334531" y="202021"/>
                      <a:pt x="342900" y="205740"/>
                    </a:cubicBezTo>
                    <a:cubicBezTo>
                      <a:pt x="357580" y="212264"/>
                      <a:pt x="375254" y="212069"/>
                      <a:pt x="388620" y="220980"/>
                    </a:cubicBezTo>
                    <a:lnTo>
                      <a:pt x="457200" y="266700"/>
                    </a:lnTo>
                    <a:cubicBezTo>
                      <a:pt x="464820" y="271780"/>
                      <a:pt x="471372" y="279044"/>
                      <a:pt x="480060" y="281940"/>
                    </a:cubicBezTo>
                    <a:cubicBezTo>
                      <a:pt x="487680" y="284480"/>
                      <a:pt x="495736" y="285968"/>
                      <a:pt x="502920" y="289560"/>
                    </a:cubicBezTo>
                    <a:cubicBezTo>
                      <a:pt x="511111" y="293656"/>
                      <a:pt x="517589" y="300704"/>
                      <a:pt x="525780" y="304800"/>
                    </a:cubicBezTo>
                    <a:cubicBezTo>
                      <a:pt x="532964" y="308392"/>
                      <a:pt x="540814" y="310614"/>
                      <a:pt x="548640" y="312420"/>
                    </a:cubicBezTo>
                    <a:cubicBezTo>
                      <a:pt x="573880" y="318245"/>
                      <a:pt x="600266" y="319469"/>
                      <a:pt x="624840" y="327660"/>
                    </a:cubicBezTo>
                    <a:cubicBezTo>
                      <a:pt x="651292" y="336477"/>
                      <a:pt x="706005" y="356014"/>
                      <a:pt x="731520" y="358140"/>
                    </a:cubicBezTo>
                    <a:lnTo>
                      <a:pt x="822960" y="365760"/>
                    </a:lnTo>
                    <a:cubicBezTo>
                      <a:pt x="843337" y="367798"/>
                      <a:pt x="863567" y="371119"/>
                      <a:pt x="883920" y="373380"/>
                    </a:cubicBezTo>
                    <a:cubicBezTo>
                      <a:pt x="909291" y="376199"/>
                      <a:pt x="934720" y="378460"/>
                      <a:pt x="960120" y="381000"/>
                    </a:cubicBezTo>
                    <a:cubicBezTo>
                      <a:pt x="1015775" y="399552"/>
                      <a:pt x="990255" y="392344"/>
                      <a:pt x="1036320" y="403860"/>
                    </a:cubicBezTo>
                    <a:cubicBezTo>
                      <a:pt x="1043940" y="408940"/>
                      <a:pt x="1050762" y="415492"/>
                      <a:pt x="1059180" y="419100"/>
                    </a:cubicBezTo>
                    <a:cubicBezTo>
                      <a:pt x="1086662" y="430878"/>
                      <a:pt x="1160176" y="432862"/>
                      <a:pt x="1173480" y="434340"/>
                    </a:cubicBezTo>
                    <a:cubicBezTo>
                      <a:pt x="1191331" y="436323"/>
                      <a:pt x="1209149" y="438747"/>
                      <a:pt x="1226820" y="441960"/>
                    </a:cubicBezTo>
                    <a:cubicBezTo>
                      <a:pt x="1237124" y="443833"/>
                      <a:pt x="1246836" y="449161"/>
                      <a:pt x="1257300" y="449580"/>
                    </a:cubicBezTo>
                    <a:cubicBezTo>
                      <a:pt x="1310597" y="451712"/>
                      <a:pt x="1363980" y="449580"/>
                      <a:pt x="1417320" y="44958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9" name="Multiplication Sign 148">
                <a:extLst>
                  <a:ext uri="{FF2B5EF4-FFF2-40B4-BE49-F238E27FC236}">
                    <a16:creationId xmlns:a16="http://schemas.microsoft.com/office/drawing/2014/main" id="{2E3B6113-B14A-5A79-E3AC-2F0C9B0C73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69958" y="2871921"/>
                <a:ext cx="180000" cy="180000"/>
              </a:xfrm>
              <a:prstGeom prst="mathMultiply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0" name="Multiplication Sign 149">
                <a:extLst>
                  <a:ext uri="{FF2B5EF4-FFF2-40B4-BE49-F238E27FC236}">
                    <a16:creationId xmlns:a16="http://schemas.microsoft.com/office/drawing/2014/main" id="{FC3D08B3-8218-2F66-1E57-C6F7F57267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74320" y="3033869"/>
                <a:ext cx="180000" cy="180000"/>
              </a:xfrm>
              <a:prstGeom prst="mathMultiply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1" name="Multiplication Sign 150">
                <a:extLst>
                  <a:ext uri="{FF2B5EF4-FFF2-40B4-BE49-F238E27FC236}">
                    <a16:creationId xmlns:a16="http://schemas.microsoft.com/office/drawing/2014/main" id="{6D6C6CDA-12B6-51EA-2906-00031D011B1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184996" y="3459799"/>
                <a:ext cx="180000" cy="180000"/>
              </a:xfrm>
              <a:prstGeom prst="mathMultiply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2" name="Freeform: Shape 13">
                <a:extLst>
                  <a:ext uri="{FF2B5EF4-FFF2-40B4-BE49-F238E27FC236}">
                    <a16:creationId xmlns:a16="http://schemas.microsoft.com/office/drawing/2014/main" id="{B30ADB2B-778B-4E24-B29A-74003D4A14A4}"/>
                  </a:ext>
                </a:extLst>
              </p:cNvPr>
              <p:cNvSpPr/>
              <p:nvPr/>
            </p:nvSpPr>
            <p:spPr>
              <a:xfrm>
                <a:off x="2149481" y="2935251"/>
                <a:ext cx="740407" cy="190503"/>
              </a:xfrm>
              <a:custGeom>
                <a:avLst/>
                <a:gdLst>
                  <a:gd name="connsiteX0" fmla="*/ 0 w 740407"/>
                  <a:gd name="connsiteY0" fmla="*/ 45720 h 190503"/>
                  <a:gd name="connsiteX1" fmla="*/ 60960 w 740407"/>
                  <a:gd name="connsiteY1" fmla="*/ 30480 h 190503"/>
                  <a:gd name="connsiteX2" fmla="*/ 83820 w 740407"/>
                  <a:gd name="connsiteY2" fmla="*/ 15240 h 190503"/>
                  <a:gd name="connsiteX3" fmla="*/ 129540 w 740407"/>
                  <a:gd name="connsiteY3" fmla="*/ 0 h 190503"/>
                  <a:gd name="connsiteX4" fmla="*/ 274320 w 740407"/>
                  <a:gd name="connsiteY4" fmla="*/ 15240 h 190503"/>
                  <a:gd name="connsiteX5" fmla="*/ 320040 w 740407"/>
                  <a:gd name="connsiteY5" fmla="*/ 30480 h 190503"/>
                  <a:gd name="connsiteX6" fmla="*/ 342900 w 740407"/>
                  <a:gd name="connsiteY6" fmla="*/ 38100 h 190503"/>
                  <a:gd name="connsiteX7" fmla="*/ 365760 w 740407"/>
                  <a:gd name="connsiteY7" fmla="*/ 53340 h 190503"/>
                  <a:gd name="connsiteX8" fmla="*/ 411480 w 740407"/>
                  <a:gd name="connsiteY8" fmla="*/ 68580 h 190503"/>
                  <a:gd name="connsiteX9" fmla="*/ 457200 w 740407"/>
                  <a:gd name="connsiteY9" fmla="*/ 99060 h 190503"/>
                  <a:gd name="connsiteX10" fmla="*/ 480060 w 740407"/>
                  <a:gd name="connsiteY10" fmla="*/ 106680 h 190503"/>
                  <a:gd name="connsiteX11" fmla="*/ 510540 w 740407"/>
                  <a:gd name="connsiteY11" fmla="*/ 121920 h 190503"/>
                  <a:gd name="connsiteX12" fmla="*/ 571500 w 740407"/>
                  <a:gd name="connsiteY12" fmla="*/ 137160 h 190503"/>
                  <a:gd name="connsiteX13" fmla="*/ 617220 w 740407"/>
                  <a:gd name="connsiteY13" fmla="*/ 152400 h 190503"/>
                  <a:gd name="connsiteX14" fmla="*/ 640080 w 740407"/>
                  <a:gd name="connsiteY14" fmla="*/ 160020 h 190503"/>
                  <a:gd name="connsiteX15" fmla="*/ 670560 w 740407"/>
                  <a:gd name="connsiteY15" fmla="*/ 167640 h 190503"/>
                  <a:gd name="connsiteX16" fmla="*/ 693420 w 740407"/>
                  <a:gd name="connsiteY16" fmla="*/ 182880 h 190503"/>
                  <a:gd name="connsiteX17" fmla="*/ 731520 w 740407"/>
                  <a:gd name="connsiteY17" fmla="*/ 190500 h 190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740407" h="190503">
                    <a:moveTo>
                      <a:pt x="0" y="45720"/>
                    </a:moveTo>
                    <a:cubicBezTo>
                      <a:pt x="14491" y="42822"/>
                      <a:pt x="45339" y="38290"/>
                      <a:pt x="60960" y="30480"/>
                    </a:cubicBezTo>
                    <a:cubicBezTo>
                      <a:pt x="69151" y="26384"/>
                      <a:pt x="75451" y="18959"/>
                      <a:pt x="83820" y="15240"/>
                    </a:cubicBezTo>
                    <a:cubicBezTo>
                      <a:pt x="98500" y="8716"/>
                      <a:pt x="129540" y="0"/>
                      <a:pt x="129540" y="0"/>
                    </a:cubicBezTo>
                    <a:cubicBezTo>
                      <a:pt x="201532" y="4799"/>
                      <a:pt x="221265" y="-676"/>
                      <a:pt x="274320" y="15240"/>
                    </a:cubicBezTo>
                    <a:cubicBezTo>
                      <a:pt x="289707" y="19856"/>
                      <a:pt x="304800" y="25400"/>
                      <a:pt x="320040" y="30480"/>
                    </a:cubicBezTo>
                    <a:cubicBezTo>
                      <a:pt x="327660" y="33020"/>
                      <a:pt x="336217" y="33645"/>
                      <a:pt x="342900" y="38100"/>
                    </a:cubicBezTo>
                    <a:cubicBezTo>
                      <a:pt x="350520" y="43180"/>
                      <a:pt x="357391" y="49621"/>
                      <a:pt x="365760" y="53340"/>
                    </a:cubicBezTo>
                    <a:cubicBezTo>
                      <a:pt x="380440" y="59864"/>
                      <a:pt x="398114" y="59669"/>
                      <a:pt x="411480" y="68580"/>
                    </a:cubicBezTo>
                    <a:cubicBezTo>
                      <a:pt x="426720" y="78740"/>
                      <a:pt x="439824" y="93268"/>
                      <a:pt x="457200" y="99060"/>
                    </a:cubicBezTo>
                    <a:cubicBezTo>
                      <a:pt x="464820" y="101600"/>
                      <a:pt x="472677" y="103516"/>
                      <a:pt x="480060" y="106680"/>
                    </a:cubicBezTo>
                    <a:cubicBezTo>
                      <a:pt x="490501" y="111155"/>
                      <a:pt x="499764" y="118328"/>
                      <a:pt x="510540" y="121920"/>
                    </a:cubicBezTo>
                    <a:cubicBezTo>
                      <a:pt x="530411" y="128544"/>
                      <a:pt x="551629" y="130536"/>
                      <a:pt x="571500" y="137160"/>
                    </a:cubicBezTo>
                    <a:lnTo>
                      <a:pt x="617220" y="152400"/>
                    </a:lnTo>
                    <a:cubicBezTo>
                      <a:pt x="624840" y="154940"/>
                      <a:pt x="632288" y="158072"/>
                      <a:pt x="640080" y="160020"/>
                    </a:cubicBezTo>
                    <a:lnTo>
                      <a:pt x="670560" y="167640"/>
                    </a:lnTo>
                    <a:cubicBezTo>
                      <a:pt x="678180" y="172720"/>
                      <a:pt x="684732" y="179984"/>
                      <a:pt x="693420" y="182880"/>
                    </a:cubicBezTo>
                    <a:cubicBezTo>
                      <a:pt x="717533" y="190918"/>
                      <a:pt x="758554" y="190500"/>
                      <a:pt x="731520" y="19050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70373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23" grpId="0"/>
      <p:bldP spid="29" grpId="0" animBg="1"/>
      <p:bldP spid="68" grpId="0"/>
      <p:bldP spid="70" grpId="0"/>
      <p:bldP spid="134" grpId="0"/>
      <p:bldP spid="135" grpId="0" animBg="1"/>
      <p:bldP spid="138" grpId="0"/>
      <p:bldP spid="13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F3FA1-3D99-45DC-FA71-1C0A5C2A4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0F1578B5-D8A1-737F-CBFE-4BA5C6A48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94641" y="6467452"/>
            <a:ext cx="369651" cy="365125"/>
          </a:xfrm>
        </p:spPr>
        <p:txBody>
          <a:bodyPr/>
          <a:lstStyle/>
          <a:p>
            <a:fld id="{E7872BEF-DB94-6840-8AB0-1579DB081167}" type="slidenum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8</a:t>
            </a:fld>
            <a:endParaRPr lang="en-GB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3CA73E6-BE50-C5FB-A633-8C964B9A4198}"/>
              </a:ext>
            </a:extLst>
          </p:cNvPr>
          <p:cNvSpPr txBox="1"/>
          <p:nvPr/>
        </p:nvSpPr>
        <p:spPr>
          <a:xfrm>
            <a:off x="592938" y="4081282"/>
            <a:ext cx="37624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En </a:t>
            </a:r>
            <a:r>
              <a:rPr lang="es-ES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paralelo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Menor tiempo de computación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Trasvase de información: un único modelo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Parámetros agregados</a:t>
            </a:r>
          </a:p>
          <a:p>
            <a:endParaRPr lang="es-E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4892E62-0FAD-DC01-5DF2-82755506F0B2}"/>
              </a:ext>
            </a:extLst>
          </p:cNvPr>
          <p:cNvSpPr txBox="1"/>
          <p:nvPr/>
        </p:nvSpPr>
        <p:spPr>
          <a:xfrm>
            <a:off x="670559" y="391886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LISFLOOD-OS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2FFA31A-B951-0473-B45C-28EA6A22B446}"/>
              </a:ext>
            </a:extLst>
          </p:cNvPr>
          <p:cNvSpPr txBox="1"/>
          <p:nvPr/>
        </p:nvSpPr>
        <p:spPr>
          <a:xfrm>
            <a:off x="3372404" y="391883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Google Flood Hub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FF6BBF0-3C16-E9B0-EF2D-B906F0EFBC93}"/>
              </a:ext>
            </a:extLst>
          </p:cNvPr>
          <p:cNvSpPr txBox="1"/>
          <p:nvPr/>
        </p:nvSpPr>
        <p:spPr>
          <a:xfrm>
            <a:off x="6072404" y="391883"/>
            <a:ext cx="2700000" cy="46166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 err="1"/>
              <a:t>Ajuste</a:t>
            </a:r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C866193-B611-4E59-5C75-1465F610F28C}"/>
              </a:ext>
            </a:extLst>
          </p:cNvPr>
          <p:cNvSpPr txBox="1"/>
          <p:nvPr/>
        </p:nvSpPr>
        <p:spPr>
          <a:xfrm>
            <a:off x="8772404" y="389765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Parameter learning</a:t>
            </a: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021622F5-AFCD-0D11-E0B8-9D6819C39DEC}"/>
              </a:ext>
            </a:extLst>
          </p:cNvPr>
          <p:cNvGrpSpPr>
            <a:grpSpLocks noChangeAspect="1"/>
          </p:cNvGrpSpPr>
          <p:nvPr/>
        </p:nvGrpSpPr>
        <p:grpSpPr>
          <a:xfrm>
            <a:off x="4677642" y="2141563"/>
            <a:ext cx="1001869" cy="1478551"/>
            <a:chOff x="4994967" y="1594357"/>
            <a:chExt cx="1252336" cy="1848189"/>
          </a:xfrm>
        </p:grpSpPr>
        <p:sp>
          <p:nvSpPr>
            <p:cNvPr id="65" name="Freeform: Shape 8">
              <a:extLst>
                <a:ext uri="{FF2B5EF4-FFF2-40B4-BE49-F238E27FC236}">
                  <a16:creationId xmlns:a16="http://schemas.microsoft.com/office/drawing/2014/main" id="{02C16283-55DD-D189-EA9A-0A0350599065}"/>
                </a:ext>
              </a:extLst>
            </p:cNvPr>
            <p:cNvSpPr/>
            <p:nvPr/>
          </p:nvSpPr>
          <p:spPr>
            <a:xfrm>
              <a:off x="4994967" y="1594357"/>
              <a:ext cx="1160749" cy="1848189"/>
            </a:xfrm>
            <a:custGeom>
              <a:avLst/>
              <a:gdLst>
                <a:gd name="connsiteX0" fmla="*/ 1143475 w 1160749"/>
                <a:gd name="connsiteY0" fmla="*/ 733425 h 1848189"/>
                <a:gd name="connsiteX1" fmla="*/ 1105375 w 1160749"/>
                <a:gd name="connsiteY1" fmla="*/ 628650 h 1848189"/>
                <a:gd name="connsiteX2" fmla="*/ 1095850 w 1160749"/>
                <a:gd name="connsiteY2" fmla="*/ 600075 h 1848189"/>
                <a:gd name="connsiteX3" fmla="*/ 1086325 w 1160749"/>
                <a:gd name="connsiteY3" fmla="*/ 571500 h 1848189"/>
                <a:gd name="connsiteX4" fmla="*/ 1067275 w 1160749"/>
                <a:gd name="connsiteY4" fmla="*/ 542925 h 1848189"/>
                <a:gd name="connsiteX5" fmla="*/ 1057750 w 1160749"/>
                <a:gd name="connsiteY5" fmla="*/ 514350 h 1848189"/>
                <a:gd name="connsiteX6" fmla="*/ 991075 w 1160749"/>
                <a:gd name="connsiteY6" fmla="*/ 438150 h 1848189"/>
                <a:gd name="connsiteX7" fmla="*/ 914875 w 1160749"/>
                <a:gd name="connsiteY7" fmla="*/ 352425 h 1848189"/>
                <a:gd name="connsiteX8" fmla="*/ 886300 w 1160749"/>
                <a:gd name="connsiteY8" fmla="*/ 323850 h 1848189"/>
                <a:gd name="connsiteX9" fmla="*/ 848200 w 1160749"/>
                <a:gd name="connsiteY9" fmla="*/ 314325 h 1848189"/>
                <a:gd name="connsiteX10" fmla="*/ 810100 w 1160749"/>
                <a:gd name="connsiteY10" fmla="*/ 266700 h 1848189"/>
                <a:gd name="connsiteX11" fmla="*/ 724375 w 1160749"/>
                <a:gd name="connsiteY11" fmla="*/ 200025 h 1848189"/>
                <a:gd name="connsiteX12" fmla="*/ 676750 w 1160749"/>
                <a:gd name="connsiteY12" fmla="*/ 161925 h 1848189"/>
                <a:gd name="connsiteX13" fmla="*/ 657700 w 1160749"/>
                <a:gd name="connsiteY13" fmla="*/ 133350 h 1848189"/>
                <a:gd name="connsiteX14" fmla="*/ 600550 w 1160749"/>
                <a:gd name="connsiteY14" fmla="*/ 95250 h 1848189"/>
                <a:gd name="connsiteX15" fmla="*/ 571975 w 1160749"/>
                <a:gd name="connsiteY15" fmla="*/ 66675 h 1848189"/>
                <a:gd name="connsiteX16" fmla="*/ 543400 w 1160749"/>
                <a:gd name="connsiteY16" fmla="*/ 57150 h 1848189"/>
                <a:gd name="connsiteX17" fmla="*/ 467200 w 1160749"/>
                <a:gd name="connsiteY17" fmla="*/ 9525 h 1848189"/>
                <a:gd name="connsiteX18" fmla="*/ 438625 w 1160749"/>
                <a:gd name="connsiteY18" fmla="*/ 0 h 1848189"/>
                <a:gd name="connsiteX19" fmla="*/ 400525 w 1160749"/>
                <a:gd name="connsiteY19" fmla="*/ 38100 h 1848189"/>
                <a:gd name="connsiteX20" fmla="*/ 371950 w 1160749"/>
                <a:gd name="connsiteY20" fmla="*/ 47625 h 1848189"/>
                <a:gd name="connsiteX21" fmla="*/ 343375 w 1160749"/>
                <a:gd name="connsiteY21" fmla="*/ 66675 h 1848189"/>
                <a:gd name="connsiteX22" fmla="*/ 305275 w 1160749"/>
                <a:gd name="connsiteY22" fmla="*/ 123825 h 1848189"/>
                <a:gd name="connsiteX23" fmla="*/ 286225 w 1160749"/>
                <a:gd name="connsiteY23" fmla="*/ 152400 h 1848189"/>
                <a:gd name="connsiteX24" fmla="*/ 257650 w 1160749"/>
                <a:gd name="connsiteY24" fmla="*/ 171450 h 1848189"/>
                <a:gd name="connsiteX25" fmla="*/ 238600 w 1160749"/>
                <a:gd name="connsiteY25" fmla="*/ 200025 h 1848189"/>
                <a:gd name="connsiteX26" fmla="*/ 229075 w 1160749"/>
                <a:gd name="connsiteY26" fmla="*/ 228600 h 1848189"/>
                <a:gd name="connsiteX27" fmla="*/ 190975 w 1160749"/>
                <a:gd name="connsiteY27" fmla="*/ 285750 h 1848189"/>
                <a:gd name="connsiteX28" fmla="*/ 171925 w 1160749"/>
                <a:gd name="connsiteY28" fmla="*/ 314325 h 1848189"/>
                <a:gd name="connsiteX29" fmla="*/ 162400 w 1160749"/>
                <a:gd name="connsiteY29" fmla="*/ 342900 h 1848189"/>
                <a:gd name="connsiteX30" fmla="*/ 143350 w 1160749"/>
                <a:gd name="connsiteY30" fmla="*/ 457200 h 1848189"/>
                <a:gd name="connsiteX31" fmla="*/ 124300 w 1160749"/>
                <a:gd name="connsiteY31" fmla="*/ 514350 h 1848189"/>
                <a:gd name="connsiteX32" fmla="*/ 95725 w 1160749"/>
                <a:gd name="connsiteY32" fmla="*/ 609600 h 1848189"/>
                <a:gd name="connsiteX33" fmla="*/ 86200 w 1160749"/>
                <a:gd name="connsiteY33" fmla="*/ 638175 h 1848189"/>
                <a:gd name="connsiteX34" fmla="*/ 76675 w 1160749"/>
                <a:gd name="connsiteY34" fmla="*/ 666750 h 1848189"/>
                <a:gd name="connsiteX35" fmla="*/ 67150 w 1160749"/>
                <a:gd name="connsiteY35" fmla="*/ 714375 h 1848189"/>
                <a:gd name="connsiteX36" fmla="*/ 38575 w 1160749"/>
                <a:gd name="connsiteY36" fmla="*/ 809625 h 1848189"/>
                <a:gd name="connsiteX37" fmla="*/ 29050 w 1160749"/>
                <a:gd name="connsiteY37" fmla="*/ 838200 h 1848189"/>
                <a:gd name="connsiteX38" fmla="*/ 10000 w 1160749"/>
                <a:gd name="connsiteY38" fmla="*/ 914400 h 1848189"/>
                <a:gd name="connsiteX39" fmla="*/ 10000 w 1160749"/>
                <a:gd name="connsiteY39" fmla="*/ 1257300 h 1848189"/>
                <a:gd name="connsiteX40" fmla="*/ 48100 w 1160749"/>
                <a:gd name="connsiteY40" fmla="*/ 1314450 h 1848189"/>
                <a:gd name="connsiteX41" fmla="*/ 95725 w 1160749"/>
                <a:gd name="connsiteY41" fmla="*/ 1371600 h 1848189"/>
                <a:gd name="connsiteX42" fmla="*/ 124300 w 1160749"/>
                <a:gd name="connsiteY42" fmla="*/ 1409700 h 1848189"/>
                <a:gd name="connsiteX43" fmla="*/ 152875 w 1160749"/>
                <a:gd name="connsiteY43" fmla="*/ 1428750 h 1848189"/>
                <a:gd name="connsiteX44" fmla="*/ 210025 w 1160749"/>
                <a:gd name="connsiteY44" fmla="*/ 1476375 h 1848189"/>
                <a:gd name="connsiteX45" fmla="*/ 248125 w 1160749"/>
                <a:gd name="connsiteY45" fmla="*/ 1533525 h 1848189"/>
                <a:gd name="connsiteX46" fmla="*/ 267175 w 1160749"/>
                <a:gd name="connsiteY46" fmla="*/ 1562100 h 1848189"/>
                <a:gd name="connsiteX47" fmla="*/ 276700 w 1160749"/>
                <a:gd name="connsiteY47" fmla="*/ 1590675 h 1848189"/>
                <a:gd name="connsiteX48" fmla="*/ 305275 w 1160749"/>
                <a:gd name="connsiteY48" fmla="*/ 1609725 h 1848189"/>
                <a:gd name="connsiteX49" fmla="*/ 324325 w 1160749"/>
                <a:gd name="connsiteY49" fmla="*/ 1638300 h 1848189"/>
                <a:gd name="connsiteX50" fmla="*/ 352900 w 1160749"/>
                <a:gd name="connsiteY50" fmla="*/ 1657350 h 1848189"/>
                <a:gd name="connsiteX51" fmla="*/ 391000 w 1160749"/>
                <a:gd name="connsiteY51" fmla="*/ 1695450 h 1848189"/>
                <a:gd name="connsiteX52" fmla="*/ 410050 w 1160749"/>
                <a:gd name="connsiteY52" fmla="*/ 1724025 h 1848189"/>
                <a:gd name="connsiteX53" fmla="*/ 438625 w 1160749"/>
                <a:gd name="connsiteY53" fmla="*/ 1733550 h 1848189"/>
                <a:gd name="connsiteX54" fmla="*/ 467200 w 1160749"/>
                <a:gd name="connsiteY54" fmla="*/ 1752600 h 1848189"/>
                <a:gd name="connsiteX55" fmla="*/ 495775 w 1160749"/>
                <a:gd name="connsiteY55" fmla="*/ 1762125 h 1848189"/>
                <a:gd name="connsiteX56" fmla="*/ 524350 w 1160749"/>
                <a:gd name="connsiteY56" fmla="*/ 1781175 h 1848189"/>
                <a:gd name="connsiteX57" fmla="*/ 619600 w 1160749"/>
                <a:gd name="connsiteY57" fmla="*/ 1790700 h 1848189"/>
                <a:gd name="connsiteX58" fmla="*/ 676750 w 1160749"/>
                <a:gd name="connsiteY58" fmla="*/ 1809750 h 1848189"/>
                <a:gd name="connsiteX59" fmla="*/ 714850 w 1160749"/>
                <a:gd name="connsiteY59" fmla="*/ 1819275 h 1848189"/>
                <a:gd name="connsiteX60" fmla="*/ 772000 w 1160749"/>
                <a:gd name="connsiteY60" fmla="*/ 1838325 h 1848189"/>
                <a:gd name="connsiteX61" fmla="*/ 829150 w 1160749"/>
                <a:gd name="connsiteY61" fmla="*/ 1847850 h 1848189"/>
                <a:gd name="connsiteX62" fmla="*/ 1019650 w 1160749"/>
                <a:gd name="connsiteY62" fmla="*/ 1828800 h 1848189"/>
                <a:gd name="connsiteX63" fmla="*/ 1048225 w 1160749"/>
                <a:gd name="connsiteY63" fmla="*/ 1809750 h 1848189"/>
                <a:gd name="connsiteX64" fmla="*/ 1067275 w 1160749"/>
                <a:gd name="connsiteY64" fmla="*/ 1466850 h 1848189"/>
                <a:gd name="connsiteX65" fmla="*/ 1086325 w 1160749"/>
                <a:gd name="connsiteY65" fmla="*/ 1333500 h 1848189"/>
                <a:gd name="connsiteX66" fmla="*/ 1095850 w 1160749"/>
                <a:gd name="connsiteY66" fmla="*/ 1257300 h 1848189"/>
                <a:gd name="connsiteX67" fmla="*/ 1124425 w 1160749"/>
                <a:gd name="connsiteY67" fmla="*/ 1114425 h 1848189"/>
                <a:gd name="connsiteX68" fmla="*/ 1133950 w 1160749"/>
                <a:gd name="connsiteY68" fmla="*/ 1038225 h 1848189"/>
                <a:gd name="connsiteX69" fmla="*/ 1153000 w 1160749"/>
                <a:gd name="connsiteY69" fmla="*/ 962025 h 1848189"/>
                <a:gd name="connsiteX70" fmla="*/ 1143475 w 1160749"/>
                <a:gd name="connsiteY70" fmla="*/ 733425 h 1848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1160749" h="1848189">
                  <a:moveTo>
                    <a:pt x="1143475" y="733425"/>
                  </a:moveTo>
                  <a:cubicBezTo>
                    <a:pt x="1116967" y="667156"/>
                    <a:pt x="1129832" y="702020"/>
                    <a:pt x="1105375" y="628650"/>
                  </a:cubicBezTo>
                  <a:lnTo>
                    <a:pt x="1095850" y="600075"/>
                  </a:lnTo>
                  <a:cubicBezTo>
                    <a:pt x="1092675" y="590550"/>
                    <a:pt x="1091894" y="579854"/>
                    <a:pt x="1086325" y="571500"/>
                  </a:cubicBezTo>
                  <a:cubicBezTo>
                    <a:pt x="1079975" y="561975"/>
                    <a:pt x="1072395" y="553164"/>
                    <a:pt x="1067275" y="542925"/>
                  </a:cubicBezTo>
                  <a:cubicBezTo>
                    <a:pt x="1062785" y="533945"/>
                    <a:pt x="1062626" y="523127"/>
                    <a:pt x="1057750" y="514350"/>
                  </a:cubicBezTo>
                  <a:cubicBezTo>
                    <a:pt x="1025066" y="455519"/>
                    <a:pt x="1032817" y="465978"/>
                    <a:pt x="991075" y="438150"/>
                  </a:cubicBezTo>
                  <a:cubicBezTo>
                    <a:pt x="957081" y="387159"/>
                    <a:pt x="980120" y="417670"/>
                    <a:pt x="914875" y="352425"/>
                  </a:cubicBezTo>
                  <a:cubicBezTo>
                    <a:pt x="905350" y="342900"/>
                    <a:pt x="899368" y="327117"/>
                    <a:pt x="886300" y="323850"/>
                  </a:cubicBezTo>
                  <a:lnTo>
                    <a:pt x="848200" y="314325"/>
                  </a:lnTo>
                  <a:cubicBezTo>
                    <a:pt x="831646" y="264662"/>
                    <a:pt x="850916" y="302981"/>
                    <a:pt x="810100" y="266700"/>
                  </a:cubicBezTo>
                  <a:cubicBezTo>
                    <a:pt x="733001" y="198167"/>
                    <a:pt x="783297" y="219666"/>
                    <a:pt x="724375" y="200025"/>
                  </a:cubicBezTo>
                  <a:cubicBezTo>
                    <a:pt x="669780" y="118133"/>
                    <a:pt x="742475" y="214505"/>
                    <a:pt x="676750" y="161925"/>
                  </a:cubicBezTo>
                  <a:cubicBezTo>
                    <a:pt x="667811" y="154774"/>
                    <a:pt x="666315" y="140888"/>
                    <a:pt x="657700" y="133350"/>
                  </a:cubicBezTo>
                  <a:cubicBezTo>
                    <a:pt x="640470" y="118273"/>
                    <a:pt x="616739" y="111439"/>
                    <a:pt x="600550" y="95250"/>
                  </a:cubicBezTo>
                  <a:cubicBezTo>
                    <a:pt x="591025" y="85725"/>
                    <a:pt x="583183" y="74147"/>
                    <a:pt x="571975" y="66675"/>
                  </a:cubicBezTo>
                  <a:cubicBezTo>
                    <a:pt x="563621" y="61106"/>
                    <a:pt x="552925" y="60325"/>
                    <a:pt x="543400" y="57150"/>
                  </a:cubicBezTo>
                  <a:cubicBezTo>
                    <a:pt x="513211" y="11867"/>
                    <a:pt x="535210" y="32195"/>
                    <a:pt x="467200" y="9525"/>
                  </a:cubicBezTo>
                  <a:lnTo>
                    <a:pt x="438625" y="0"/>
                  </a:lnTo>
                  <a:cubicBezTo>
                    <a:pt x="362425" y="25400"/>
                    <a:pt x="451325" y="-12700"/>
                    <a:pt x="400525" y="38100"/>
                  </a:cubicBezTo>
                  <a:cubicBezTo>
                    <a:pt x="393425" y="45200"/>
                    <a:pt x="380930" y="43135"/>
                    <a:pt x="371950" y="47625"/>
                  </a:cubicBezTo>
                  <a:cubicBezTo>
                    <a:pt x="361711" y="52745"/>
                    <a:pt x="352900" y="60325"/>
                    <a:pt x="343375" y="66675"/>
                  </a:cubicBezTo>
                  <a:lnTo>
                    <a:pt x="305275" y="123825"/>
                  </a:lnTo>
                  <a:cubicBezTo>
                    <a:pt x="298925" y="133350"/>
                    <a:pt x="295750" y="146050"/>
                    <a:pt x="286225" y="152400"/>
                  </a:cubicBezTo>
                  <a:lnTo>
                    <a:pt x="257650" y="171450"/>
                  </a:lnTo>
                  <a:cubicBezTo>
                    <a:pt x="251300" y="180975"/>
                    <a:pt x="243720" y="189786"/>
                    <a:pt x="238600" y="200025"/>
                  </a:cubicBezTo>
                  <a:cubicBezTo>
                    <a:pt x="234110" y="209005"/>
                    <a:pt x="233951" y="219823"/>
                    <a:pt x="229075" y="228600"/>
                  </a:cubicBezTo>
                  <a:cubicBezTo>
                    <a:pt x="217956" y="248614"/>
                    <a:pt x="203675" y="266700"/>
                    <a:pt x="190975" y="285750"/>
                  </a:cubicBezTo>
                  <a:cubicBezTo>
                    <a:pt x="184625" y="295275"/>
                    <a:pt x="175545" y="303465"/>
                    <a:pt x="171925" y="314325"/>
                  </a:cubicBezTo>
                  <a:lnTo>
                    <a:pt x="162400" y="342900"/>
                  </a:lnTo>
                  <a:cubicBezTo>
                    <a:pt x="158311" y="371521"/>
                    <a:pt x="151707" y="426559"/>
                    <a:pt x="143350" y="457200"/>
                  </a:cubicBezTo>
                  <a:cubicBezTo>
                    <a:pt x="138066" y="476573"/>
                    <a:pt x="129170" y="494869"/>
                    <a:pt x="124300" y="514350"/>
                  </a:cubicBezTo>
                  <a:cubicBezTo>
                    <a:pt x="109905" y="571931"/>
                    <a:pt x="118915" y="540031"/>
                    <a:pt x="95725" y="609600"/>
                  </a:cubicBezTo>
                  <a:lnTo>
                    <a:pt x="86200" y="638175"/>
                  </a:lnTo>
                  <a:cubicBezTo>
                    <a:pt x="83025" y="647700"/>
                    <a:pt x="78644" y="656905"/>
                    <a:pt x="76675" y="666750"/>
                  </a:cubicBezTo>
                  <a:cubicBezTo>
                    <a:pt x="73500" y="682625"/>
                    <a:pt x="70662" y="698571"/>
                    <a:pt x="67150" y="714375"/>
                  </a:cubicBezTo>
                  <a:cubicBezTo>
                    <a:pt x="57553" y="757561"/>
                    <a:pt x="54404" y="762137"/>
                    <a:pt x="38575" y="809625"/>
                  </a:cubicBezTo>
                  <a:cubicBezTo>
                    <a:pt x="35400" y="819150"/>
                    <a:pt x="31485" y="828460"/>
                    <a:pt x="29050" y="838200"/>
                  </a:cubicBezTo>
                  <a:lnTo>
                    <a:pt x="10000" y="914400"/>
                  </a:lnTo>
                  <a:cubicBezTo>
                    <a:pt x="5307" y="1003564"/>
                    <a:pt x="-9941" y="1165572"/>
                    <a:pt x="10000" y="1257300"/>
                  </a:cubicBezTo>
                  <a:cubicBezTo>
                    <a:pt x="14864" y="1279673"/>
                    <a:pt x="35400" y="1295400"/>
                    <a:pt x="48100" y="1314450"/>
                  </a:cubicBezTo>
                  <a:cubicBezTo>
                    <a:pt x="90204" y="1377605"/>
                    <a:pt x="40720" y="1307428"/>
                    <a:pt x="95725" y="1371600"/>
                  </a:cubicBezTo>
                  <a:cubicBezTo>
                    <a:pt x="106056" y="1383653"/>
                    <a:pt x="113075" y="1398475"/>
                    <a:pt x="124300" y="1409700"/>
                  </a:cubicBezTo>
                  <a:cubicBezTo>
                    <a:pt x="132395" y="1417795"/>
                    <a:pt x="144081" y="1421421"/>
                    <a:pt x="152875" y="1428750"/>
                  </a:cubicBezTo>
                  <a:cubicBezTo>
                    <a:pt x="226214" y="1489866"/>
                    <a:pt x="139079" y="1429077"/>
                    <a:pt x="210025" y="1476375"/>
                  </a:cubicBezTo>
                  <a:cubicBezTo>
                    <a:pt x="226764" y="1526593"/>
                    <a:pt x="208487" y="1485959"/>
                    <a:pt x="248125" y="1533525"/>
                  </a:cubicBezTo>
                  <a:cubicBezTo>
                    <a:pt x="255454" y="1542319"/>
                    <a:pt x="262055" y="1551861"/>
                    <a:pt x="267175" y="1562100"/>
                  </a:cubicBezTo>
                  <a:cubicBezTo>
                    <a:pt x="271665" y="1571080"/>
                    <a:pt x="270428" y="1582835"/>
                    <a:pt x="276700" y="1590675"/>
                  </a:cubicBezTo>
                  <a:cubicBezTo>
                    <a:pt x="283851" y="1599614"/>
                    <a:pt x="295750" y="1603375"/>
                    <a:pt x="305275" y="1609725"/>
                  </a:cubicBezTo>
                  <a:cubicBezTo>
                    <a:pt x="311625" y="1619250"/>
                    <a:pt x="316230" y="1630205"/>
                    <a:pt x="324325" y="1638300"/>
                  </a:cubicBezTo>
                  <a:cubicBezTo>
                    <a:pt x="332420" y="1646395"/>
                    <a:pt x="345749" y="1648411"/>
                    <a:pt x="352900" y="1657350"/>
                  </a:cubicBezTo>
                  <a:cubicBezTo>
                    <a:pt x="389845" y="1703532"/>
                    <a:pt x="328655" y="1674668"/>
                    <a:pt x="391000" y="1695450"/>
                  </a:cubicBezTo>
                  <a:cubicBezTo>
                    <a:pt x="397350" y="1704975"/>
                    <a:pt x="401111" y="1716874"/>
                    <a:pt x="410050" y="1724025"/>
                  </a:cubicBezTo>
                  <a:cubicBezTo>
                    <a:pt x="417890" y="1730297"/>
                    <a:pt x="429645" y="1729060"/>
                    <a:pt x="438625" y="1733550"/>
                  </a:cubicBezTo>
                  <a:cubicBezTo>
                    <a:pt x="448864" y="1738670"/>
                    <a:pt x="456961" y="1747480"/>
                    <a:pt x="467200" y="1752600"/>
                  </a:cubicBezTo>
                  <a:cubicBezTo>
                    <a:pt x="476180" y="1757090"/>
                    <a:pt x="486795" y="1757635"/>
                    <a:pt x="495775" y="1762125"/>
                  </a:cubicBezTo>
                  <a:cubicBezTo>
                    <a:pt x="506014" y="1767245"/>
                    <a:pt x="513196" y="1778601"/>
                    <a:pt x="524350" y="1781175"/>
                  </a:cubicBezTo>
                  <a:cubicBezTo>
                    <a:pt x="555441" y="1788350"/>
                    <a:pt x="587850" y="1787525"/>
                    <a:pt x="619600" y="1790700"/>
                  </a:cubicBezTo>
                  <a:cubicBezTo>
                    <a:pt x="638650" y="1797050"/>
                    <a:pt x="657269" y="1804880"/>
                    <a:pt x="676750" y="1809750"/>
                  </a:cubicBezTo>
                  <a:cubicBezTo>
                    <a:pt x="689450" y="1812925"/>
                    <a:pt x="702311" y="1815513"/>
                    <a:pt x="714850" y="1819275"/>
                  </a:cubicBezTo>
                  <a:cubicBezTo>
                    <a:pt x="734084" y="1825045"/>
                    <a:pt x="752193" y="1835024"/>
                    <a:pt x="772000" y="1838325"/>
                  </a:cubicBezTo>
                  <a:lnTo>
                    <a:pt x="829150" y="1847850"/>
                  </a:lnTo>
                  <a:cubicBezTo>
                    <a:pt x="838613" y="1847293"/>
                    <a:pt x="969954" y="1853648"/>
                    <a:pt x="1019650" y="1828800"/>
                  </a:cubicBezTo>
                  <a:cubicBezTo>
                    <a:pt x="1029889" y="1823680"/>
                    <a:pt x="1038700" y="1816100"/>
                    <a:pt x="1048225" y="1809750"/>
                  </a:cubicBezTo>
                  <a:cubicBezTo>
                    <a:pt x="1070399" y="1610187"/>
                    <a:pt x="1047211" y="1838026"/>
                    <a:pt x="1067275" y="1466850"/>
                  </a:cubicBezTo>
                  <a:cubicBezTo>
                    <a:pt x="1077473" y="1278194"/>
                    <a:pt x="1069320" y="1435533"/>
                    <a:pt x="1086325" y="1333500"/>
                  </a:cubicBezTo>
                  <a:cubicBezTo>
                    <a:pt x="1090533" y="1308251"/>
                    <a:pt x="1092467" y="1282673"/>
                    <a:pt x="1095850" y="1257300"/>
                  </a:cubicBezTo>
                  <a:cubicBezTo>
                    <a:pt x="1118951" y="1084043"/>
                    <a:pt x="1088416" y="1306474"/>
                    <a:pt x="1124425" y="1114425"/>
                  </a:cubicBezTo>
                  <a:cubicBezTo>
                    <a:pt x="1129142" y="1089266"/>
                    <a:pt x="1129233" y="1063384"/>
                    <a:pt x="1133950" y="1038225"/>
                  </a:cubicBezTo>
                  <a:cubicBezTo>
                    <a:pt x="1138775" y="1012492"/>
                    <a:pt x="1153000" y="962025"/>
                    <a:pt x="1153000" y="962025"/>
                  </a:cubicBezTo>
                  <a:cubicBezTo>
                    <a:pt x="1166000" y="832023"/>
                    <a:pt x="1162525" y="898683"/>
                    <a:pt x="1143475" y="73342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4" name="Freeform: Shape 12">
              <a:extLst>
                <a:ext uri="{FF2B5EF4-FFF2-40B4-BE49-F238E27FC236}">
                  <a16:creationId xmlns:a16="http://schemas.microsoft.com/office/drawing/2014/main" id="{51A1809C-BF77-7C51-ADCD-1233911C28D8}"/>
                </a:ext>
              </a:extLst>
            </p:cNvPr>
            <p:cNvSpPr/>
            <p:nvPr/>
          </p:nvSpPr>
          <p:spPr>
            <a:xfrm>
              <a:off x="5473068" y="2370015"/>
              <a:ext cx="678180" cy="350773"/>
            </a:xfrm>
            <a:custGeom>
              <a:avLst/>
              <a:gdLst>
                <a:gd name="connsiteX0" fmla="*/ 0 w 678180"/>
                <a:gd name="connsiteY0" fmla="*/ 350773 h 350773"/>
                <a:gd name="connsiteX1" fmla="*/ 38100 w 678180"/>
                <a:gd name="connsiteY1" fmla="*/ 327913 h 350773"/>
                <a:gd name="connsiteX2" fmla="*/ 53340 w 678180"/>
                <a:gd name="connsiteY2" fmla="*/ 305053 h 350773"/>
                <a:gd name="connsiteX3" fmla="*/ 76200 w 678180"/>
                <a:gd name="connsiteY3" fmla="*/ 289813 h 350773"/>
                <a:gd name="connsiteX4" fmla="*/ 114300 w 678180"/>
                <a:gd name="connsiteY4" fmla="*/ 221233 h 350773"/>
                <a:gd name="connsiteX5" fmla="*/ 137160 w 678180"/>
                <a:gd name="connsiteY5" fmla="*/ 205993 h 350773"/>
                <a:gd name="connsiteX6" fmla="*/ 152400 w 678180"/>
                <a:gd name="connsiteY6" fmla="*/ 183133 h 350773"/>
                <a:gd name="connsiteX7" fmla="*/ 198120 w 678180"/>
                <a:gd name="connsiteY7" fmla="*/ 160273 h 350773"/>
                <a:gd name="connsiteX8" fmla="*/ 220980 w 678180"/>
                <a:gd name="connsiteY8" fmla="*/ 145033 h 350773"/>
                <a:gd name="connsiteX9" fmla="*/ 243840 w 678180"/>
                <a:gd name="connsiteY9" fmla="*/ 137413 h 350773"/>
                <a:gd name="connsiteX10" fmla="*/ 266700 w 678180"/>
                <a:gd name="connsiteY10" fmla="*/ 122173 h 350773"/>
                <a:gd name="connsiteX11" fmla="*/ 342900 w 678180"/>
                <a:gd name="connsiteY11" fmla="*/ 91693 h 350773"/>
                <a:gd name="connsiteX12" fmla="*/ 365760 w 678180"/>
                <a:gd name="connsiteY12" fmla="*/ 76453 h 350773"/>
                <a:gd name="connsiteX13" fmla="*/ 434340 w 678180"/>
                <a:gd name="connsiteY13" fmla="*/ 53593 h 350773"/>
                <a:gd name="connsiteX14" fmla="*/ 457200 w 678180"/>
                <a:gd name="connsiteY14" fmla="*/ 45973 h 350773"/>
                <a:gd name="connsiteX15" fmla="*/ 480060 w 678180"/>
                <a:gd name="connsiteY15" fmla="*/ 38353 h 350773"/>
                <a:gd name="connsiteX16" fmla="*/ 525780 w 678180"/>
                <a:gd name="connsiteY16" fmla="*/ 15493 h 350773"/>
                <a:gd name="connsiteX17" fmla="*/ 632460 w 678180"/>
                <a:gd name="connsiteY17" fmla="*/ 7873 h 350773"/>
                <a:gd name="connsiteX18" fmla="*/ 678180 w 678180"/>
                <a:gd name="connsiteY18" fmla="*/ 253 h 35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78180" h="350773">
                  <a:moveTo>
                    <a:pt x="0" y="350773"/>
                  </a:moveTo>
                  <a:cubicBezTo>
                    <a:pt x="12700" y="343153"/>
                    <a:pt x="26855" y="337552"/>
                    <a:pt x="38100" y="327913"/>
                  </a:cubicBezTo>
                  <a:cubicBezTo>
                    <a:pt x="45053" y="321953"/>
                    <a:pt x="46864" y="311529"/>
                    <a:pt x="53340" y="305053"/>
                  </a:cubicBezTo>
                  <a:cubicBezTo>
                    <a:pt x="59816" y="298577"/>
                    <a:pt x="68580" y="294893"/>
                    <a:pt x="76200" y="289813"/>
                  </a:cubicBezTo>
                  <a:cubicBezTo>
                    <a:pt x="84141" y="265991"/>
                    <a:pt x="91841" y="236205"/>
                    <a:pt x="114300" y="221233"/>
                  </a:cubicBezTo>
                  <a:lnTo>
                    <a:pt x="137160" y="205993"/>
                  </a:lnTo>
                  <a:cubicBezTo>
                    <a:pt x="142240" y="198373"/>
                    <a:pt x="145924" y="189609"/>
                    <a:pt x="152400" y="183133"/>
                  </a:cubicBezTo>
                  <a:cubicBezTo>
                    <a:pt x="174238" y="161295"/>
                    <a:pt x="173330" y="172668"/>
                    <a:pt x="198120" y="160273"/>
                  </a:cubicBezTo>
                  <a:cubicBezTo>
                    <a:pt x="206311" y="156177"/>
                    <a:pt x="212789" y="149129"/>
                    <a:pt x="220980" y="145033"/>
                  </a:cubicBezTo>
                  <a:cubicBezTo>
                    <a:pt x="228164" y="141441"/>
                    <a:pt x="236656" y="141005"/>
                    <a:pt x="243840" y="137413"/>
                  </a:cubicBezTo>
                  <a:cubicBezTo>
                    <a:pt x="252031" y="133317"/>
                    <a:pt x="258694" y="126621"/>
                    <a:pt x="266700" y="122173"/>
                  </a:cubicBezTo>
                  <a:cubicBezTo>
                    <a:pt x="311771" y="97133"/>
                    <a:pt x="302046" y="101907"/>
                    <a:pt x="342900" y="91693"/>
                  </a:cubicBezTo>
                  <a:cubicBezTo>
                    <a:pt x="350520" y="86613"/>
                    <a:pt x="357391" y="80172"/>
                    <a:pt x="365760" y="76453"/>
                  </a:cubicBezTo>
                  <a:lnTo>
                    <a:pt x="434340" y="53593"/>
                  </a:lnTo>
                  <a:lnTo>
                    <a:pt x="457200" y="45973"/>
                  </a:lnTo>
                  <a:cubicBezTo>
                    <a:pt x="464820" y="43433"/>
                    <a:pt x="473377" y="42808"/>
                    <a:pt x="480060" y="38353"/>
                  </a:cubicBezTo>
                  <a:cubicBezTo>
                    <a:pt x="495472" y="28078"/>
                    <a:pt x="506626" y="17746"/>
                    <a:pt x="525780" y="15493"/>
                  </a:cubicBezTo>
                  <a:cubicBezTo>
                    <a:pt x="561186" y="11328"/>
                    <a:pt x="596900" y="10413"/>
                    <a:pt x="632460" y="7873"/>
                  </a:cubicBezTo>
                  <a:cubicBezTo>
                    <a:pt x="662549" y="-2157"/>
                    <a:pt x="647288" y="253"/>
                    <a:pt x="678180" y="253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9" name="Multiplication Sign 68">
              <a:extLst>
                <a:ext uri="{FF2B5EF4-FFF2-40B4-BE49-F238E27FC236}">
                  <a16:creationId xmlns:a16="http://schemas.microsoft.com/office/drawing/2014/main" id="{121BE3AC-F224-FCB6-5BC6-13CCEBC928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67303" y="2276080"/>
              <a:ext cx="180000" cy="180000"/>
            </a:xfrm>
            <a:prstGeom prst="mathMultiply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61DC0CBE-E9FE-3E00-92A5-DDD71BA620A3}"/>
                    </a:ext>
                  </a:extLst>
                </p:cNvPr>
                <p:cNvSpPr txBox="1"/>
                <p:nvPr/>
              </p:nvSpPr>
              <p:spPr>
                <a:xfrm>
                  <a:off x="5207373" y="1861113"/>
                  <a:ext cx="37147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61DC0CBE-E9FE-3E00-92A5-DDD71BA620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7373" y="1861113"/>
                  <a:ext cx="371475" cy="369332"/>
                </a:xfrm>
                <a:prstGeom prst="rect">
                  <a:avLst/>
                </a:prstGeom>
                <a:blipFill>
                  <a:blip r:embed="rId2"/>
                  <a:stretch>
                    <a:fillRect r="-24490" b="-2244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453F8B30-E45B-D687-5EC9-C203E101A64C}"/>
              </a:ext>
            </a:extLst>
          </p:cNvPr>
          <p:cNvGrpSpPr>
            <a:grpSpLocks noChangeAspect="1"/>
          </p:cNvGrpSpPr>
          <p:nvPr/>
        </p:nvGrpSpPr>
        <p:grpSpPr>
          <a:xfrm>
            <a:off x="6610832" y="1974667"/>
            <a:ext cx="1576115" cy="1784758"/>
            <a:chOff x="7170479" y="1461181"/>
            <a:chExt cx="1970144" cy="2230948"/>
          </a:xfrm>
        </p:grpSpPr>
        <p:sp>
          <p:nvSpPr>
            <p:cNvPr id="49" name="Freeform: Shape 10">
              <a:extLst>
                <a:ext uri="{FF2B5EF4-FFF2-40B4-BE49-F238E27FC236}">
                  <a16:creationId xmlns:a16="http://schemas.microsoft.com/office/drawing/2014/main" id="{223EFB3B-7616-0C9E-10B5-A0370E56E369}"/>
                </a:ext>
              </a:extLst>
            </p:cNvPr>
            <p:cNvSpPr/>
            <p:nvPr/>
          </p:nvSpPr>
          <p:spPr>
            <a:xfrm>
              <a:off x="7608993" y="1461181"/>
              <a:ext cx="1419837" cy="2211559"/>
            </a:xfrm>
            <a:custGeom>
              <a:avLst/>
              <a:gdLst>
                <a:gd name="connsiteX0" fmla="*/ 1409811 w 1419837"/>
                <a:gd name="connsiteY0" fmla="*/ 1238250 h 2181225"/>
                <a:gd name="connsiteX1" fmla="*/ 1409811 w 1419837"/>
                <a:gd name="connsiteY1" fmla="*/ 1238250 h 2181225"/>
                <a:gd name="connsiteX2" fmla="*/ 1409811 w 1419837"/>
                <a:gd name="connsiteY2" fmla="*/ 1028700 h 2181225"/>
                <a:gd name="connsiteX3" fmla="*/ 1390761 w 1419837"/>
                <a:gd name="connsiteY3" fmla="*/ 971550 h 2181225"/>
                <a:gd name="connsiteX4" fmla="*/ 1381236 w 1419837"/>
                <a:gd name="connsiteY4" fmla="*/ 914400 h 2181225"/>
                <a:gd name="connsiteX5" fmla="*/ 1371711 w 1419837"/>
                <a:gd name="connsiteY5" fmla="*/ 762000 h 2181225"/>
                <a:gd name="connsiteX6" fmla="*/ 1352661 w 1419837"/>
                <a:gd name="connsiteY6" fmla="*/ 714375 h 2181225"/>
                <a:gd name="connsiteX7" fmla="*/ 1333611 w 1419837"/>
                <a:gd name="connsiteY7" fmla="*/ 590550 h 2181225"/>
                <a:gd name="connsiteX8" fmla="*/ 1314561 w 1419837"/>
                <a:gd name="connsiteY8" fmla="*/ 552450 h 2181225"/>
                <a:gd name="connsiteX9" fmla="*/ 1295511 w 1419837"/>
                <a:gd name="connsiteY9" fmla="*/ 419100 h 2181225"/>
                <a:gd name="connsiteX10" fmla="*/ 1276461 w 1419837"/>
                <a:gd name="connsiteY10" fmla="*/ 352425 h 2181225"/>
                <a:gd name="connsiteX11" fmla="*/ 1266936 w 1419837"/>
                <a:gd name="connsiteY11" fmla="*/ 314325 h 2181225"/>
                <a:gd name="connsiteX12" fmla="*/ 1228836 w 1419837"/>
                <a:gd name="connsiteY12" fmla="*/ 257175 h 2181225"/>
                <a:gd name="connsiteX13" fmla="*/ 1171686 w 1419837"/>
                <a:gd name="connsiteY13" fmla="*/ 219075 h 2181225"/>
                <a:gd name="connsiteX14" fmla="*/ 1152636 w 1419837"/>
                <a:gd name="connsiteY14" fmla="*/ 190500 h 2181225"/>
                <a:gd name="connsiteX15" fmla="*/ 1143111 w 1419837"/>
                <a:gd name="connsiteY15" fmla="*/ 161925 h 2181225"/>
                <a:gd name="connsiteX16" fmla="*/ 1114536 w 1419837"/>
                <a:gd name="connsiteY16" fmla="*/ 152400 h 2181225"/>
                <a:gd name="connsiteX17" fmla="*/ 1105011 w 1419837"/>
                <a:gd name="connsiteY17" fmla="*/ 123825 h 2181225"/>
                <a:gd name="connsiteX18" fmla="*/ 1047861 w 1419837"/>
                <a:gd name="connsiteY18" fmla="*/ 85725 h 2181225"/>
                <a:gd name="connsiteX19" fmla="*/ 1009761 w 1419837"/>
                <a:gd name="connsiteY19" fmla="*/ 57150 h 2181225"/>
                <a:gd name="connsiteX20" fmla="*/ 990711 w 1419837"/>
                <a:gd name="connsiteY20" fmla="*/ 28575 h 2181225"/>
                <a:gd name="connsiteX21" fmla="*/ 933561 w 1419837"/>
                <a:gd name="connsiteY21" fmla="*/ 0 h 2181225"/>
                <a:gd name="connsiteX22" fmla="*/ 419211 w 1419837"/>
                <a:gd name="connsiteY22" fmla="*/ 9525 h 2181225"/>
                <a:gd name="connsiteX23" fmla="*/ 371586 w 1419837"/>
                <a:gd name="connsiteY23" fmla="*/ 57150 h 2181225"/>
                <a:gd name="connsiteX24" fmla="*/ 343011 w 1419837"/>
                <a:gd name="connsiteY24" fmla="*/ 66675 h 2181225"/>
                <a:gd name="connsiteX25" fmla="*/ 323961 w 1419837"/>
                <a:gd name="connsiteY25" fmla="*/ 95250 h 2181225"/>
                <a:gd name="connsiteX26" fmla="*/ 266811 w 1419837"/>
                <a:gd name="connsiteY26" fmla="*/ 114300 h 2181225"/>
                <a:gd name="connsiteX27" fmla="*/ 219186 w 1419837"/>
                <a:gd name="connsiteY27" fmla="*/ 152400 h 2181225"/>
                <a:gd name="connsiteX28" fmla="*/ 162036 w 1419837"/>
                <a:gd name="connsiteY28" fmla="*/ 190500 h 2181225"/>
                <a:gd name="connsiteX29" fmla="*/ 95361 w 1419837"/>
                <a:gd name="connsiteY29" fmla="*/ 257175 h 2181225"/>
                <a:gd name="connsiteX30" fmla="*/ 66786 w 1419837"/>
                <a:gd name="connsiteY30" fmla="*/ 314325 h 2181225"/>
                <a:gd name="connsiteX31" fmla="*/ 9636 w 1419837"/>
                <a:gd name="connsiteY31" fmla="*/ 352425 h 2181225"/>
                <a:gd name="connsiteX32" fmla="*/ 111 w 1419837"/>
                <a:gd name="connsiteY32" fmla="*/ 381000 h 2181225"/>
                <a:gd name="connsiteX33" fmla="*/ 38211 w 1419837"/>
                <a:gd name="connsiteY33" fmla="*/ 476250 h 2181225"/>
                <a:gd name="connsiteX34" fmla="*/ 47736 w 1419837"/>
                <a:gd name="connsiteY34" fmla="*/ 523875 h 2181225"/>
                <a:gd name="connsiteX35" fmla="*/ 57261 w 1419837"/>
                <a:gd name="connsiteY35" fmla="*/ 552450 h 2181225"/>
                <a:gd name="connsiteX36" fmla="*/ 66786 w 1419837"/>
                <a:gd name="connsiteY36" fmla="*/ 600075 h 2181225"/>
                <a:gd name="connsiteX37" fmla="*/ 85836 w 1419837"/>
                <a:gd name="connsiteY37" fmla="*/ 666750 h 2181225"/>
                <a:gd name="connsiteX38" fmla="*/ 114411 w 1419837"/>
                <a:gd name="connsiteY38" fmla="*/ 752475 h 2181225"/>
                <a:gd name="connsiteX39" fmla="*/ 152511 w 1419837"/>
                <a:gd name="connsiteY39" fmla="*/ 857250 h 2181225"/>
                <a:gd name="connsiteX40" fmla="*/ 190611 w 1419837"/>
                <a:gd name="connsiteY40" fmla="*/ 942975 h 2181225"/>
                <a:gd name="connsiteX41" fmla="*/ 209661 w 1419837"/>
                <a:gd name="connsiteY41" fmla="*/ 1047750 h 2181225"/>
                <a:gd name="connsiteX42" fmla="*/ 228711 w 1419837"/>
                <a:gd name="connsiteY42" fmla="*/ 1085850 h 2181225"/>
                <a:gd name="connsiteX43" fmla="*/ 238236 w 1419837"/>
                <a:gd name="connsiteY43" fmla="*/ 1152525 h 2181225"/>
                <a:gd name="connsiteX44" fmla="*/ 247761 w 1419837"/>
                <a:gd name="connsiteY44" fmla="*/ 1200150 h 2181225"/>
                <a:gd name="connsiteX45" fmla="*/ 276336 w 1419837"/>
                <a:gd name="connsiteY45" fmla="*/ 1352550 h 2181225"/>
                <a:gd name="connsiteX46" fmla="*/ 304911 w 1419837"/>
                <a:gd name="connsiteY46" fmla="*/ 1390650 h 2181225"/>
                <a:gd name="connsiteX47" fmla="*/ 314436 w 1419837"/>
                <a:gd name="connsiteY47" fmla="*/ 1419225 h 2181225"/>
                <a:gd name="connsiteX48" fmla="*/ 323961 w 1419837"/>
                <a:gd name="connsiteY48" fmla="*/ 1476375 h 2181225"/>
                <a:gd name="connsiteX49" fmla="*/ 343011 w 1419837"/>
                <a:gd name="connsiteY49" fmla="*/ 1504950 h 2181225"/>
                <a:gd name="connsiteX50" fmla="*/ 362061 w 1419837"/>
                <a:gd name="connsiteY50" fmla="*/ 1571625 h 2181225"/>
                <a:gd name="connsiteX51" fmla="*/ 371586 w 1419837"/>
                <a:gd name="connsiteY51" fmla="*/ 1600200 h 2181225"/>
                <a:gd name="connsiteX52" fmla="*/ 381111 w 1419837"/>
                <a:gd name="connsiteY52" fmla="*/ 1638300 h 2181225"/>
                <a:gd name="connsiteX53" fmla="*/ 400161 w 1419837"/>
                <a:gd name="connsiteY53" fmla="*/ 1685925 h 2181225"/>
                <a:gd name="connsiteX54" fmla="*/ 428736 w 1419837"/>
                <a:gd name="connsiteY54" fmla="*/ 1771650 h 2181225"/>
                <a:gd name="connsiteX55" fmla="*/ 438261 w 1419837"/>
                <a:gd name="connsiteY55" fmla="*/ 1800225 h 2181225"/>
                <a:gd name="connsiteX56" fmla="*/ 447786 w 1419837"/>
                <a:gd name="connsiteY56" fmla="*/ 1828800 h 2181225"/>
                <a:gd name="connsiteX57" fmla="*/ 476361 w 1419837"/>
                <a:gd name="connsiteY57" fmla="*/ 1924050 h 2181225"/>
                <a:gd name="connsiteX58" fmla="*/ 485886 w 1419837"/>
                <a:gd name="connsiteY58" fmla="*/ 1952625 h 2181225"/>
                <a:gd name="connsiteX59" fmla="*/ 495411 w 1419837"/>
                <a:gd name="connsiteY59" fmla="*/ 1981200 h 2181225"/>
                <a:gd name="connsiteX60" fmla="*/ 514461 w 1419837"/>
                <a:gd name="connsiteY60" fmla="*/ 2066925 h 2181225"/>
                <a:gd name="connsiteX61" fmla="*/ 523986 w 1419837"/>
                <a:gd name="connsiteY61" fmla="*/ 2095500 h 2181225"/>
                <a:gd name="connsiteX62" fmla="*/ 543036 w 1419837"/>
                <a:gd name="connsiteY62" fmla="*/ 2124075 h 2181225"/>
                <a:gd name="connsiteX63" fmla="*/ 600186 w 1419837"/>
                <a:gd name="connsiteY63" fmla="*/ 2181225 h 2181225"/>
                <a:gd name="connsiteX64" fmla="*/ 809736 w 1419837"/>
                <a:gd name="connsiteY64" fmla="*/ 2171700 h 2181225"/>
                <a:gd name="connsiteX65" fmla="*/ 838311 w 1419837"/>
                <a:gd name="connsiteY65" fmla="*/ 2162175 h 2181225"/>
                <a:gd name="connsiteX66" fmla="*/ 885936 w 1419837"/>
                <a:gd name="connsiteY66" fmla="*/ 2076450 h 2181225"/>
                <a:gd name="connsiteX67" fmla="*/ 914511 w 1419837"/>
                <a:gd name="connsiteY67" fmla="*/ 1790700 h 2181225"/>
                <a:gd name="connsiteX68" fmla="*/ 943086 w 1419837"/>
                <a:gd name="connsiteY68" fmla="*/ 1704975 h 2181225"/>
                <a:gd name="connsiteX69" fmla="*/ 952611 w 1419837"/>
                <a:gd name="connsiteY69" fmla="*/ 1676400 h 2181225"/>
                <a:gd name="connsiteX70" fmla="*/ 990711 w 1419837"/>
                <a:gd name="connsiteY70" fmla="*/ 1619250 h 2181225"/>
                <a:gd name="connsiteX71" fmla="*/ 1038336 w 1419837"/>
                <a:gd name="connsiteY71" fmla="*/ 1533525 h 2181225"/>
                <a:gd name="connsiteX72" fmla="*/ 1076436 w 1419837"/>
                <a:gd name="connsiteY72" fmla="*/ 1476375 h 2181225"/>
                <a:gd name="connsiteX73" fmla="*/ 1095486 w 1419837"/>
                <a:gd name="connsiteY73" fmla="*/ 1447800 h 2181225"/>
                <a:gd name="connsiteX74" fmla="*/ 1124061 w 1419837"/>
                <a:gd name="connsiteY74" fmla="*/ 1428750 h 2181225"/>
                <a:gd name="connsiteX75" fmla="*/ 1143111 w 1419837"/>
                <a:gd name="connsiteY75" fmla="*/ 1400175 h 2181225"/>
                <a:gd name="connsiteX76" fmla="*/ 1200261 w 1419837"/>
                <a:gd name="connsiteY76" fmla="*/ 1362075 h 2181225"/>
                <a:gd name="connsiteX77" fmla="*/ 1219311 w 1419837"/>
                <a:gd name="connsiteY77" fmla="*/ 1333500 h 2181225"/>
                <a:gd name="connsiteX78" fmla="*/ 1314561 w 1419837"/>
                <a:gd name="connsiteY78" fmla="*/ 1304925 h 2181225"/>
                <a:gd name="connsiteX79" fmla="*/ 1409811 w 1419837"/>
                <a:gd name="connsiteY79" fmla="*/ 1238250 h 2181225"/>
                <a:gd name="connsiteX0" fmla="*/ 1409811 w 1419837"/>
                <a:gd name="connsiteY0" fmla="*/ 1268584 h 2211559"/>
                <a:gd name="connsiteX1" fmla="*/ 1409811 w 1419837"/>
                <a:gd name="connsiteY1" fmla="*/ 1268584 h 2211559"/>
                <a:gd name="connsiteX2" fmla="*/ 1409811 w 1419837"/>
                <a:gd name="connsiteY2" fmla="*/ 1059034 h 2211559"/>
                <a:gd name="connsiteX3" fmla="*/ 1390761 w 1419837"/>
                <a:gd name="connsiteY3" fmla="*/ 1001884 h 2211559"/>
                <a:gd name="connsiteX4" fmla="*/ 1381236 w 1419837"/>
                <a:gd name="connsiteY4" fmla="*/ 944734 h 2211559"/>
                <a:gd name="connsiteX5" fmla="*/ 1371711 w 1419837"/>
                <a:gd name="connsiteY5" fmla="*/ 792334 h 2211559"/>
                <a:gd name="connsiteX6" fmla="*/ 1352661 w 1419837"/>
                <a:gd name="connsiteY6" fmla="*/ 744709 h 2211559"/>
                <a:gd name="connsiteX7" fmla="*/ 1333611 w 1419837"/>
                <a:gd name="connsiteY7" fmla="*/ 620884 h 2211559"/>
                <a:gd name="connsiteX8" fmla="*/ 1314561 w 1419837"/>
                <a:gd name="connsiteY8" fmla="*/ 582784 h 2211559"/>
                <a:gd name="connsiteX9" fmla="*/ 1295511 w 1419837"/>
                <a:gd name="connsiteY9" fmla="*/ 449434 h 2211559"/>
                <a:gd name="connsiteX10" fmla="*/ 1276461 w 1419837"/>
                <a:gd name="connsiteY10" fmla="*/ 382759 h 2211559"/>
                <a:gd name="connsiteX11" fmla="*/ 1266936 w 1419837"/>
                <a:gd name="connsiteY11" fmla="*/ 344659 h 2211559"/>
                <a:gd name="connsiteX12" fmla="*/ 1228836 w 1419837"/>
                <a:gd name="connsiteY12" fmla="*/ 287509 h 2211559"/>
                <a:gd name="connsiteX13" fmla="*/ 1171686 w 1419837"/>
                <a:gd name="connsiteY13" fmla="*/ 249409 h 2211559"/>
                <a:gd name="connsiteX14" fmla="*/ 1152636 w 1419837"/>
                <a:gd name="connsiteY14" fmla="*/ 220834 h 2211559"/>
                <a:gd name="connsiteX15" fmla="*/ 1143111 w 1419837"/>
                <a:gd name="connsiteY15" fmla="*/ 192259 h 2211559"/>
                <a:gd name="connsiteX16" fmla="*/ 1114536 w 1419837"/>
                <a:gd name="connsiteY16" fmla="*/ 182734 h 2211559"/>
                <a:gd name="connsiteX17" fmla="*/ 1105011 w 1419837"/>
                <a:gd name="connsiteY17" fmla="*/ 154159 h 2211559"/>
                <a:gd name="connsiteX18" fmla="*/ 1047861 w 1419837"/>
                <a:gd name="connsiteY18" fmla="*/ 116059 h 2211559"/>
                <a:gd name="connsiteX19" fmla="*/ 1009761 w 1419837"/>
                <a:gd name="connsiteY19" fmla="*/ 87484 h 2211559"/>
                <a:gd name="connsiteX20" fmla="*/ 990711 w 1419837"/>
                <a:gd name="connsiteY20" fmla="*/ 58909 h 2211559"/>
                <a:gd name="connsiteX21" fmla="*/ 933561 w 1419837"/>
                <a:gd name="connsiteY21" fmla="*/ 30334 h 2211559"/>
                <a:gd name="connsiteX22" fmla="*/ 654161 w 1419837"/>
                <a:gd name="connsiteY22" fmla="*/ 1759 h 2211559"/>
                <a:gd name="connsiteX23" fmla="*/ 371586 w 1419837"/>
                <a:gd name="connsiteY23" fmla="*/ 87484 h 2211559"/>
                <a:gd name="connsiteX24" fmla="*/ 343011 w 1419837"/>
                <a:gd name="connsiteY24" fmla="*/ 97009 h 2211559"/>
                <a:gd name="connsiteX25" fmla="*/ 323961 w 1419837"/>
                <a:gd name="connsiteY25" fmla="*/ 125584 h 2211559"/>
                <a:gd name="connsiteX26" fmla="*/ 266811 w 1419837"/>
                <a:gd name="connsiteY26" fmla="*/ 144634 h 2211559"/>
                <a:gd name="connsiteX27" fmla="*/ 219186 w 1419837"/>
                <a:gd name="connsiteY27" fmla="*/ 182734 h 2211559"/>
                <a:gd name="connsiteX28" fmla="*/ 162036 w 1419837"/>
                <a:gd name="connsiteY28" fmla="*/ 220834 h 2211559"/>
                <a:gd name="connsiteX29" fmla="*/ 95361 w 1419837"/>
                <a:gd name="connsiteY29" fmla="*/ 287509 h 2211559"/>
                <a:gd name="connsiteX30" fmla="*/ 66786 w 1419837"/>
                <a:gd name="connsiteY30" fmla="*/ 344659 h 2211559"/>
                <a:gd name="connsiteX31" fmla="*/ 9636 w 1419837"/>
                <a:gd name="connsiteY31" fmla="*/ 382759 h 2211559"/>
                <a:gd name="connsiteX32" fmla="*/ 111 w 1419837"/>
                <a:gd name="connsiteY32" fmla="*/ 411334 h 2211559"/>
                <a:gd name="connsiteX33" fmla="*/ 38211 w 1419837"/>
                <a:gd name="connsiteY33" fmla="*/ 506584 h 2211559"/>
                <a:gd name="connsiteX34" fmla="*/ 47736 w 1419837"/>
                <a:gd name="connsiteY34" fmla="*/ 554209 h 2211559"/>
                <a:gd name="connsiteX35" fmla="*/ 57261 w 1419837"/>
                <a:gd name="connsiteY35" fmla="*/ 582784 h 2211559"/>
                <a:gd name="connsiteX36" fmla="*/ 66786 w 1419837"/>
                <a:gd name="connsiteY36" fmla="*/ 630409 h 2211559"/>
                <a:gd name="connsiteX37" fmla="*/ 85836 w 1419837"/>
                <a:gd name="connsiteY37" fmla="*/ 697084 h 2211559"/>
                <a:gd name="connsiteX38" fmla="*/ 114411 w 1419837"/>
                <a:gd name="connsiteY38" fmla="*/ 782809 h 2211559"/>
                <a:gd name="connsiteX39" fmla="*/ 152511 w 1419837"/>
                <a:gd name="connsiteY39" fmla="*/ 887584 h 2211559"/>
                <a:gd name="connsiteX40" fmla="*/ 190611 w 1419837"/>
                <a:gd name="connsiteY40" fmla="*/ 973309 h 2211559"/>
                <a:gd name="connsiteX41" fmla="*/ 209661 w 1419837"/>
                <a:gd name="connsiteY41" fmla="*/ 1078084 h 2211559"/>
                <a:gd name="connsiteX42" fmla="*/ 228711 w 1419837"/>
                <a:gd name="connsiteY42" fmla="*/ 1116184 h 2211559"/>
                <a:gd name="connsiteX43" fmla="*/ 238236 w 1419837"/>
                <a:gd name="connsiteY43" fmla="*/ 1182859 h 2211559"/>
                <a:gd name="connsiteX44" fmla="*/ 247761 w 1419837"/>
                <a:gd name="connsiteY44" fmla="*/ 1230484 h 2211559"/>
                <a:gd name="connsiteX45" fmla="*/ 276336 w 1419837"/>
                <a:gd name="connsiteY45" fmla="*/ 1382884 h 2211559"/>
                <a:gd name="connsiteX46" fmla="*/ 304911 w 1419837"/>
                <a:gd name="connsiteY46" fmla="*/ 1420984 h 2211559"/>
                <a:gd name="connsiteX47" fmla="*/ 314436 w 1419837"/>
                <a:gd name="connsiteY47" fmla="*/ 1449559 h 2211559"/>
                <a:gd name="connsiteX48" fmla="*/ 323961 w 1419837"/>
                <a:gd name="connsiteY48" fmla="*/ 1506709 h 2211559"/>
                <a:gd name="connsiteX49" fmla="*/ 343011 w 1419837"/>
                <a:gd name="connsiteY49" fmla="*/ 1535284 h 2211559"/>
                <a:gd name="connsiteX50" fmla="*/ 362061 w 1419837"/>
                <a:gd name="connsiteY50" fmla="*/ 1601959 h 2211559"/>
                <a:gd name="connsiteX51" fmla="*/ 371586 w 1419837"/>
                <a:gd name="connsiteY51" fmla="*/ 1630534 h 2211559"/>
                <a:gd name="connsiteX52" fmla="*/ 381111 w 1419837"/>
                <a:gd name="connsiteY52" fmla="*/ 1668634 h 2211559"/>
                <a:gd name="connsiteX53" fmla="*/ 400161 w 1419837"/>
                <a:gd name="connsiteY53" fmla="*/ 1716259 h 2211559"/>
                <a:gd name="connsiteX54" fmla="*/ 428736 w 1419837"/>
                <a:gd name="connsiteY54" fmla="*/ 1801984 h 2211559"/>
                <a:gd name="connsiteX55" fmla="*/ 438261 w 1419837"/>
                <a:gd name="connsiteY55" fmla="*/ 1830559 h 2211559"/>
                <a:gd name="connsiteX56" fmla="*/ 447786 w 1419837"/>
                <a:gd name="connsiteY56" fmla="*/ 1859134 h 2211559"/>
                <a:gd name="connsiteX57" fmla="*/ 476361 w 1419837"/>
                <a:gd name="connsiteY57" fmla="*/ 1954384 h 2211559"/>
                <a:gd name="connsiteX58" fmla="*/ 485886 w 1419837"/>
                <a:gd name="connsiteY58" fmla="*/ 1982959 h 2211559"/>
                <a:gd name="connsiteX59" fmla="*/ 495411 w 1419837"/>
                <a:gd name="connsiteY59" fmla="*/ 2011534 h 2211559"/>
                <a:gd name="connsiteX60" fmla="*/ 514461 w 1419837"/>
                <a:gd name="connsiteY60" fmla="*/ 2097259 h 2211559"/>
                <a:gd name="connsiteX61" fmla="*/ 523986 w 1419837"/>
                <a:gd name="connsiteY61" fmla="*/ 2125834 h 2211559"/>
                <a:gd name="connsiteX62" fmla="*/ 543036 w 1419837"/>
                <a:gd name="connsiteY62" fmla="*/ 2154409 h 2211559"/>
                <a:gd name="connsiteX63" fmla="*/ 600186 w 1419837"/>
                <a:gd name="connsiteY63" fmla="*/ 2211559 h 2211559"/>
                <a:gd name="connsiteX64" fmla="*/ 809736 w 1419837"/>
                <a:gd name="connsiteY64" fmla="*/ 2202034 h 2211559"/>
                <a:gd name="connsiteX65" fmla="*/ 838311 w 1419837"/>
                <a:gd name="connsiteY65" fmla="*/ 2192509 h 2211559"/>
                <a:gd name="connsiteX66" fmla="*/ 885936 w 1419837"/>
                <a:gd name="connsiteY66" fmla="*/ 2106784 h 2211559"/>
                <a:gd name="connsiteX67" fmla="*/ 914511 w 1419837"/>
                <a:gd name="connsiteY67" fmla="*/ 1821034 h 2211559"/>
                <a:gd name="connsiteX68" fmla="*/ 943086 w 1419837"/>
                <a:gd name="connsiteY68" fmla="*/ 1735309 h 2211559"/>
                <a:gd name="connsiteX69" fmla="*/ 952611 w 1419837"/>
                <a:gd name="connsiteY69" fmla="*/ 1706734 h 2211559"/>
                <a:gd name="connsiteX70" fmla="*/ 990711 w 1419837"/>
                <a:gd name="connsiteY70" fmla="*/ 1649584 h 2211559"/>
                <a:gd name="connsiteX71" fmla="*/ 1038336 w 1419837"/>
                <a:gd name="connsiteY71" fmla="*/ 1563859 h 2211559"/>
                <a:gd name="connsiteX72" fmla="*/ 1076436 w 1419837"/>
                <a:gd name="connsiteY72" fmla="*/ 1506709 h 2211559"/>
                <a:gd name="connsiteX73" fmla="*/ 1095486 w 1419837"/>
                <a:gd name="connsiteY73" fmla="*/ 1478134 h 2211559"/>
                <a:gd name="connsiteX74" fmla="*/ 1124061 w 1419837"/>
                <a:gd name="connsiteY74" fmla="*/ 1459084 h 2211559"/>
                <a:gd name="connsiteX75" fmla="*/ 1143111 w 1419837"/>
                <a:gd name="connsiteY75" fmla="*/ 1430509 h 2211559"/>
                <a:gd name="connsiteX76" fmla="*/ 1200261 w 1419837"/>
                <a:gd name="connsiteY76" fmla="*/ 1392409 h 2211559"/>
                <a:gd name="connsiteX77" fmla="*/ 1219311 w 1419837"/>
                <a:gd name="connsiteY77" fmla="*/ 1363834 h 2211559"/>
                <a:gd name="connsiteX78" fmla="*/ 1314561 w 1419837"/>
                <a:gd name="connsiteY78" fmla="*/ 1335259 h 2211559"/>
                <a:gd name="connsiteX79" fmla="*/ 1409811 w 1419837"/>
                <a:gd name="connsiteY79" fmla="*/ 1268584 h 2211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419837" h="2211559">
                  <a:moveTo>
                    <a:pt x="1409811" y="1268584"/>
                  </a:moveTo>
                  <a:lnTo>
                    <a:pt x="1409811" y="1268584"/>
                  </a:lnTo>
                  <a:cubicBezTo>
                    <a:pt x="1419330" y="1173396"/>
                    <a:pt x="1426551" y="1159476"/>
                    <a:pt x="1409811" y="1059034"/>
                  </a:cubicBezTo>
                  <a:cubicBezTo>
                    <a:pt x="1406510" y="1039227"/>
                    <a:pt x="1394062" y="1021691"/>
                    <a:pt x="1390761" y="1001884"/>
                  </a:cubicBezTo>
                  <a:lnTo>
                    <a:pt x="1381236" y="944734"/>
                  </a:lnTo>
                  <a:cubicBezTo>
                    <a:pt x="1378061" y="893934"/>
                    <a:pt x="1378909" y="842722"/>
                    <a:pt x="1371711" y="792334"/>
                  </a:cubicBezTo>
                  <a:cubicBezTo>
                    <a:pt x="1369293" y="775408"/>
                    <a:pt x="1356506" y="761369"/>
                    <a:pt x="1352661" y="744709"/>
                  </a:cubicBezTo>
                  <a:cubicBezTo>
                    <a:pt x="1343909" y="706783"/>
                    <a:pt x="1346397" y="659243"/>
                    <a:pt x="1333611" y="620884"/>
                  </a:cubicBezTo>
                  <a:cubicBezTo>
                    <a:pt x="1329121" y="607414"/>
                    <a:pt x="1320911" y="595484"/>
                    <a:pt x="1314561" y="582784"/>
                  </a:cubicBezTo>
                  <a:cubicBezTo>
                    <a:pt x="1308708" y="535960"/>
                    <a:pt x="1304666" y="495211"/>
                    <a:pt x="1295511" y="449434"/>
                  </a:cubicBezTo>
                  <a:cubicBezTo>
                    <a:pt x="1285585" y="399806"/>
                    <a:pt x="1288565" y="425124"/>
                    <a:pt x="1276461" y="382759"/>
                  </a:cubicBezTo>
                  <a:cubicBezTo>
                    <a:pt x="1272865" y="370172"/>
                    <a:pt x="1272790" y="356368"/>
                    <a:pt x="1266936" y="344659"/>
                  </a:cubicBezTo>
                  <a:cubicBezTo>
                    <a:pt x="1256697" y="324181"/>
                    <a:pt x="1247886" y="300209"/>
                    <a:pt x="1228836" y="287509"/>
                  </a:cubicBezTo>
                  <a:lnTo>
                    <a:pt x="1171686" y="249409"/>
                  </a:lnTo>
                  <a:cubicBezTo>
                    <a:pt x="1165336" y="239884"/>
                    <a:pt x="1157756" y="231073"/>
                    <a:pt x="1152636" y="220834"/>
                  </a:cubicBezTo>
                  <a:cubicBezTo>
                    <a:pt x="1148146" y="211854"/>
                    <a:pt x="1150211" y="199359"/>
                    <a:pt x="1143111" y="192259"/>
                  </a:cubicBezTo>
                  <a:cubicBezTo>
                    <a:pt x="1136011" y="185159"/>
                    <a:pt x="1124061" y="185909"/>
                    <a:pt x="1114536" y="182734"/>
                  </a:cubicBezTo>
                  <a:cubicBezTo>
                    <a:pt x="1111361" y="173209"/>
                    <a:pt x="1112111" y="161259"/>
                    <a:pt x="1105011" y="154159"/>
                  </a:cubicBezTo>
                  <a:cubicBezTo>
                    <a:pt x="1088822" y="137970"/>
                    <a:pt x="1066177" y="129796"/>
                    <a:pt x="1047861" y="116059"/>
                  </a:cubicBezTo>
                  <a:cubicBezTo>
                    <a:pt x="1035161" y="106534"/>
                    <a:pt x="1020986" y="98709"/>
                    <a:pt x="1009761" y="87484"/>
                  </a:cubicBezTo>
                  <a:cubicBezTo>
                    <a:pt x="1001666" y="79389"/>
                    <a:pt x="998806" y="67004"/>
                    <a:pt x="990711" y="58909"/>
                  </a:cubicBezTo>
                  <a:cubicBezTo>
                    <a:pt x="972247" y="40445"/>
                    <a:pt x="989653" y="39859"/>
                    <a:pt x="933561" y="30334"/>
                  </a:cubicBezTo>
                  <a:cubicBezTo>
                    <a:pt x="877469" y="20809"/>
                    <a:pt x="825403" y="-7254"/>
                    <a:pt x="654161" y="1759"/>
                  </a:cubicBezTo>
                  <a:cubicBezTo>
                    <a:pt x="623574" y="3369"/>
                    <a:pt x="423444" y="71609"/>
                    <a:pt x="371586" y="87484"/>
                  </a:cubicBezTo>
                  <a:cubicBezTo>
                    <a:pt x="319728" y="103359"/>
                    <a:pt x="352536" y="93834"/>
                    <a:pt x="343011" y="97009"/>
                  </a:cubicBezTo>
                  <a:cubicBezTo>
                    <a:pt x="336661" y="106534"/>
                    <a:pt x="333669" y="119517"/>
                    <a:pt x="323961" y="125584"/>
                  </a:cubicBezTo>
                  <a:cubicBezTo>
                    <a:pt x="306933" y="136227"/>
                    <a:pt x="266811" y="144634"/>
                    <a:pt x="266811" y="144634"/>
                  </a:cubicBezTo>
                  <a:cubicBezTo>
                    <a:pt x="231612" y="197432"/>
                    <a:pt x="267900" y="155671"/>
                    <a:pt x="219186" y="182734"/>
                  </a:cubicBezTo>
                  <a:cubicBezTo>
                    <a:pt x="199172" y="193853"/>
                    <a:pt x="162036" y="220834"/>
                    <a:pt x="162036" y="220834"/>
                  </a:cubicBezTo>
                  <a:cubicBezTo>
                    <a:pt x="118367" y="286338"/>
                    <a:pt x="145656" y="270744"/>
                    <a:pt x="95361" y="287509"/>
                  </a:cubicBezTo>
                  <a:cubicBezTo>
                    <a:pt x="88567" y="307892"/>
                    <a:pt x="84164" y="329453"/>
                    <a:pt x="66786" y="344659"/>
                  </a:cubicBezTo>
                  <a:cubicBezTo>
                    <a:pt x="49556" y="359736"/>
                    <a:pt x="9636" y="382759"/>
                    <a:pt x="9636" y="382759"/>
                  </a:cubicBezTo>
                  <a:cubicBezTo>
                    <a:pt x="6461" y="392284"/>
                    <a:pt x="-998" y="401355"/>
                    <a:pt x="111" y="411334"/>
                  </a:cubicBezTo>
                  <a:cubicBezTo>
                    <a:pt x="3474" y="441600"/>
                    <a:pt x="24448" y="479058"/>
                    <a:pt x="38211" y="506584"/>
                  </a:cubicBezTo>
                  <a:cubicBezTo>
                    <a:pt x="41386" y="522459"/>
                    <a:pt x="43809" y="538503"/>
                    <a:pt x="47736" y="554209"/>
                  </a:cubicBezTo>
                  <a:cubicBezTo>
                    <a:pt x="50171" y="563949"/>
                    <a:pt x="54826" y="573044"/>
                    <a:pt x="57261" y="582784"/>
                  </a:cubicBezTo>
                  <a:cubicBezTo>
                    <a:pt x="61188" y="598490"/>
                    <a:pt x="62859" y="614703"/>
                    <a:pt x="66786" y="630409"/>
                  </a:cubicBezTo>
                  <a:cubicBezTo>
                    <a:pt x="72392" y="652833"/>
                    <a:pt x="80639" y="674562"/>
                    <a:pt x="85836" y="697084"/>
                  </a:cubicBezTo>
                  <a:cubicBezTo>
                    <a:pt x="103953" y="775591"/>
                    <a:pt x="80671" y="732199"/>
                    <a:pt x="114411" y="782809"/>
                  </a:cubicBezTo>
                  <a:cubicBezTo>
                    <a:pt x="133558" y="878543"/>
                    <a:pt x="109533" y="780139"/>
                    <a:pt x="152511" y="887584"/>
                  </a:cubicBezTo>
                  <a:cubicBezTo>
                    <a:pt x="191753" y="985690"/>
                    <a:pt x="119624" y="854998"/>
                    <a:pt x="190611" y="973309"/>
                  </a:cubicBezTo>
                  <a:cubicBezTo>
                    <a:pt x="192210" y="982904"/>
                    <a:pt x="205223" y="1064771"/>
                    <a:pt x="209661" y="1078084"/>
                  </a:cubicBezTo>
                  <a:cubicBezTo>
                    <a:pt x="214151" y="1091554"/>
                    <a:pt x="222361" y="1103484"/>
                    <a:pt x="228711" y="1116184"/>
                  </a:cubicBezTo>
                  <a:cubicBezTo>
                    <a:pt x="231886" y="1138409"/>
                    <a:pt x="234545" y="1160714"/>
                    <a:pt x="238236" y="1182859"/>
                  </a:cubicBezTo>
                  <a:cubicBezTo>
                    <a:pt x="240898" y="1198828"/>
                    <a:pt x="245299" y="1214483"/>
                    <a:pt x="247761" y="1230484"/>
                  </a:cubicBezTo>
                  <a:cubicBezTo>
                    <a:pt x="255569" y="1281238"/>
                    <a:pt x="256155" y="1334450"/>
                    <a:pt x="276336" y="1382884"/>
                  </a:cubicBezTo>
                  <a:cubicBezTo>
                    <a:pt x="282442" y="1397538"/>
                    <a:pt x="295386" y="1408284"/>
                    <a:pt x="304911" y="1420984"/>
                  </a:cubicBezTo>
                  <a:cubicBezTo>
                    <a:pt x="308086" y="1430509"/>
                    <a:pt x="312258" y="1439758"/>
                    <a:pt x="314436" y="1449559"/>
                  </a:cubicBezTo>
                  <a:cubicBezTo>
                    <a:pt x="318626" y="1468412"/>
                    <a:pt x="317854" y="1488387"/>
                    <a:pt x="323961" y="1506709"/>
                  </a:cubicBezTo>
                  <a:cubicBezTo>
                    <a:pt x="327581" y="1517569"/>
                    <a:pt x="337891" y="1525045"/>
                    <a:pt x="343011" y="1535284"/>
                  </a:cubicBezTo>
                  <a:cubicBezTo>
                    <a:pt x="350624" y="1550509"/>
                    <a:pt x="357992" y="1587717"/>
                    <a:pt x="362061" y="1601959"/>
                  </a:cubicBezTo>
                  <a:cubicBezTo>
                    <a:pt x="364819" y="1611613"/>
                    <a:pt x="368828" y="1620880"/>
                    <a:pt x="371586" y="1630534"/>
                  </a:cubicBezTo>
                  <a:cubicBezTo>
                    <a:pt x="375182" y="1643121"/>
                    <a:pt x="376971" y="1656215"/>
                    <a:pt x="381111" y="1668634"/>
                  </a:cubicBezTo>
                  <a:cubicBezTo>
                    <a:pt x="386518" y="1684854"/>
                    <a:pt x="394410" y="1700157"/>
                    <a:pt x="400161" y="1716259"/>
                  </a:cubicBezTo>
                  <a:cubicBezTo>
                    <a:pt x="410292" y="1744625"/>
                    <a:pt x="419211" y="1773409"/>
                    <a:pt x="428736" y="1801984"/>
                  </a:cubicBezTo>
                  <a:lnTo>
                    <a:pt x="438261" y="1830559"/>
                  </a:lnTo>
                  <a:cubicBezTo>
                    <a:pt x="441436" y="1840084"/>
                    <a:pt x="445351" y="1849394"/>
                    <a:pt x="447786" y="1859134"/>
                  </a:cubicBezTo>
                  <a:cubicBezTo>
                    <a:pt x="462181" y="1916715"/>
                    <a:pt x="453171" y="1884815"/>
                    <a:pt x="476361" y="1954384"/>
                  </a:cubicBezTo>
                  <a:lnTo>
                    <a:pt x="485886" y="1982959"/>
                  </a:lnTo>
                  <a:cubicBezTo>
                    <a:pt x="489061" y="1992484"/>
                    <a:pt x="493442" y="2001689"/>
                    <a:pt x="495411" y="2011534"/>
                  </a:cubicBezTo>
                  <a:cubicBezTo>
                    <a:pt x="501958" y="2044270"/>
                    <a:pt x="505493" y="2065872"/>
                    <a:pt x="514461" y="2097259"/>
                  </a:cubicBezTo>
                  <a:cubicBezTo>
                    <a:pt x="517219" y="2106913"/>
                    <a:pt x="519496" y="2116854"/>
                    <a:pt x="523986" y="2125834"/>
                  </a:cubicBezTo>
                  <a:cubicBezTo>
                    <a:pt x="529106" y="2136073"/>
                    <a:pt x="535431" y="2145853"/>
                    <a:pt x="543036" y="2154409"/>
                  </a:cubicBezTo>
                  <a:cubicBezTo>
                    <a:pt x="560934" y="2174545"/>
                    <a:pt x="600186" y="2211559"/>
                    <a:pt x="600186" y="2211559"/>
                  </a:cubicBezTo>
                  <a:cubicBezTo>
                    <a:pt x="670036" y="2208384"/>
                    <a:pt x="740037" y="2207610"/>
                    <a:pt x="809736" y="2202034"/>
                  </a:cubicBezTo>
                  <a:cubicBezTo>
                    <a:pt x="819744" y="2201233"/>
                    <a:pt x="831211" y="2199609"/>
                    <a:pt x="838311" y="2192509"/>
                  </a:cubicBezTo>
                  <a:cubicBezTo>
                    <a:pt x="871063" y="2159757"/>
                    <a:pt x="873958" y="2142717"/>
                    <a:pt x="885936" y="2106784"/>
                  </a:cubicBezTo>
                  <a:cubicBezTo>
                    <a:pt x="889921" y="2058967"/>
                    <a:pt x="906754" y="1844306"/>
                    <a:pt x="914511" y="1821034"/>
                  </a:cubicBezTo>
                  <a:lnTo>
                    <a:pt x="943086" y="1735309"/>
                  </a:lnTo>
                  <a:cubicBezTo>
                    <a:pt x="946261" y="1725784"/>
                    <a:pt x="947042" y="1715088"/>
                    <a:pt x="952611" y="1706734"/>
                  </a:cubicBezTo>
                  <a:cubicBezTo>
                    <a:pt x="965311" y="1687684"/>
                    <a:pt x="983471" y="1671304"/>
                    <a:pt x="990711" y="1649584"/>
                  </a:cubicBezTo>
                  <a:cubicBezTo>
                    <a:pt x="1007476" y="1599289"/>
                    <a:pt x="994667" y="1629363"/>
                    <a:pt x="1038336" y="1563859"/>
                  </a:cubicBezTo>
                  <a:lnTo>
                    <a:pt x="1076436" y="1506709"/>
                  </a:lnTo>
                  <a:cubicBezTo>
                    <a:pt x="1082786" y="1497184"/>
                    <a:pt x="1085961" y="1484484"/>
                    <a:pt x="1095486" y="1478134"/>
                  </a:cubicBezTo>
                  <a:lnTo>
                    <a:pt x="1124061" y="1459084"/>
                  </a:lnTo>
                  <a:cubicBezTo>
                    <a:pt x="1130411" y="1449559"/>
                    <a:pt x="1134496" y="1438047"/>
                    <a:pt x="1143111" y="1430509"/>
                  </a:cubicBezTo>
                  <a:cubicBezTo>
                    <a:pt x="1160341" y="1415432"/>
                    <a:pt x="1200261" y="1392409"/>
                    <a:pt x="1200261" y="1392409"/>
                  </a:cubicBezTo>
                  <a:cubicBezTo>
                    <a:pt x="1206611" y="1382884"/>
                    <a:pt x="1209603" y="1369901"/>
                    <a:pt x="1219311" y="1363834"/>
                  </a:cubicBezTo>
                  <a:cubicBezTo>
                    <a:pt x="1234771" y="1354172"/>
                    <a:pt x="1292255" y="1340835"/>
                    <a:pt x="1314561" y="1335259"/>
                  </a:cubicBezTo>
                  <a:cubicBezTo>
                    <a:pt x="1374353" y="1295398"/>
                    <a:pt x="1393936" y="1279697"/>
                    <a:pt x="1409811" y="1268584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Freeform: Shape 8">
              <a:extLst>
                <a:ext uri="{FF2B5EF4-FFF2-40B4-BE49-F238E27FC236}">
                  <a16:creationId xmlns:a16="http://schemas.microsoft.com/office/drawing/2014/main" id="{80007EAF-D3CC-C2C9-B89C-499AAB720949}"/>
                </a:ext>
              </a:extLst>
            </p:cNvPr>
            <p:cNvSpPr/>
            <p:nvPr/>
          </p:nvSpPr>
          <p:spPr>
            <a:xfrm>
              <a:off x="7170479" y="1843940"/>
              <a:ext cx="1160749" cy="1848189"/>
            </a:xfrm>
            <a:custGeom>
              <a:avLst/>
              <a:gdLst>
                <a:gd name="connsiteX0" fmla="*/ 1143475 w 1160749"/>
                <a:gd name="connsiteY0" fmla="*/ 733425 h 1848189"/>
                <a:gd name="connsiteX1" fmla="*/ 1105375 w 1160749"/>
                <a:gd name="connsiteY1" fmla="*/ 628650 h 1848189"/>
                <a:gd name="connsiteX2" fmla="*/ 1095850 w 1160749"/>
                <a:gd name="connsiteY2" fmla="*/ 600075 h 1848189"/>
                <a:gd name="connsiteX3" fmla="*/ 1086325 w 1160749"/>
                <a:gd name="connsiteY3" fmla="*/ 571500 h 1848189"/>
                <a:gd name="connsiteX4" fmla="*/ 1067275 w 1160749"/>
                <a:gd name="connsiteY4" fmla="*/ 542925 h 1848189"/>
                <a:gd name="connsiteX5" fmla="*/ 1057750 w 1160749"/>
                <a:gd name="connsiteY5" fmla="*/ 514350 h 1848189"/>
                <a:gd name="connsiteX6" fmla="*/ 991075 w 1160749"/>
                <a:gd name="connsiteY6" fmla="*/ 438150 h 1848189"/>
                <a:gd name="connsiteX7" fmla="*/ 914875 w 1160749"/>
                <a:gd name="connsiteY7" fmla="*/ 352425 h 1848189"/>
                <a:gd name="connsiteX8" fmla="*/ 886300 w 1160749"/>
                <a:gd name="connsiteY8" fmla="*/ 323850 h 1848189"/>
                <a:gd name="connsiteX9" fmla="*/ 848200 w 1160749"/>
                <a:gd name="connsiteY9" fmla="*/ 314325 h 1848189"/>
                <a:gd name="connsiteX10" fmla="*/ 810100 w 1160749"/>
                <a:gd name="connsiteY10" fmla="*/ 266700 h 1848189"/>
                <a:gd name="connsiteX11" fmla="*/ 724375 w 1160749"/>
                <a:gd name="connsiteY11" fmla="*/ 200025 h 1848189"/>
                <a:gd name="connsiteX12" fmla="*/ 676750 w 1160749"/>
                <a:gd name="connsiteY12" fmla="*/ 161925 h 1848189"/>
                <a:gd name="connsiteX13" fmla="*/ 657700 w 1160749"/>
                <a:gd name="connsiteY13" fmla="*/ 133350 h 1848189"/>
                <a:gd name="connsiteX14" fmla="*/ 600550 w 1160749"/>
                <a:gd name="connsiteY14" fmla="*/ 95250 h 1848189"/>
                <a:gd name="connsiteX15" fmla="*/ 571975 w 1160749"/>
                <a:gd name="connsiteY15" fmla="*/ 66675 h 1848189"/>
                <a:gd name="connsiteX16" fmla="*/ 543400 w 1160749"/>
                <a:gd name="connsiteY16" fmla="*/ 57150 h 1848189"/>
                <a:gd name="connsiteX17" fmla="*/ 467200 w 1160749"/>
                <a:gd name="connsiteY17" fmla="*/ 9525 h 1848189"/>
                <a:gd name="connsiteX18" fmla="*/ 438625 w 1160749"/>
                <a:gd name="connsiteY18" fmla="*/ 0 h 1848189"/>
                <a:gd name="connsiteX19" fmla="*/ 400525 w 1160749"/>
                <a:gd name="connsiteY19" fmla="*/ 38100 h 1848189"/>
                <a:gd name="connsiteX20" fmla="*/ 371950 w 1160749"/>
                <a:gd name="connsiteY20" fmla="*/ 47625 h 1848189"/>
                <a:gd name="connsiteX21" fmla="*/ 343375 w 1160749"/>
                <a:gd name="connsiteY21" fmla="*/ 66675 h 1848189"/>
                <a:gd name="connsiteX22" fmla="*/ 305275 w 1160749"/>
                <a:gd name="connsiteY22" fmla="*/ 123825 h 1848189"/>
                <a:gd name="connsiteX23" fmla="*/ 286225 w 1160749"/>
                <a:gd name="connsiteY23" fmla="*/ 152400 h 1848189"/>
                <a:gd name="connsiteX24" fmla="*/ 257650 w 1160749"/>
                <a:gd name="connsiteY24" fmla="*/ 171450 h 1848189"/>
                <a:gd name="connsiteX25" fmla="*/ 238600 w 1160749"/>
                <a:gd name="connsiteY25" fmla="*/ 200025 h 1848189"/>
                <a:gd name="connsiteX26" fmla="*/ 229075 w 1160749"/>
                <a:gd name="connsiteY26" fmla="*/ 228600 h 1848189"/>
                <a:gd name="connsiteX27" fmla="*/ 190975 w 1160749"/>
                <a:gd name="connsiteY27" fmla="*/ 285750 h 1848189"/>
                <a:gd name="connsiteX28" fmla="*/ 171925 w 1160749"/>
                <a:gd name="connsiteY28" fmla="*/ 314325 h 1848189"/>
                <a:gd name="connsiteX29" fmla="*/ 162400 w 1160749"/>
                <a:gd name="connsiteY29" fmla="*/ 342900 h 1848189"/>
                <a:gd name="connsiteX30" fmla="*/ 143350 w 1160749"/>
                <a:gd name="connsiteY30" fmla="*/ 457200 h 1848189"/>
                <a:gd name="connsiteX31" fmla="*/ 124300 w 1160749"/>
                <a:gd name="connsiteY31" fmla="*/ 514350 h 1848189"/>
                <a:gd name="connsiteX32" fmla="*/ 95725 w 1160749"/>
                <a:gd name="connsiteY32" fmla="*/ 609600 h 1848189"/>
                <a:gd name="connsiteX33" fmla="*/ 86200 w 1160749"/>
                <a:gd name="connsiteY33" fmla="*/ 638175 h 1848189"/>
                <a:gd name="connsiteX34" fmla="*/ 76675 w 1160749"/>
                <a:gd name="connsiteY34" fmla="*/ 666750 h 1848189"/>
                <a:gd name="connsiteX35" fmla="*/ 67150 w 1160749"/>
                <a:gd name="connsiteY35" fmla="*/ 714375 h 1848189"/>
                <a:gd name="connsiteX36" fmla="*/ 38575 w 1160749"/>
                <a:gd name="connsiteY36" fmla="*/ 809625 h 1848189"/>
                <a:gd name="connsiteX37" fmla="*/ 29050 w 1160749"/>
                <a:gd name="connsiteY37" fmla="*/ 838200 h 1848189"/>
                <a:gd name="connsiteX38" fmla="*/ 10000 w 1160749"/>
                <a:gd name="connsiteY38" fmla="*/ 914400 h 1848189"/>
                <a:gd name="connsiteX39" fmla="*/ 10000 w 1160749"/>
                <a:gd name="connsiteY39" fmla="*/ 1257300 h 1848189"/>
                <a:gd name="connsiteX40" fmla="*/ 48100 w 1160749"/>
                <a:gd name="connsiteY40" fmla="*/ 1314450 h 1848189"/>
                <a:gd name="connsiteX41" fmla="*/ 95725 w 1160749"/>
                <a:gd name="connsiteY41" fmla="*/ 1371600 h 1848189"/>
                <a:gd name="connsiteX42" fmla="*/ 124300 w 1160749"/>
                <a:gd name="connsiteY42" fmla="*/ 1409700 h 1848189"/>
                <a:gd name="connsiteX43" fmla="*/ 152875 w 1160749"/>
                <a:gd name="connsiteY43" fmla="*/ 1428750 h 1848189"/>
                <a:gd name="connsiteX44" fmla="*/ 210025 w 1160749"/>
                <a:gd name="connsiteY44" fmla="*/ 1476375 h 1848189"/>
                <a:gd name="connsiteX45" fmla="*/ 248125 w 1160749"/>
                <a:gd name="connsiteY45" fmla="*/ 1533525 h 1848189"/>
                <a:gd name="connsiteX46" fmla="*/ 267175 w 1160749"/>
                <a:gd name="connsiteY46" fmla="*/ 1562100 h 1848189"/>
                <a:gd name="connsiteX47" fmla="*/ 276700 w 1160749"/>
                <a:gd name="connsiteY47" fmla="*/ 1590675 h 1848189"/>
                <a:gd name="connsiteX48" fmla="*/ 305275 w 1160749"/>
                <a:gd name="connsiteY48" fmla="*/ 1609725 h 1848189"/>
                <a:gd name="connsiteX49" fmla="*/ 324325 w 1160749"/>
                <a:gd name="connsiteY49" fmla="*/ 1638300 h 1848189"/>
                <a:gd name="connsiteX50" fmla="*/ 352900 w 1160749"/>
                <a:gd name="connsiteY50" fmla="*/ 1657350 h 1848189"/>
                <a:gd name="connsiteX51" fmla="*/ 391000 w 1160749"/>
                <a:gd name="connsiteY51" fmla="*/ 1695450 h 1848189"/>
                <a:gd name="connsiteX52" fmla="*/ 410050 w 1160749"/>
                <a:gd name="connsiteY52" fmla="*/ 1724025 h 1848189"/>
                <a:gd name="connsiteX53" fmla="*/ 438625 w 1160749"/>
                <a:gd name="connsiteY53" fmla="*/ 1733550 h 1848189"/>
                <a:gd name="connsiteX54" fmla="*/ 467200 w 1160749"/>
                <a:gd name="connsiteY54" fmla="*/ 1752600 h 1848189"/>
                <a:gd name="connsiteX55" fmla="*/ 495775 w 1160749"/>
                <a:gd name="connsiteY55" fmla="*/ 1762125 h 1848189"/>
                <a:gd name="connsiteX56" fmla="*/ 524350 w 1160749"/>
                <a:gd name="connsiteY56" fmla="*/ 1781175 h 1848189"/>
                <a:gd name="connsiteX57" fmla="*/ 619600 w 1160749"/>
                <a:gd name="connsiteY57" fmla="*/ 1790700 h 1848189"/>
                <a:gd name="connsiteX58" fmla="*/ 676750 w 1160749"/>
                <a:gd name="connsiteY58" fmla="*/ 1809750 h 1848189"/>
                <a:gd name="connsiteX59" fmla="*/ 714850 w 1160749"/>
                <a:gd name="connsiteY59" fmla="*/ 1819275 h 1848189"/>
                <a:gd name="connsiteX60" fmla="*/ 772000 w 1160749"/>
                <a:gd name="connsiteY60" fmla="*/ 1838325 h 1848189"/>
                <a:gd name="connsiteX61" fmla="*/ 829150 w 1160749"/>
                <a:gd name="connsiteY61" fmla="*/ 1847850 h 1848189"/>
                <a:gd name="connsiteX62" fmla="*/ 1019650 w 1160749"/>
                <a:gd name="connsiteY62" fmla="*/ 1828800 h 1848189"/>
                <a:gd name="connsiteX63" fmla="*/ 1048225 w 1160749"/>
                <a:gd name="connsiteY63" fmla="*/ 1809750 h 1848189"/>
                <a:gd name="connsiteX64" fmla="*/ 1067275 w 1160749"/>
                <a:gd name="connsiteY64" fmla="*/ 1466850 h 1848189"/>
                <a:gd name="connsiteX65" fmla="*/ 1086325 w 1160749"/>
                <a:gd name="connsiteY65" fmla="*/ 1333500 h 1848189"/>
                <a:gd name="connsiteX66" fmla="*/ 1095850 w 1160749"/>
                <a:gd name="connsiteY66" fmla="*/ 1257300 h 1848189"/>
                <a:gd name="connsiteX67" fmla="*/ 1124425 w 1160749"/>
                <a:gd name="connsiteY67" fmla="*/ 1114425 h 1848189"/>
                <a:gd name="connsiteX68" fmla="*/ 1133950 w 1160749"/>
                <a:gd name="connsiteY68" fmla="*/ 1038225 h 1848189"/>
                <a:gd name="connsiteX69" fmla="*/ 1153000 w 1160749"/>
                <a:gd name="connsiteY69" fmla="*/ 962025 h 1848189"/>
                <a:gd name="connsiteX70" fmla="*/ 1143475 w 1160749"/>
                <a:gd name="connsiteY70" fmla="*/ 733425 h 1848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1160749" h="1848189">
                  <a:moveTo>
                    <a:pt x="1143475" y="733425"/>
                  </a:moveTo>
                  <a:cubicBezTo>
                    <a:pt x="1116967" y="667156"/>
                    <a:pt x="1129832" y="702020"/>
                    <a:pt x="1105375" y="628650"/>
                  </a:cubicBezTo>
                  <a:lnTo>
                    <a:pt x="1095850" y="600075"/>
                  </a:lnTo>
                  <a:cubicBezTo>
                    <a:pt x="1092675" y="590550"/>
                    <a:pt x="1091894" y="579854"/>
                    <a:pt x="1086325" y="571500"/>
                  </a:cubicBezTo>
                  <a:cubicBezTo>
                    <a:pt x="1079975" y="561975"/>
                    <a:pt x="1072395" y="553164"/>
                    <a:pt x="1067275" y="542925"/>
                  </a:cubicBezTo>
                  <a:cubicBezTo>
                    <a:pt x="1062785" y="533945"/>
                    <a:pt x="1062626" y="523127"/>
                    <a:pt x="1057750" y="514350"/>
                  </a:cubicBezTo>
                  <a:cubicBezTo>
                    <a:pt x="1025066" y="455519"/>
                    <a:pt x="1032817" y="465978"/>
                    <a:pt x="991075" y="438150"/>
                  </a:cubicBezTo>
                  <a:cubicBezTo>
                    <a:pt x="957081" y="387159"/>
                    <a:pt x="980120" y="417670"/>
                    <a:pt x="914875" y="352425"/>
                  </a:cubicBezTo>
                  <a:cubicBezTo>
                    <a:pt x="905350" y="342900"/>
                    <a:pt x="899368" y="327117"/>
                    <a:pt x="886300" y="323850"/>
                  </a:cubicBezTo>
                  <a:lnTo>
                    <a:pt x="848200" y="314325"/>
                  </a:lnTo>
                  <a:cubicBezTo>
                    <a:pt x="831646" y="264662"/>
                    <a:pt x="850916" y="302981"/>
                    <a:pt x="810100" y="266700"/>
                  </a:cubicBezTo>
                  <a:cubicBezTo>
                    <a:pt x="733001" y="198167"/>
                    <a:pt x="783297" y="219666"/>
                    <a:pt x="724375" y="200025"/>
                  </a:cubicBezTo>
                  <a:cubicBezTo>
                    <a:pt x="669780" y="118133"/>
                    <a:pt x="742475" y="214505"/>
                    <a:pt x="676750" y="161925"/>
                  </a:cubicBezTo>
                  <a:cubicBezTo>
                    <a:pt x="667811" y="154774"/>
                    <a:pt x="666315" y="140888"/>
                    <a:pt x="657700" y="133350"/>
                  </a:cubicBezTo>
                  <a:cubicBezTo>
                    <a:pt x="640470" y="118273"/>
                    <a:pt x="616739" y="111439"/>
                    <a:pt x="600550" y="95250"/>
                  </a:cubicBezTo>
                  <a:cubicBezTo>
                    <a:pt x="591025" y="85725"/>
                    <a:pt x="583183" y="74147"/>
                    <a:pt x="571975" y="66675"/>
                  </a:cubicBezTo>
                  <a:cubicBezTo>
                    <a:pt x="563621" y="61106"/>
                    <a:pt x="552925" y="60325"/>
                    <a:pt x="543400" y="57150"/>
                  </a:cubicBezTo>
                  <a:cubicBezTo>
                    <a:pt x="513211" y="11867"/>
                    <a:pt x="535210" y="32195"/>
                    <a:pt x="467200" y="9525"/>
                  </a:cubicBezTo>
                  <a:lnTo>
                    <a:pt x="438625" y="0"/>
                  </a:lnTo>
                  <a:cubicBezTo>
                    <a:pt x="362425" y="25400"/>
                    <a:pt x="451325" y="-12700"/>
                    <a:pt x="400525" y="38100"/>
                  </a:cubicBezTo>
                  <a:cubicBezTo>
                    <a:pt x="393425" y="45200"/>
                    <a:pt x="380930" y="43135"/>
                    <a:pt x="371950" y="47625"/>
                  </a:cubicBezTo>
                  <a:cubicBezTo>
                    <a:pt x="361711" y="52745"/>
                    <a:pt x="352900" y="60325"/>
                    <a:pt x="343375" y="66675"/>
                  </a:cubicBezTo>
                  <a:lnTo>
                    <a:pt x="305275" y="123825"/>
                  </a:lnTo>
                  <a:cubicBezTo>
                    <a:pt x="298925" y="133350"/>
                    <a:pt x="295750" y="146050"/>
                    <a:pt x="286225" y="152400"/>
                  </a:cubicBezTo>
                  <a:lnTo>
                    <a:pt x="257650" y="171450"/>
                  </a:lnTo>
                  <a:cubicBezTo>
                    <a:pt x="251300" y="180975"/>
                    <a:pt x="243720" y="189786"/>
                    <a:pt x="238600" y="200025"/>
                  </a:cubicBezTo>
                  <a:cubicBezTo>
                    <a:pt x="234110" y="209005"/>
                    <a:pt x="233951" y="219823"/>
                    <a:pt x="229075" y="228600"/>
                  </a:cubicBezTo>
                  <a:cubicBezTo>
                    <a:pt x="217956" y="248614"/>
                    <a:pt x="203675" y="266700"/>
                    <a:pt x="190975" y="285750"/>
                  </a:cubicBezTo>
                  <a:cubicBezTo>
                    <a:pt x="184625" y="295275"/>
                    <a:pt x="175545" y="303465"/>
                    <a:pt x="171925" y="314325"/>
                  </a:cubicBezTo>
                  <a:lnTo>
                    <a:pt x="162400" y="342900"/>
                  </a:lnTo>
                  <a:cubicBezTo>
                    <a:pt x="158311" y="371521"/>
                    <a:pt x="151707" y="426559"/>
                    <a:pt x="143350" y="457200"/>
                  </a:cubicBezTo>
                  <a:cubicBezTo>
                    <a:pt x="138066" y="476573"/>
                    <a:pt x="129170" y="494869"/>
                    <a:pt x="124300" y="514350"/>
                  </a:cubicBezTo>
                  <a:cubicBezTo>
                    <a:pt x="109905" y="571931"/>
                    <a:pt x="118915" y="540031"/>
                    <a:pt x="95725" y="609600"/>
                  </a:cubicBezTo>
                  <a:lnTo>
                    <a:pt x="86200" y="638175"/>
                  </a:lnTo>
                  <a:cubicBezTo>
                    <a:pt x="83025" y="647700"/>
                    <a:pt x="78644" y="656905"/>
                    <a:pt x="76675" y="666750"/>
                  </a:cubicBezTo>
                  <a:cubicBezTo>
                    <a:pt x="73500" y="682625"/>
                    <a:pt x="70662" y="698571"/>
                    <a:pt x="67150" y="714375"/>
                  </a:cubicBezTo>
                  <a:cubicBezTo>
                    <a:pt x="57553" y="757561"/>
                    <a:pt x="54404" y="762137"/>
                    <a:pt x="38575" y="809625"/>
                  </a:cubicBezTo>
                  <a:cubicBezTo>
                    <a:pt x="35400" y="819150"/>
                    <a:pt x="31485" y="828460"/>
                    <a:pt x="29050" y="838200"/>
                  </a:cubicBezTo>
                  <a:lnTo>
                    <a:pt x="10000" y="914400"/>
                  </a:lnTo>
                  <a:cubicBezTo>
                    <a:pt x="5307" y="1003564"/>
                    <a:pt x="-9941" y="1165572"/>
                    <a:pt x="10000" y="1257300"/>
                  </a:cubicBezTo>
                  <a:cubicBezTo>
                    <a:pt x="14864" y="1279673"/>
                    <a:pt x="35400" y="1295400"/>
                    <a:pt x="48100" y="1314450"/>
                  </a:cubicBezTo>
                  <a:cubicBezTo>
                    <a:pt x="90204" y="1377605"/>
                    <a:pt x="40720" y="1307428"/>
                    <a:pt x="95725" y="1371600"/>
                  </a:cubicBezTo>
                  <a:cubicBezTo>
                    <a:pt x="106056" y="1383653"/>
                    <a:pt x="113075" y="1398475"/>
                    <a:pt x="124300" y="1409700"/>
                  </a:cubicBezTo>
                  <a:cubicBezTo>
                    <a:pt x="132395" y="1417795"/>
                    <a:pt x="144081" y="1421421"/>
                    <a:pt x="152875" y="1428750"/>
                  </a:cubicBezTo>
                  <a:cubicBezTo>
                    <a:pt x="226214" y="1489866"/>
                    <a:pt x="139079" y="1429077"/>
                    <a:pt x="210025" y="1476375"/>
                  </a:cubicBezTo>
                  <a:cubicBezTo>
                    <a:pt x="226764" y="1526593"/>
                    <a:pt x="208487" y="1485959"/>
                    <a:pt x="248125" y="1533525"/>
                  </a:cubicBezTo>
                  <a:cubicBezTo>
                    <a:pt x="255454" y="1542319"/>
                    <a:pt x="262055" y="1551861"/>
                    <a:pt x="267175" y="1562100"/>
                  </a:cubicBezTo>
                  <a:cubicBezTo>
                    <a:pt x="271665" y="1571080"/>
                    <a:pt x="270428" y="1582835"/>
                    <a:pt x="276700" y="1590675"/>
                  </a:cubicBezTo>
                  <a:cubicBezTo>
                    <a:pt x="283851" y="1599614"/>
                    <a:pt x="295750" y="1603375"/>
                    <a:pt x="305275" y="1609725"/>
                  </a:cubicBezTo>
                  <a:cubicBezTo>
                    <a:pt x="311625" y="1619250"/>
                    <a:pt x="316230" y="1630205"/>
                    <a:pt x="324325" y="1638300"/>
                  </a:cubicBezTo>
                  <a:cubicBezTo>
                    <a:pt x="332420" y="1646395"/>
                    <a:pt x="345749" y="1648411"/>
                    <a:pt x="352900" y="1657350"/>
                  </a:cubicBezTo>
                  <a:cubicBezTo>
                    <a:pt x="389845" y="1703532"/>
                    <a:pt x="328655" y="1674668"/>
                    <a:pt x="391000" y="1695450"/>
                  </a:cubicBezTo>
                  <a:cubicBezTo>
                    <a:pt x="397350" y="1704975"/>
                    <a:pt x="401111" y="1716874"/>
                    <a:pt x="410050" y="1724025"/>
                  </a:cubicBezTo>
                  <a:cubicBezTo>
                    <a:pt x="417890" y="1730297"/>
                    <a:pt x="429645" y="1729060"/>
                    <a:pt x="438625" y="1733550"/>
                  </a:cubicBezTo>
                  <a:cubicBezTo>
                    <a:pt x="448864" y="1738670"/>
                    <a:pt x="456961" y="1747480"/>
                    <a:pt x="467200" y="1752600"/>
                  </a:cubicBezTo>
                  <a:cubicBezTo>
                    <a:pt x="476180" y="1757090"/>
                    <a:pt x="486795" y="1757635"/>
                    <a:pt x="495775" y="1762125"/>
                  </a:cubicBezTo>
                  <a:cubicBezTo>
                    <a:pt x="506014" y="1767245"/>
                    <a:pt x="513196" y="1778601"/>
                    <a:pt x="524350" y="1781175"/>
                  </a:cubicBezTo>
                  <a:cubicBezTo>
                    <a:pt x="555441" y="1788350"/>
                    <a:pt x="587850" y="1787525"/>
                    <a:pt x="619600" y="1790700"/>
                  </a:cubicBezTo>
                  <a:cubicBezTo>
                    <a:pt x="638650" y="1797050"/>
                    <a:pt x="657269" y="1804880"/>
                    <a:pt x="676750" y="1809750"/>
                  </a:cubicBezTo>
                  <a:cubicBezTo>
                    <a:pt x="689450" y="1812925"/>
                    <a:pt x="702311" y="1815513"/>
                    <a:pt x="714850" y="1819275"/>
                  </a:cubicBezTo>
                  <a:cubicBezTo>
                    <a:pt x="734084" y="1825045"/>
                    <a:pt x="752193" y="1835024"/>
                    <a:pt x="772000" y="1838325"/>
                  </a:cubicBezTo>
                  <a:lnTo>
                    <a:pt x="829150" y="1847850"/>
                  </a:lnTo>
                  <a:cubicBezTo>
                    <a:pt x="838613" y="1847293"/>
                    <a:pt x="969954" y="1853648"/>
                    <a:pt x="1019650" y="1828800"/>
                  </a:cubicBezTo>
                  <a:cubicBezTo>
                    <a:pt x="1029889" y="1823680"/>
                    <a:pt x="1038700" y="1816100"/>
                    <a:pt x="1048225" y="1809750"/>
                  </a:cubicBezTo>
                  <a:cubicBezTo>
                    <a:pt x="1070399" y="1610187"/>
                    <a:pt x="1047211" y="1838026"/>
                    <a:pt x="1067275" y="1466850"/>
                  </a:cubicBezTo>
                  <a:cubicBezTo>
                    <a:pt x="1077473" y="1278194"/>
                    <a:pt x="1069320" y="1435533"/>
                    <a:pt x="1086325" y="1333500"/>
                  </a:cubicBezTo>
                  <a:cubicBezTo>
                    <a:pt x="1090533" y="1308251"/>
                    <a:pt x="1092467" y="1282673"/>
                    <a:pt x="1095850" y="1257300"/>
                  </a:cubicBezTo>
                  <a:cubicBezTo>
                    <a:pt x="1118951" y="1084043"/>
                    <a:pt x="1088416" y="1306474"/>
                    <a:pt x="1124425" y="1114425"/>
                  </a:cubicBezTo>
                  <a:cubicBezTo>
                    <a:pt x="1129142" y="1089266"/>
                    <a:pt x="1129233" y="1063384"/>
                    <a:pt x="1133950" y="1038225"/>
                  </a:cubicBezTo>
                  <a:cubicBezTo>
                    <a:pt x="1138775" y="1012492"/>
                    <a:pt x="1153000" y="962025"/>
                    <a:pt x="1153000" y="962025"/>
                  </a:cubicBezTo>
                  <a:cubicBezTo>
                    <a:pt x="1166000" y="832023"/>
                    <a:pt x="1162525" y="898683"/>
                    <a:pt x="1143475" y="733425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Freeform: Shape 3">
              <a:extLst>
                <a:ext uri="{FF2B5EF4-FFF2-40B4-BE49-F238E27FC236}">
                  <a16:creationId xmlns:a16="http://schemas.microsoft.com/office/drawing/2014/main" id="{2804E3D4-F6EB-114A-2397-E81D874BADCE}"/>
                </a:ext>
              </a:extLst>
            </p:cNvPr>
            <p:cNvSpPr/>
            <p:nvPr/>
          </p:nvSpPr>
          <p:spPr>
            <a:xfrm>
              <a:off x="8089602" y="1675872"/>
              <a:ext cx="466725" cy="876300"/>
            </a:xfrm>
            <a:custGeom>
              <a:avLst/>
              <a:gdLst>
                <a:gd name="connsiteX0" fmla="*/ 466725 w 466725"/>
                <a:gd name="connsiteY0" fmla="*/ 876300 h 876300"/>
                <a:gd name="connsiteX1" fmla="*/ 400050 w 466725"/>
                <a:gd name="connsiteY1" fmla="*/ 590550 h 876300"/>
                <a:gd name="connsiteX2" fmla="*/ 390525 w 466725"/>
                <a:gd name="connsiteY2" fmla="*/ 409575 h 876300"/>
                <a:gd name="connsiteX3" fmla="*/ 371475 w 466725"/>
                <a:gd name="connsiteY3" fmla="*/ 314325 h 876300"/>
                <a:gd name="connsiteX4" fmla="*/ 352425 w 466725"/>
                <a:gd name="connsiteY4" fmla="*/ 266700 h 876300"/>
                <a:gd name="connsiteX5" fmla="*/ 342900 w 466725"/>
                <a:gd name="connsiteY5" fmla="*/ 238125 h 876300"/>
                <a:gd name="connsiteX6" fmla="*/ 304800 w 466725"/>
                <a:gd name="connsiteY6" fmla="*/ 180975 h 876300"/>
                <a:gd name="connsiteX7" fmla="*/ 285750 w 466725"/>
                <a:gd name="connsiteY7" fmla="*/ 152400 h 876300"/>
                <a:gd name="connsiteX8" fmla="*/ 266700 w 466725"/>
                <a:gd name="connsiteY8" fmla="*/ 123825 h 876300"/>
                <a:gd name="connsiteX9" fmla="*/ 238125 w 466725"/>
                <a:gd name="connsiteY9" fmla="*/ 114300 h 876300"/>
                <a:gd name="connsiteX10" fmla="*/ 209550 w 466725"/>
                <a:gd name="connsiteY10" fmla="*/ 85725 h 876300"/>
                <a:gd name="connsiteX11" fmla="*/ 152400 w 466725"/>
                <a:gd name="connsiteY11" fmla="*/ 66675 h 876300"/>
                <a:gd name="connsiteX12" fmla="*/ 123825 w 466725"/>
                <a:gd name="connsiteY12" fmla="*/ 57150 h 876300"/>
                <a:gd name="connsiteX13" fmla="*/ 66675 w 466725"/>
                <a:gd name="connsiteY13" fmla="*/ 19050 h 876300"/>
                <a:gd name="connsiteX14" fmla="*/ 38100 w 466725"/>
                <a:gd name="connsiteY14" fmla="*/ 9525 h 876300"/>
                <a:gd name="connsiteX15" fmla="*/ 0 w 466725"/>
                <a:gd name="connsiteY15" fmla="*/ 0 h 8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6725" h="876300">
                  <a:moveTo>
                    <a:pt x="466725" y="876300"/>
                  </a:moveTo>
                  <a:cubicBezTo>
                    <a:pt x="444500" y="781050"/>
                    <a:pt x="415810" y="687080"/>
                    <a:pt x="400050" y="590550"/>
                  </a:cubicBezTo>
                  <a:cubicBezTo>
                    <a:pt x="390316" y="530931"/>
                    <a:pt x="395342" y="469791"/>
                    <a:pt x="390525" y="409575"/>
                  </a:cubicBezTo>
                  <a:cubicBezTo>
                    <a:pt x="389044" y="391063"/>
                    <a:pt x="378773" y="336218"/>
                    <a:pt x="371475" y="314325"/>
                  </a:cubicBezTo>
                  <a:cubicBezTo>
                    <a:pt x="366068" y="298105"/>
                    <a:pt x="358428" y="282709"/>
                    <a:pt x="352425" y="266700"/>
                  </a:cubicBezTo>
                  <a:cubicBezTo>
                    <a:pt x="348900" y="257299"/>
                    <a:pt x="347776" y="246902"/>
                    <a:pt x="342900" y="238125"/>
                  </a:cubicBezTo>
                  <a:cubicBezTo>
                    <a:pt x="331781" y="218111"/>
                    <a:pt x="317500" y="200025"/>
                    <a:pt x="304800" y="180975"/>
                  </a:cubicBezTo>
                  <a:lnTo>
                    <a:pt x="285750" y="152400"/>
                  </a:lnTo>
                  <a:cubicBezTo>
                    <a:pt x="279400" y="142875"/>
                    <a:pt x="277560" y="127445"/>
                    <a:pt x="266700" y="123825"/>
                  </a:cubicBezTo>
                  <a:lnTo>
                    <a:pt x="238125" y="114300"/>
                  </a:lnTo>
                  <a:cubicBezTo>
                    <a:pt x="228600" y="104775"/>
                    <a:pt x="221325" y="92267"/>
                    <a:pt x="209550" y="85725"/>
                  </a:cubicBezTo>
                  <a:cubicBezTo>
                    <a:pt x="191997" y="75973"/>
                    <a:pt x="171450" y="73025"/>
                    <a:pt x="152400" y="66675"/>
                  </a:cubicBezTo>
                  <a:cubicBezTo>
                    <a:pt x="142875" y="63500"/>
                    <a:pt x="132179" y="62719"/>
                    <a:pt x="123825" y="57150"/>
                  </a:cubicBezTo>
                  <a:cubicBezTo>
                    <a:pt x="104775" y="44450"/>
                    <a:pt x="88395" y="26290"/>
                    <a:pt x="66675" y="19050"/>
                  </a:cubicBezTo>
                  <a:cubicBezTo>
                    <a:pt x="57150" y="15875"/>
                    <a:pt x="47754" y="12283"/>
                    <a:pt x="38100" y="9525"/>
                  </a:cubicBezTo>
                  <a:cubicBezTo>
                    <a:pt x="25513" y="5929"/>
                    <a:pt x="0" y="0"/>
                    <a:pt x="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Freeform: Shape 12">
              <a:extLst>
                <a:ext uri="{FF2B5EF4-FFF2-40B4-BE49-F238E27FC236}">
                  <a16:creationId xmlns:a16="http://schemas.microsoft.com/office/drawing/2014/main" id="{83FFA2D2-3F8F-8661-EA1C-96E06A7DCD9E}"/>
                </a:ext>
              </a:extLst>
            </p:cNvPr>
            <p:cNvSpPr/>
            <p:nvPr/>
          </p:nvSpPr>
          <p:spPr>
            <a:xfrm>
              <a:off x="7634307" y="2589075"/>
              <a:ext cx="678180" cy="350773"/>
            </a:xfrm>
            <a:custGeom>
              <a:avLst/>
              <a:gdLst>
                <a:gd name="connsiteX0" fmla="*/ 0 w 678180"/>
                <a:gd name="connsiteY0" fmla="*/ 350773 h 350773"/>
                <a:gd name="connsiteX1" fmla="*/ 38100 w 678180"/>
                <a:gd name="connsiteY1" fmla="*/ 327913 h 350773"/>
                <a:gd name="connsiteX2" fmla="*/ 53340 w 678180"/>
                <a:gd name="connsiteY2" fmla="*/ 305053 h 350773"/>
                <a:gd name="connsiteX3" fmla="*/ 76200 w 678180"/>
                <a:gd name="connsiteY3" fmla="*/ 289813 h 350773"/>
                <a:gd name="connsiteX4" fmla="*/ 114300 w 678180"/>
                <a:gd name="connsiteY4" fmla="*/ 221233 h 350773"/>
                <a:gd name="connsiteX5" fmla="*/ 137160 w 678180"/>
                <a:gd name="connsiteY5" fmla="*/ 205993 h 350773"/>
                <a:gd name="connsiteX6" fmla="*/ 152400 w 678180"/>
                <a:gd name="connsiteY6" fmla="*/ 183133 h 350773"/>
                <a:gd name="connsiteX7" fmla="*/ 198120 w 678180"/>
                <a:gd name="connsiteY7" fmla="*/ 160273 h 350773"/>
                <a:gd name="connsiteX8" fmla="*/ 220980 w 678180"/>
                <a:gd name="connsiteY8" fmla="*/ 145033 h 350773"/>
                <a:gd name="connsiteX9" fmla="*/ 243840 w 678180"/>
                <a:gd name="connsiteY9" fmla="*/ 137413 h 350773"/>
                <a:gd name="connsiteX10" fmla="*/ 266700 w 678180"/>
                <a:gd name="connsiteY10" fmla="*/ 122173 h 350773"/>
                <a:gd name="connsiteX11" fmla="*/ 342900 w 678180"/>
                <a:gd name="connsiteY11" fmla="*/ 91693 h 350773"/>
                <a:gd name="connsiteX12" fmla="*/ 365760 w 678180"/>
                <a:gd name="connsiteY12" fmla="*/ 76453 h 350773"/>
                <a:gd name="connsiteX13" fmla="*/ 434340 w 678180"/>
                <a:gd name="connsiteY13" fmla="*/ 53593 h 350773"/>
                <a:gd name="connsiteX14" fmla="*/ 457200 w 678180"/>
                <a:gd name="connsiteY14" fmla="*/ 45973 h 350773"/>
                <a:gd name="connsiteX15" fmla="*/ 480060 w 678180"/>
                <a:gd name="connsiteY15" fmla="*/ 38353 h 350773"/>
                <a:gd name="connsiteX16" fmla="*/ 525780 w 678180"/>
                <a:gd name="connsiteY16" fmla="*/ 15493 h 350773"/>
                <a:gd name="connsiteX17" fmla="*/ 632460 w 678180"/>
                <a:gd name="connsiteY17" fmla="*/ 7873 h 350773"/>
                <a:gd name="connsiteX18" fmla="*/ 678180 w 678180"/>
                <a:gd name="connsiteY18" fmla="*/ 253 h 35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78180" h="350773">
                  <a:moveTo>
                    <a:pt x="0" y="350773"/>
                  </a:moveTo>
                  <a:cubicBezTo>
                    <a:pt x="12700" y="343153"/>
                    <a:pt x="26855" y="337552"/>
                    <a:pt x="38100" y="327913"/>
                  </a:cubicBezTo>
                  <a:cubicBezTo>
                    <a:pt x="45053" y="321953"/>
                    <a:pt x="46864" y="311529"/>
                    <a:pt x="53340" y="305053"/>
                  </a:cubicBezTo>
                  <a:cubicBezTo>
                    <a:pt x="59816" y="298577"/>
                    <a:pt x="68580" y="294893"/>
                    <a:pt x="76200" y="289813"/>
                  </a:cubicBezTo>
                  <a:cubicBezTo>
                    <a:pt x="84141" y="265991"/>
                    <a:pt x="91841" y="236205"/>
                    <a:pt x="114300" y="221233"/>
                  </a:cubicBezTo>
                  <a:lnTo>
                    <a:pt x="137160" y="205993"/>
                  </a:lnTo>
                  <a:cubicBezTo>
                    <a:pt x="142240" y="198373"/>
                    <a:pt x="145924" y="189609"/>
                    <a:pt x="152400" y="183133"/>
                  </a:cubicBezTo>
                  <a:cubicBezTo>
                    <a:pt x="174238" y="161295"/>
                    <a:pt x="173330" y="172668"/>
                    <a:pt x="198120" y="160273"/>
                  </a:cubicBezTo>
                  <a:cubicBezTo>
                    <a:pt x="206311" y="156177"/>
                    <a:pt x="212789" y="149129"/>
                    <a:pt x="220980" y="145033"/>
                  </a:cubicBezTo>
                  <a:cubicBezTo>
                    <a:pt x="228164" y="141441"/>
                    <a:pt x="236656" y="141005"/>
                    <a:pt x="243840" y="137413"/>
                  </a:cubicBezTo>
                  <a:cubicBezTo>
                    <a:pt x="252031" y="133317"/>
                    <a:pt x="258694" y="126621"/>
                    <a:pt x="266700" y="122173"/>
                  </a:cubicBezTo>
                  <a:cubicBezTo>
                    <a:pt x="311771" y="97133"/>
                    <a:pt x="302046" y="101907"/>
                    <a:pt x="342900" y="91693"/>
                  </a:cubicBezTo>
                  <a:cubicBezTo>
                    <a:pt x="350520" y="86613"/>
                    <a:pt x="357391" y="80172"/>
                    <a:pt x="365760" y="76453"/>
                  </a:cubicBezTo>
                  <a:lnTo>
                    <a:pt x="434340" y="53593"/>
                  </a:lnTo>
                  <a:lnTo>
                    <a:pt x="457200" y="45973"/>
                  </a:lnTo>
                  <a:cubicBezTo>
                    <a:pt x="464820" y="43433"/>
                    <a:pt x="473377" y="42808"/>
                    <a:pt x="480060" y="38353"/>
                  </a:cubicBezTo>
                  <a:cubicBezTo>
                    <a:pt x="495472" y="28078"/>
                    <a:pt x="506626" y="17746"/>
                    <a:pt x="525780" y="15493"/>
                  </a:cubicBezTo>
                  <a:cubicBezTo>
                    <a:pt x="561186" y="11328"/>
                    <a:pt x="596900" y="10413"/>
                    <a:pt x="632460" y="7873"/>
                  </a:cubicBezTo>
                  <a:cubicBezTo>
                    <a:pt x="662549" y="-2157"/>
                    <a:pt x="647288" y="253"/>
                    <a:pt x="678180" y="253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Freeform: Shape 13">
              <a:extLst>
                <a:ext uri="{FF2B5EF4-FFF2-40B4-BE49-F238E27FC236}">
                  <a16:creationId xmlns:a16="http://schemas.microsoft.com/office/drawing/2014/main" id="{7A5DA843-B26A-C4C7-76AD-DD8779672B55}"/>
                </a:ext>
              </a:extLst>
            </p:cNvPr>
            <p:cNvSpPr/>
            <p:nvPr/>
          </p:nvSpPr>
          <p:spPr>
            <a:xfrm>
              <a:off x="8312487" y="2543608"/>
              <a:ext cx="740407" cy="190503"/>
            </a:xfrm>
            <a:custGeom>
              <a:avLst/>
              <a:gdLst>
                <a:gd name="connsiteX0" fmla="*/ 0 w 740407"/>
                <a:gd name="connsiteY0" fmla="*/ 45720 h 190503"/>
                <a:gd name="connsiteX1" fmla="*/ 60960 w 740407"/>
                <a:gd name="connsiteY1" fmla="*/ 30480 h 190503"/>
                <a:gd name="connsiteX2" fmla="*/ 83820 w 740407"/>
                <a:gd name="connsiteY2" fmla="*/ 15240 h 190503"/>
                <a:gd name="connsiteX3" fmla="*/ 129540 w 740407"/>
                <a:gd name="connsiteY3" fmla="*/ 0 h 190503"/>
                <a:gd name="connsiteX4" fmla="*/ 274320 w 740407"/>
                <a:gd name="connsiteY4" fmla="*/ 15240 h 190503"/>
                <a:gd name="connsiteX5" fmla="*/ 320040 w 740407"/>
                <a:gd name="connsiteY5" fmla="*/ 30480 h 190503"/>
                <a:gd name="connsiteX6" fmla="*/ 342900 w 740407"/>
                <a:gd name="connsiteY6" fmla="*/ 38100 h 190503"/>
                <a:gd name="connsiteX7" fmla="*/ 365760 w 740407"/>
                <a:gd name="connsiteY7" fmla="*/ 53340 h 190503"/>
                <a:gd name="connsiteX8" fmla="*/ 411480 w 740407"/>
                <a:gd name="connsiteY8" fmla="*/ 68580 h 190503"/>
                <a:gd name="connsiteX9" fmla="*/ 457200 w 740407"/>
                <a:gd name="connsiteY9" fmla="*/ 99060 h 190503"/>
                <a:gd name="connsiteX10" fmla="*/ 480060 w 740407"/>
                <a:gd name="connsiteY10" fmla="*/ 106680 h 190503"/>
                <a:gd name="connsiteX11" fmla="*/ 510540 w 740407"/>
                <a:gd name="connsiteY11" fmla="*/ 121920 h 190503"/>
                <a:gd name="connsiteX12" fmla="*/ 571500 w 740407"/>
                <a:gd name="connsiteY12" fmla="*/ 137160 h 190503"/>
                <a:gd name="connsiteX13" fmla="*/ 617220 w 740407"/>
                <a:gd name="connsiteY13" fmla="*/ 152400 h 190503"/>
                <a:gd name="connsiteX14" fmla="*/ 640080 w 740407"/>
                <a:gd name="connsiteY14" fmla="*/ 160020 h 190503"/>
                <a:gd name="connsiteX15" fmla="*/ 670560 w 740407"/>
                <a:gd name="connsiteY15" fmla="*/ 167640 h 190503"/>
                <a:gd name="connsiteX16" fmla="*/ 693420 w 740407"/>
                <a:gd name="connsiteY16" fmla="*/ 182880 h 190503"/>
                <a:gd name="connsiteX17" fmla="*/ 731520 w 740407"/>
                <a:gd name="connsiteY17" fmla="*/ 190500 h 19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0407" h="190503">
                  <a:moveTo>
                    <a:pt x="0" y="45720"/>
                  </a:moveTo>
                  <a:cubicBezTo>
                    <a:pt x="14491" y="42822"/>
                    <a:pt x="45339" y="38290"/>
                    <a:pt x="60960" y="30480"/>
                  </a:cubicBezTo>
                  <a:cubicBezTo>
                    <a:pt x="69151" y="26384"/>
                    <a:pt x="75451" y="18959"/>
                    <a:pt x="83820" y="15240"/>
                  </a:cubicBezTo>
                  <a:cubicBezTo>
                    <a:pt x="98500" y="8716"/>
                    <a:pt x="129540" y="0"/>
                    <a:pt x="129540" y="0"/>
                  </a:cubicBezTo>
                  <a:cubicBezTo>
                    <a:pt x="201532" y="4799"/>
                    <a:pt x="221265" y="-676"/>
                    <a:pt x="274320" y="15240"/>
                  </a:cubicBezTo>
                  <a:cubicBezTo>
                    <a:pt x="289707" y="19856"/>
                    <a:pt x="304800" y="25400"/>
                    <a:pt x="320040" y="30480"/>
                  </a:cubicBezTo>
                  <a:cubicBezTo>
                    <a:pt x="327660" y="33020"/>
                    <a:pt x="336217" y="33645"/>
                    <a:pt x="342900" y="38100"/>
                  </a:cubicBezTo>
                  <a:cubicBezTo>
                    <a:pt x="350520" y="43180"/>
                    <a:pt x="357391" y="49621"/>
                    <a:pt x="365760" y="53340"/>
                  </a:cubicBezTo>
                  <a:cubicBezTo>
                    <a:pt x="380440" y="59864"/>
                    <a:pt x="398114" y="59669"/>
                    <a:pt x="411480" y="68580"/>
                  </a:cubicBezTo>
                  <a:cubicBezTo>
                    <a:pt x="426720" y="78740"/>
                    <a:pt x="439824" y="93268"/>
                    <a:pt x="457200" y="99060"/>
                  </a:cubicBezTo>
                  <a:cubicBezTo>
                    <a:pt x="464820" y="101600"/>
                    <a:pt x="472677" y="103516"/>
                    <a:pt x="480060" y="106680"/>
                  </a:cubicBezTo>
                  <a:cubicBezTo>
                    <a:pt x="490501" y="111155"/>
                    <a:pt x="499764" y="118328"/>
                    <a:pt x="510540" y="121920"/>
                  </a:cubicBezTo>
                  <a:cubicBezTo>
                    <a:pt x="530411" y="128544"/>
                    <a:pt x="551629" y="130536"/>
                    <a:pt x="571500" y="137160"/>
                  </a:cubicBezTo>
                  <a:lnTo>
                    <a:pt x="617220" y="152400"/>
                  </a:lnTo>
                  <a:cubicBezTo>
                    <a:pt x="624840" y="154940"/>
                    <a:pt x="632288" y="158072"/>
                    <a:pt x="640080" y="160020"/>
                  </a:cubicBezTo>
                  <a:lnTo>
                    <a:pt x="670560" y="167640"/>
                  </a:lnTo>
                  <a:cubicBezTo>
                    <a:pt x="678180" y="172720"/>
                    <a:pt x="684732" y="179984"/>
                    <a:pt x="693420" y="182880"/>
                  </a:cubicBezTo>
                  <a:cubicBezTo>
                    <a:pt x="717533" y="190918"/>
                    <a:pt x="758554" y="190500"/>
                    <a:pt x="731520" y="1905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Multiplication Sign 47">
              <a:extLst>
                <a:ext uri="{FF2B5EF4-FFF2-40B4-BE49-F238E27FC236}">
                  <a16:creationId xmlns:a16="http://schemas.microsoft.com/office/drawing/2014/main" id="{02774485-A5F4-1AB7-9F75-920985A6D1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60623" y="2648286"/>
              <a:ext cx="180000" cy="180000"/>
            </a:xfrm>
            <a:prstGeom prst="mathMultiply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0237CB55-99BC-6D3E-2ED2-F302020DEB53}"/>
                    </a:ext>
                  </a:extLst>
                </p:cNvPr>
                <p:cNvSpPr txBox="1"/>
                <p:nvPr/>
              </p:nvSpPr>
              <p:spPr>
                <a:xfrm>
                  <a:off x="7621600" y="1914868"/>
                  <a:ext cx="37147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0237CB55-99BC-6D3E-2ED2-F302020DEB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1600" y="1914868"/>
                  <a:ext cx="371475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27083" b="-2244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29112EB3-3D85-4670-0F0B-D563B8407EA3}"/>
              </a:ext>
            </a:extLst>
          </p:cNvPr>
          <p:cNvGrpSpPr>
            <a:grpSpLocks noChangeAspect="1"/>
          </p:cNvGrpSpPr>
          <p:nvPr/>
        </p:nvGrpSpPr>
        <p:grpSpPr>
          <a:xfrm>
            <a:off x="9114780" y="2035562"/>
            <a:ext cx="2679861" cy="1784758"/>
            <a:chOff x="9140623" y="1631486"/>
            <a:chExt cx="3349826" cy="2230948"/>
          </a:xfrm>
        </p:grpSpPr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58294BFE-016D-2543-0691-AC18C1F33C50}"/>
                </a:ext>
              </a:extLst>
            </p:cNvPr>
            <p:cNvGrpSpPr/>
            <p:nvPr/>
          </p:nvGrpSpPr>
          <p:grpSpPr>
            <a:xfrm>
              <a:off x="9140623" y="1631486"/>
              <a:ext cx="3349826" cy="2230948"/>
              <a:chOff x="9170243" y="1645392"/>
              <a:chExt cx="3349826" cy="2230948"/>
            </a:xfrm>
          </p:grpSpPr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6BDC280F-C8B4-6A69-A295-52FBDA99EAB2}"/>
                  </a:ext>
                </a:extLst>
              </p:cNvPr>
              <p:cNvGrpSpPr/>
              <p:nvPr/>
            </p:nvGrpSpPr>
            <p:grpSpPr>
              <a:xfrm>
                <a:off x="9170243" y="1645392"/>
                <a:ext cx="3268103" cy="2230948"/>
                <a:chOff x="1011721" y="1845737"/>
                <a:chExt cx="3268103" cy="2230948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119" name="Freeform: Shape 11">
                  <a:extLst>
                    <a:ext uri="{FF2B5EF4-FFF2-40B4-BE49-F238E27FC236}">
                      <a16:creationId xmlns:a16="http://schemas.microsoft.com/office/drawing/2014/main" id="{27BE26FB-29D3-2799-C3E1-D33211169616}"/>
                    </a:ext>
                  </a:extLst>
                </p:cNvPr>
                <p:cNvSpPr/>
                <p:nvPr/>
              </p:nvSpPr>
              <p:spPr>
                <a:xfrm>
                  <a:off x="2265710" y="1866546"/>
                  <a:ext cx="2014114" cy="2200275"/>
                </a:xfrm>
                <a:custGeom>
                  <a:avLst/>
                  <a:gdLst>
                    <a:gd name="connsiteX0" fmla="*/ 2013561 w 2014114"/>
                    <a:gd name="connsiteY0" fmla="*/ 1666875 h 2200275"/>
                    <a:gd name="connsiteX1" fmla="*/ 2013561 w 2014114"/>
                    <a:gd name="connsiteY1" fmla="*/ 1666875 h 2200275"/>
                    <a:gd name="connsiteX2" fmla="*/ 1956411 w 2014114"/>
                    <a:gd name="connsiteY2" fmla="*/ 1600200 h 2200275"/>
                    <a:gd name="connsiteX3" fmla="*/ 1927836 w 2014114"/>
                    <a:gd name="connsiteY3" fmla="*/ 1571625 h 2200275"/>
                    <a:gd name="connsiteX4" fmla="*/ 1889736 w 2014114"/>
                    <a:gd name="connsiteY4" fmla="*/ 1514475 h 2200275"/>
                    <a:gd name="connsiteX5" fmla="*/ 1880211 w 2014114"/>
                    <a:gd name="connsiteY5" fmla="*/ 1485900 h 2200275"/>
                    <a:gd name="connsiteX6" fmla="*/ 1851636 w 2014114"/>
                    <a:gd name="connsiteY6" fmla="*/ 1466850 h 2200275"/>
                    <a:gd name="connsiteX7" fmla="*/ 1813536 w 2014114"/>
                    <a:gd name="connsiteY7" fmla="*/ 1323975 h 2200275"/>
                    <a:gd name="connsiteX8" fmla="*/ 1794486 w 2014114"/>
                    <a:gd name="connsiteY8" fmla="*/ 1266825 h 2200275"/>
                    <a:gd name="connsiteX9" fmla="*/ 1784961 w 2014114"/>
                    <a:gd name="connsiteY9" fmla="*/ 1238250 h 2200275"/>
                    <a:gd name="connsiteX10" fmla="*/ 1746861 w 2014114"/>
                    <a:gd name="connsiteY10" fmla="*/ 1181100 h 2200275"/>
                    <a:gd name="connsiteX11" fmla="*/ 1727811 w 2014114"/>
                    <a:gd name="connsiteY11" fmla="*/ 1152525 h 2200275"/>
                    <a:gd name="connsiteX12" fmla="*/ 1708761 w 2014114"/>
                    <a:gd name="connsiteY12" fmla="*/ 1104900 h 2200275"/>
                    <a:gd name="connsiteX13" fmla="*/ 1689711 w 2014114"/>
                    <a:gd name="connsiteY13" fmla="*/ 1076325 h 2200275"/>
                    <a:gd name="connsiteX14" fmla="*/ 1680186 w 2014114"/>
                    <a:gd name="connsiteY14" fmla="*/ 1047750 h 2200275"/>
                    <a:gd name="connsiteX15" fmla="*/ 1661136 w 2014114"/>
                    <a:gd name="connsiteY15" fmla="*/ 1019175 h 2200275"/>
                    <a:gd name="connsiteX16" fmla="*/ 1613511 w 2014114"/>
                    <a:gd name="connsiteY16" fmla="*/ 942975 h 2200275"/>
                    <a:gd name="connsiteX17" fmla="*/ 1575411 w 2014114"/>
                    <a:gd name="connsiteY17" fmla="*/ 895350 h 2200275"/>
                    <a:gd name="connsiteX18" fmla="*/ 1565886 w 2014114"/>
                    <a:gd name="connsiteY18" fmla="*/ 866775 h 2200275"/>
                    <a:gd name="connsiteX19" fmla="*/ 1537311 w 2014114"/>
                    <a:gd name="connsiteY19" fmla="*/ 838200 h 2200275"/>
                    <a:gd name="connsiteX20" fmla="*/ 1518261 w 2014114"/>
                    <a:gd name="connsiteY20" fmla="*/ 800100 h 2200275"/>
                    <a:gd name="connsiteX21" fmla="*/ 1461111 w 2014114"/>
                    <a:gd name="connsiteY21" fmla="*/ 752475 h 2200275"/>
                    <a:gd name="connsiteX22" fmla="*/ 1403961 w 2014114"/>
                    <a:gd name="connsiteY22" fmla="*/ 676275 h 2200275"/>
                    <a:gd name="connsiteX23" fmla="*/ 1337286 w 2014114"/>
                    <a:gd name="connsiteY23" fmla="*/ 619125 h 2200275"/>
                    <a:gd name="connsiteX24" fmla="*/ 1318236 w 2014114"/>
                    <a:gd name="connsiteY24" fmla="*/ 590550 h 2200275"/>
                    <a:gd name="connsiteX25" fmla="*/ 1270611 w 2014114"/>
                    <a:gd name="connsiteY25" fmla="*/ 533400 h 2200275"/>
                    <a:gd name="connsiteX26" fmla="*/ 1251561 w 2014114"/>
                    <a:gd name="connsiteY26" fmla="*/ 504825 h 2200275"/>
                    <a:gd name="connsiteX27" fmla="*/ 1222986 w 2014114"/>
                    <a:gd name="connsiteY27" fmla="*/ 485775 h 2200275"/>
                    <a:gd name="connsiteX28" fmla="*/ 1184886 w 2014114"/>
                    <a:gd name="connsiteY28" fmla="*/ 457200 h 2200275"/>
                    <a:gd name="connsiteX29" fmla="*/ 1127736 w 2014114"/>
                    <a:gd name="connsiteY29" fmla="*/ 419100 h 2200275"/>
                    <a:gd name="connsiteX30" fmla="*/ 1108686 w 2014114"/>
                    <a:gd name="connsiteY30" fmla="*/ 390525 h 2200275"/>
                    <a:gd name="connsiteX31" fmla="*/ 1080111 w 2014114"/>
                    <a:gd name="connsiteY31" fmla="*/ 381000 h 2200275"/>
                    <a:gd name="connsiteX32" fmla="*/ 1022961 w 2014114"/>
                    <a:gd name="connsiteY32" fmla="*/ 342900 h 2200275"/>
                    <a:gd name="connsiteX33" fmla="*/ 956286 w 2014114"/>
                    <a:gd name="connsiteY33" fmla="*/ 295275 h 2200275"/>
                    <a:gd name="connsiteX34" fmla="*/ 899136 w 2014114"/>
                    <a:gd name="connsiteY34" fmla="*/ 257175 h 2200275"/>
                    <a:gd name="connsiteX35" fmla="*/ 880086 w 2014114"/>
                    <a:gd name="connsiteY35" fmla="*/ 228600 h 2200275"/>
                    <a:gd name="connsiteX36" fmla="*/ 822936 w 2014114"/>
                    <a:gd name="connsiteY36" fmla="*/ 209550 h 2200275"/>
                    <a:gd name="connsiteX37" fmla="*/ 765786 w 2014114"/>
                    <a:gd name="connsiteY37" fmla="*/ 171450 h 2200275"/>
                    <a:gd name="connsiteX38" fmla="*/ 680061 w 2014114"/>
                    <a:gd name="connsiteY38" fmla="*/ 114300 h 2200275"/>
                    <a:gd name="connsiteX39" fmla="*/ 651486 w 2014114"/>
                    <a:gd name="connsiteY39" fmla="*/ 95250 h 2200275"/>
                    <a:gd name="connsiteX40" fmla="*/ 622911 w 2014114"/>
                    <a:gd name="connsiteY40" fmla="*/ 76200 h 2200275"/>
                    <a:gd name="connsiteX41" fmla="*/ 508611 w 2014114"/>
                    <a:gd name="connsiteY41" fmla="*/ 38100 h 2200275"/>
                    <a:gd name="connsiteX42" fmla="*/ 480036 w 2014114"/>
                    <a:gd name="connsiteY42" fmla="*/ 28575 h 2200275"/>
                    <a:gd name="connsiteX43" fmla="*/ 451461 w 2014114"/>
                    <a:gd name="connsiteY43" fmla="*/ 19050 h 2200275"/>
                    <a:gd name="connsiteX44" fmla="*/ 327636 w 2014114"/>
                    <a:gd name="connsiteY44" fmla="*/ 0 h 2200275"/>
                    <a:gd name="connsiteX45" fmla="*/ 146661 w 2014114"/>
                    <a:gd name="connsiteY45" fmla="*/ 9525 h 2200275"/>
                    <a:gd name="connsiteX46" fmla="*/ 89511 w 2014114"/>
                    <a:gd name="connsiteY46" fmla="*/ 28575 h 2200275"/>
                    <a:gd name="connsiteX47" fmla="*/ 70461 w 2014114"/>
                    <a:gd name="connsiteY47" fmla="*/ 457200 h 2200275"/>
                    <a:gd name="connsiteX48" fmla="*/ 51411 w 2014114"/>
                    <a:gd name="connsiteY48" fmla="*/ 752475 h 2200275"/>
                    <a:gd name="connsiteX49" fmla="*/ 41886 w 2014114"/>
                    <a:gd name="connsiteY49" fmla="*/ 828675 h 2200275"/>
                    <a:gd name="connsiteX50" fmla="*/ 13311 w 2014114"/>
                    <a:gd name="connsiteY50" fmla="*/ 923925 h 2200275"/>
                    <a:gd name="connsiteX51" fmla="*/ 3786 w 2014114"/>
                    <a:gd name="connsiteY51" fmla="*/ 990600 h 2200275"/>
                    <a:gd name="connsiteX52" fmla="*/ 22836 w 2014114"/>
                    <a:gd name="connsiteY52" fmla="*/ 1457325 h 2200275"/>
                    <a:gd name="connsiteX53" fmla="*/ 41886 w 2014114"/>
                    <a:gd name="connsiteY53" fmla="*/ 1905000 h 2200275"/>
                    <a:gd name="connsiteX54" fmla="*/ 32361 w 2014114"/>
                    <a:gd name="connsiteY54" fmla="*/ 2152650 h 2200275"/>
                    <a:gd name="connsiteX55" fmla="*/ 13311 w 2014114"/>
                    <a:gd name="connsiteY55" fmla="*/ 2200275 h 2200275"/>
                    <a:gd name="connsiteX56" fmla="*/ 89511 w 2014114"/>
                    <a:gd name="connsiteY56" fmla="*/ 2190750 h 2200275"/>
                    <a:gd name="connsiteX57" fmla="*/ 137136 w 2014114"/>
                    <a:gd name="connsiteY57" fmla="*/ 2181225 h 2200275"/>
                    <a:gd name="connsiteX58" fmla="*/ 251436 w 2014114"/>
                    <a:gd name="connsiteY58" fmla="*/ 2162175 h 2200275"/>
                    <a:gd name="connsiteX59" fmla="*/ 308586 w 2014114"/>
                    <a:gd name="connsiteY59" fmla="*/ 2152650 h 2200275"/>
                    <a:gd name="connsiteX60" fmla="*/ 441936 w 2014114"/>
                    <a:gd name="connsiteY60" fmla="*/ 2133600 h 2200275"/>
                    <a:gd name="connsiteX61" fmla="*/ 489561 w 2014114"/>
                    <a:gd name="connsiteY61" fmla="*/ 2124075 h 2200275"/>
                    <a:gd name="connsiteX62" fmla="*/ 518136 w 2014114"/>
                    <a:gd name="connsiteY62" fmla="*/ 2114550 h 2200275"/>
                    <a:gd name="connsiteX63" fmla="*/ 594336 w 2014114"/>
                    <a:gd name="connsiteY63" fmla="*/ 2105025 h 2200275"/>
                    <a:gd name="connsiteX64" fmla="*/ 661011 w 2014114"/>
                    <a:gd name="connsiteY64" fmla="*/ 2085975 h 2200275"/>
                    <a:gd name="connsiteX65" fmla="*/ 708636 w 2014114"/>
                    <a:gd name="connsiteY65" fmla="*/ 2076450 h 2200275"/>
                    <a:gd name="connsiteX66" fmla="*/ 765786 w 2014114"/>
                    <a:gd name="connsiteY66" fmla="*/ 2057400 h 2200275"/>
                    <a:gd name="connsiteX67" fmla="*/ 822936 w 2014114"/>
                    <a:gd name="connsiteY67" fmla="*/ 2028825 h 2200275"/>
                    <a:gd name="connsiteX68" fmla="*/ 851511 w 2014114"/>
                    <a:gd name="connsiteY68" fmla="*/ 2000250 h 2200275"/>
                    <a:gd name="connsiteX69" fmla="*/ 908661 w 2014114"/>
                    <a:gd name="connsiteY69" fmla="*/ 1981200 h 2200275"/>
                    <a:gd name="connsiteX70" fmla="*/ 956286 w 2014114"/>
                    <a:gd name="connsiteY70" fmla="*/ 1971675 h 2200275"/>
                    <a:gd name="connsiteX71" fmla="*/ 1022961 w 2014114"/>
                    <a:gd name="connsiteY71" fmla="*/ 1962150 h 2200275"/>
                    <a:gd name="connsiteX72" fmla="*/ 1089636 w 2014114"/>
                    <a:gd name="connsiteY72" fmla="*/ 1943100 h 2200275"/>
                    <a:gd name="connsiteX73" fmla="*/ 1156311 w 2014114"/>
                    <a:gd name="connsiteY73" fmla="*/ 1924050 h 2200275"/>
                    <a:gd name="connsiteX74" fmla="*/ 1280136 w 2014114"/>
                    <a:gd name="connsiteY74" fmla="*/ 1895475 h 2200275"/>
                    <a:gd name="connsiteX75" fmla="*/ 1308711 w 2014114"/>
                    <a:gd name="connsiteY75" fmla="*/ 1885950 h 2200275"/>
                    <a:gd name="connsiteX76" fmla="*/ 1346811 w 2014114"/>
                    <a:gd name="connsiteY76" fmla="*/ 1876425 h 2200275"/>
                    <a:gd name="connsiteX77" fmla="*/ 1375386 w 2014114"/>
                    <a:gd name="connsiteY77" fmla="*/ 1866900 h 2200275"/>
                    <a:gd name="connsiteX78" fmla="*/ 1546836 w 2014114"/>
                    <a:gd name="connsiteY78" fmla="*/ 1857375 h 2200275"/>
                    <a:gd name="connsiteX79" fmla="*/ 1603986 w 2014114"/>
                    <a:gd name="connsiteY79" fmla="*/ 1847850 h 2200275"/>
                    <a:gd name="connsiteX80" fmla="*/ 1708761 w 2014114"/>
                    <a:gd name="connsiteY80" fmla="*/ 1838325 h 2200275"/>
                    <a:gd name="connsiteX81" fmla="*/ 1746861 w 2014114"/>
                    <a:gd name="connsiteY81" fmla="*/ 1828800 h 2200275"/>
                    <a:gd name="connsiteX82" fmla="*/ 1861161 w 2014114"/>
                    <a:gd name="connsiteY82" fmla="*/ 1809750 h 2200275"/>
                    <a:gd name="connsiteX83" fmla="*/ 1918311 w 2014114"/>
                    <a:gd name="connsiteY83" fmla="*/ 1800225 h 2200275"/>
                    <a:gd name="connsiteX84" fmla="*/ 1984986 w 2014114"/>
                    <a:gd name="connsiteY84" fmla="*/ 1781175 h 2200275"/>
                    <a:gd name="connsiteX85" fmla="*/ 2013561 w 2014114"/>
                    <a:gd name="connsiteY85" fmla="*/ 1724025 h 2200275"/>
                    <a:gd name="connsiteX86" fmla="*/ 2013561 w 2014114"/>
                    <a:gd name="connsiteY86" fmla="*/ 1666875 h 22002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</a:cxnLst>
                  <a:rect l="l" t="t" r="r" b="b"/>
                  <a:pathLst>
                    <a:path w="2014114" h="2200275">
                      <a:moveTo>
                        <a:pt x="2013561" y="1666875"/>
                      </a:moveTo>
                      <a:lnTo>
                        <a:pt x="2013561" y="1666875"/>
                      </a:lnTo>
                      <a:cubicBezTo>
                        <a:pt x="1994511" y="1644650"/>
                        <a:pt x="1975993" y="1621958"/>
                        <a:pt x="1956411" y="1600200"/>
                      </a:cubicBezTo>
                      <a:cubicBezTo>
                        <a:pt x="1947400" y="1590188"/>
                        <a:pt x="1936106" y="1582258"/>
                        <a:pt x="1927836" y="1571625"/>
                      </a:cubicBezTo>
                      <a:cubicBezTo>
                        <a:pt x="1913780" y="1553553"/>
                        <a:pt x="1896976" y="1536195"/>
                        <a:pt x="1889736" y="1514475"/>
                      </a:cubicBezTo>
                      <a:cubicBezTo>
                        <a:pt x="1886561" y="1504950"/>
                        <a:pt x="1886483" y="1493740"/>
                        <a:pt x="1880211" y="1485900"/>
                      </a:cubicBezTo>
                      <a:cubicBezTo>
                        <a:pt x="1873060" y="1476961"/>
                        <a:pt x="1861161" y="1473200"/>
                        <a:pt x="1851636" y="1466850"/>
                      </a:cubicBezTo>
                      <a:cubicBezTo>
                        <a:pt x="1822694" y="1322141"/>
                        <a:pt x="1848064" y="1418927"/>
                        <a:pt x="1813536" y="1323975"/>
                      </a:cubicBezTo>
                      <a:cubicBezTo>
                        <a:pt x="1806674" y="1305104"/>
                        <a:pt x="1800836" y="1285875"/>
                        <a:pt x="1794486" y="1266825"/>
                      </a:cubicBezTo>
                      <a:cubicBezTo>
                        <a:pt x="1791311" y="1257300"/>
                        <a:pt x="1790530" y="1246604"/>
                        <a:pt x="1784961" y="1238250"/>
                      </a:cubicBezTo>
                      <a:lnTo>
                        <a:pt x="1746861" y="1181100"/>
                      </a:lnTo>
                      <a:cubicBezTo>
                        <a:pt x="1740511" y="1171575"/>
                        <a:pt x="1732063" y="1163154"/>
                        <a:pt x="1727811" y="1152525"/>
                      </a:cubicBezTo>
                      <a:cubicBezTo>
                        <a:pt x="1721461" y="1136650"/>
                        <a:pt x="1716407" y="1120193"/>
                        <a:pt x="1708761" y="1104900"/>
                      </a:cubicBezTo>
                      <a:cubicBezTo>
                        <a:pt x="1703641" y="1094661"/>
                        <a:pt x="1694831" y="1086564"/>
                        <a:pt x="1689711" y="1076325"/>
                      </a:cubicBezTo>
                      <a:cubicBezTo>
                        <a:pt x="1685221" y="1067345"/>
                        <a:pt x="1684676" y="1056730"/>
                        <a:pt x="1680186" y="1047750"/>
                      </a:cubicBezTo>
                      <a:cubicBezTo>
                        <a:pt x="1675066" y="1037511"/>
                        <a:pt x="1666256" y="1029414"/>
                        <a:pt x="1661136" y="1019175"/>
                      </a:cubicBezTo>
                      <a:cubicBezTo>
                        <a:pt x="1625057" y="947017"/>
                        <a:pt x="1663651" y="993115"/>
                        <a:pt x="1613511" y="942975"/>
                      </a:cubicBezTo>
                      <a:cubicBezTo>
                        <a:pt x="1589570" y="871151"/>
                        <a:pt x="1624650" y="956898"/>
                        <a:pt x="1575411" y="895350"/>
                      </a:cubicBezTo>
                      <a:cubicBezTo>
                        <a:pt x="1569139" y="887510"/>
                        <a:pt x="1571455" y="875129"/>
                        <a:pt x="1565886" y="866775"/>
                      </a:cubicBezTo>
                      <a:cubicBezTo>
                        <a:pt x="1558414" y="855567"/>
                        <a:pt x="1545141" y="849161"/>
                        <a:pt x="1537311" y="838200"/>
                      </a:cubicBezTo>
                      <a:cubicBezTo>
                        <a:pt x="1529058" y="826646"/>
                        <a:pt x="1526514" y="811654"/>
                        <a:pt x="1518261" y="800100"/>
                      </a:cubicBezTo>
                      <a:cubicBezTo>
                        <a:pt x="1501593" y="776765"/>
                        <a:pt x="1483896" y="767665"/>
                        <a:pt x="1461111" y="752475"/>
                      </a:cubicBezTo>
                      <a:cubicBezTo>
                        <a:pt x="1443524" y="726095"/>
                        <a:pt x="1426587" y="698901"/>
                        <a:pt x="1403961" y="676275"/>
                      </a:cubicBezTo>
                      <a:cubicBezTo>
                        <a:pt x="1340894" y="613208"/>
                        <a:pt x="1389127" y="681334"/>
                        <a:pt x="1337286" y="619125"/>
                      </a:cubicBezTo>
                      <a:cubicBezTo>
                        <a:pt x="1329957" y="610331"/>
                        <a:pt x="1325264" y="599586"/>
                        <a:pt x="1318236" y="590550"/>
                      </a:cubicBezTo>
                      <a:cubicBezTo>
                        <a:pt x="1303012" y="570976"/>
                        <a:pt x="1285835" y="552974"/>
                        <a:pt x="1270611" y="533400"/>
                      </a:cubicBezTo>
                      <a:cubicBezTo>
                        <a:pt x="1263583" y="524364"/>
                        <a:pt x="1259656" y="512920"/>
                        <a:pt x="1251561" y="504825"/>
                      </a:cubicBezTo>
                      <a:cubicBezTo>
                        <a:pt x="1243466" y="496730"/>
                        <a:pt x="1232301" y="492429"/>
                        <a:pt x="1222986" y="485775"/>
                      </a:cubicBezTo>
                      <a:cubicBezTo>
                        <a:pt x="1210068" y="476548"/>
                        <a:pt x="1197891" y="466304"/>
                        <a:pt x="1184886" y="457200"/>
                      </a:cubicBezTo>
                      <a:cubicBezTo>
                        <a:pt x="1166129" y="444070"/>
                        <a:pt x="1127736" y="419100"/>
                        <a:pt x="1127736" y="419100"/>
                      </a:cubicBezTo>
                      <a:cubicBezTo>
                        <a:pt x="1121386" y="409575"/>
                        <a:pt x="1117625" y="397676"/>
                        <a:pt x="1108686" y="390525"/>
                      </a:cubicBezTo>
                      <a:cubicBezTo>
                        <a:pt x="1100846" y="384253"/>
                        <a:pt x="1088888" y="385876"/>
                        <a:pt x="1080111" y="381000"/>
                      </a:cubicBezTo>
                      <a:cubicBezTo>
                        <a:pt x="1060097" y="369881"/>
                        <a:pt x="1039150" y="359089"/>
                        <a:pt x="1022961" y="342900"/>
                      </a:cubicBezTo>
                      <a:cubicBezTo>
                        <a:pt x="948665" y="268604"/>
                        <a:pt x="1044045" y="357960"/>
                        <a:pt x="956286" y="295275"/>
                      </a:cubicBezTo>
                      <a:cubicBezTo>
                        <a:pt x="893856" y="250682"/>
                        <a:pt x="960433" y="277607"/>
                        <a:pt x="899136" y="257175"/>
                      </a:cubicBezTo>
                      <a:cubicBezTo>
                        <a:pt x="892786" y="247650"/>
                        <a:pt x="889794" y="234667"/>
                        <a:pt x="880086" y="228600"/>
                      </a:cubicBezTo>
                      <a:cubicBezTo>
                        <a:pt x="863058" y="217957"/>
                        <a:pt x="839644" y="220689"/>
                        <a:pt x="822936" y="209550"/>
                      </a:cubicBezTo>
                      <a:lnTo>
                        <a:pt x="765786" y="171450"/>
                      </a:lnTo>
                      <a:lnTo>
                        <a:pt x="680061" y="114300"/>
                      </a:lnTo>
                      <a:lnTo>
                        <a:pt x="651486" y="95250"/>
                      </a:lnTo>
                      <a:cubicBezTo>
                        <a:pt x="641961" y="88900"/>
                        <a:pt x="633771" y="79820"/>
                        <a:pt x="622911" y="76200"/>
                      </a:cubicBezTo>
                      <a:lnTo>
                        <a:pt x="508611" y="38100"/>
                      </a:lnTo>
                      <a:lnTo>
                        <a:pt x="480036" y="28575"/>
                      </a:lnTo>
                      <a:cubicBezTo>
                        <a:pt x="470511" y="25400"/>
                        <a:pt x="461306" y="21019"/>
                        <a:pt x="451461" y="19050"/>
                      </a:cubicBezTo>
                      <a:cubicBezTo>
                        <a:pt x="378735" y="4505"/>
                        <a:pt x="419900" y="11533"/>
                        <a:pt x="327636" y="0"/>
                      </a:cubicBezTo>
                      <a:cubicBezTo>
                        <a:pt x="267311" y="3175"/>
                        <a:pt x="206639" y="2328"/>
                        <a:pt x="146661" y="9525"/>
                      </a:cubicBezTo>
                      <a:cubicBezTo>
                        <a:pt x="126724" y="11917"/>
                        <a:pt x="89511" y="28575"/>
                        <a:pt x="89511" y="28575"/>
                      </a:cubicBezTo>
                      <a:cubicBezTo>
                        <a:pt x="37615" y="184262"/>
                        <a:pt x="82745" y="39553"/>
                        <a:pt x="70461" y="457200"/>
                      </a:cubicBezTo>
                      <a:cubicBezTo>
                        <a:pt x="56105" y="945298"/>
                        <a:pt x="77962" y="579893"/>
                        <a:pt x="51411" y="752475"/>
                      </a:cubicBezTo>
                      <a:cubicBezTo>
                        <a:pt x="47519" y="777775"/>
                        <a:pt x="47439" y="803687"/>
                        <a:pt x="41886" y="828675"/>
                      </a:cubicBezTo>
                      <a:cubicBezTo>
                        <a:pt x="34695" y="861034"/>
                        <a:pt x="22836" y="892175"/>
                        <a:pt x="13311" y="923925"/>
                      </a:cubicBezTo>
                      <a:cubicBezTo>
                        <a:pt x="10136" y="946150"/>
                        <a:pt x="3786" y="968149"/>
                        <a:pt x="3786" y="990600"/>
                      </a:cubicBezTo>
                      <a:cubicBezTo>
                        <a:pt x="3786" y="1355688"/>
                        <a:pt x="8406" y="1226441"/>
                        <a:pt x="22836" y="1457325"/>
                      </a:cubicBezTo>
                      <a:cubicBezTo>
                        <a:pt x="33486" y="1627731"/>
                        <a:pt x="35433" y="1724310"/>
                        <a:pt x="41886" y="1905000"/>
                      </a:cubicBezTo>
                      <a:cubicBezTo>
                        <a:pt x="38711" y="1987550"/>
                        <a:pt x="44044" y="2070869"/>
                        <a:pt x="32361" y="2152650"/>
                      </a:cubicBezTo>
                      <a:cubicBezTo>
                        <a:pt x="18820" y="2247434"/>
                        <a:pt x="-20347" y="2099301"/>
                        <a:pt x="13311" y="2200275"/>
                      </a:cubicBezTo>
                      <a:cubicBezTo>
                        <a:pt x="38711" y="2197100"/>
                        <a:pt x="64211" y="2194642"/>
                        <a:pt x="89511" y="2190750"/>
                      </a:cubicBezTo>
                      <a:cubicBezTo>
                        <a:pt x="105512" y="2188288"/>
                        <a:pt x="121193" y="2184038"/>
                        <a:pt x="137136" y="2181225"/>
                      </a:cubicBezTo>
                      <a:lnTo>
                        <a:pt x="251436" y="2162175"/>
                      </a:lnTo>
                      <a:cubicBezTo>
                        <a:pt x="270486" y="2159000"/>
                        <a:pt x="289467" y="2155381"/>
                        <a:pt x="308586" y="2152650"/>
                      </a:cubicBezTo>
                      <a:cubicBezTo>
                        <a:pt x="353036" y="2146300"/>
                        <a:pt x="397907" y="2142406"/>
                        <a:pt x="441936" y="2133600"/>
                      </a:cubicBezTo>
                      <a:cubicBezTo>
                        <a:pt x="457811" y="2130425"/>
                        <a:pt x="473855" y="2128002"/>
                        <a:pt x="489561" y="2124075"/>
                      </a:cubicBezTo>
                      <a:cubicBezTo>
                        <a:pt x="499301" y="2121640"/>
                        <a:pt x="508258" y="2116346"/>
                        <a:pt x="518136" y="2114550"/>
                      </a:cubicBezTo>
                      <a:cubicBezTo>
                        <a:pt x="543321" y="2109971"/>
                        <a:pt x="568936" y="2108200"/>
                        <a:pt x="594336" y="2105025"/>
                      </a:cubicBezTo>
                      <a:cubicBezTo>
                        <a:pt x="626157" y="2094418"/>
                        <a:pt x="625131" y="2093948"/>
                        <a:pt x="661011" y="2085975"/>
                      </a:cubicBezTo>
                      <a:cubicBezTo>
                        <a:pt x="676815" y="2082463"/>
                        <a:pt x="693017" y="2080710"/>
                        <a:pt x="708636" y="2076450"/>
                      </a:cubicBezTo>
                      <a:cubicBezTo>
                        <a:pt x="728009" y="2071166"/>
                        <a:pt x="749078" y="2068539"/>
                        <a:pt x="765786" y="2057400"/>
                      </a:cubicBezTo>
                      <a:cubicBezTo>
                        <a:pt x="802715" y="2032781"/>
                        <a:pt x="783501" y="2041970"/>
                        <a:pt x="822936" y="2028825"/>
                      </a:cubicBezTo>
                      <a:cubicBezTo>
                        <a:pt x="832461" y="2019300"/>
                        <a:pt x="839736" y="2006792"/>
                        <a:pt x="851511" y="2000250"/>
                      </a:cubicBezTo>
                      <a:cubicBezTo>
                        <a:pt x="869064" y="1990498"/>
                        <a:pt x="888970" y="1985138"/>
                        <a:pt x="908661" y="1981200"/>
                      </a:cubicBezTo>
                      <a:cubicBezTo>
                        <a:pt x="924536" y="1978025"/>
                        <a:pt x="940317" y="1974337"/>
                        <a:pt x="956286" y="1971675"/>
                      </a:cubicBezTo>
                      <a:cubicBezTo>
                        <a:pt x="978431" y="1967984"/>
                        <a:pt x="1000872" y="1966166"/>
                        <a:pt x="1022961" y="1962150"/>
                      </a:cubicBezTo>
                      <a:cubicBezTo>
                        <a:pt x="1058277" y="1955729"/>
                        <a:pt x="1058248" y="1952516"/>
                        <a:pt x="1089636" y="1943100"/>
                      </a:cubicBezTo>
                      <a:cubicBezTo>
                        <a:pt x="1111776" y="1936458"/>
                        <a:pt x="1133887" y="1929656"/>
                        <a:pt x="1156311" y="1924050"/>
                      </a:cubicBezTo>
                      <a:cubicBezTo>
                        <a:pt x="1182735" y="1917444"/>
                        <a:pt x="1245873" y="1905264"/>
                        <a:pt x="1280136" y="1895475"/>
                      </a:cubicBezTo>
                      <a:cubicBezTo>
                        <a:pt x="1289790" y="1892717"/>
                        <a:pt x="1299057" y="1888708"/>
                        <a:pt x="1308711" y="1885950"/>
                      </a:cubicBezTo>
                      <a:cubicBezTo>
                        <a:pt x="1321298" y="1882354"/>
                        <a:pt x="1334224" y="1880021"/>
                        <a:pt x="1346811" y="1876425"/>
                      </a:cubicBezTo>
                      <a:cubicBezTo>
                        <a:pt x="1356465" y="1873667"/>
                        <a:pt x="1365391" y="1867852"/>
                        <a:pt x="1375386" y="1866900"/>
                      </a:cubicBezTo>
                      <a:cubicBezTo>
                        <a:pt x="1432366" y="1861473"/>
                        <a:pt x="1489686" y="1860550"/>
                        <a:pt x="1546836" y="1857375"/>
                      </a:cubicBezTo>
                      <a:cubicBezTo>
                        <a:pt x="1565886" y="1854200"/>
                        <a:pt x="1584806" y="1850107"/>
                        <a:pt x="1603986" y="1847850"/>
                      </a:cubicBezTo>
                      <a:cubicBezTo>
                        <a:pt x="1638815" y="1843752"/>
                        <a:pt x="1674000" y="1842960"/>
                        <a:pt x="1708761" y="1838325"/>
                      </a:cubicBezTo>
                      <a:cubicBezTo>
                        <a:pt x="1721737" y="1836595"/>
                        <a:pt x="1733994" y="1831212"/>
                        <a:pt x="1746861" y="1828800"/>
                      </a:cubicBezTo>
                      <a:cubicBezTo>
                        <a:pt x="1784825" y="1821682"/>
                        <a:pt x="1823061" y="1816100"/>
                        <a:pt x="1861161" y="1809750"/>
                      </a:cubicBezTo>
                      <a:cubicBezTo>
                        <a:pt x="1880211" y="1806575"/>
                        <a:pt x="1899575" y="1804909"/>
                        <a:pt x="1918311" y="1800225"/>
                      </a:cubicBezTo>
                      <a:cubicBezTo>
                        <a:pt x="1966151" y="1788265"/>
                        <a:pt x="1943992" y="1794840"/>
                        <a:pt x="1984986" y="1781175"/>
                      </a:cubicBezTo>
                      <a:cubicBezTo>
                        <a:pt x="2001041" y="1757093"/>
                        <a:pt x="2007927" y="1752193"/>
                        <a:pt x="2013561" y="1724025"/>
                      </a:cubicBezTo>
                      <a:cubicBezTo>
                        <a:pt x="2014806" y="1717798"/>
                        <a:pt x="2013561" y="1676400"/>
                        <a:pt x="2013561" y="166687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0" name="Freeform: Shape 10">
                  <a:extLst>
                    <a:ext uri="{FF2B5EF4-FFF2-40B4-BE49-F238E27FC236}">
                      <a16:creationId xmlns:a16="http://schemas.microsoft.com/office/drawing/2014/main" id="{8D1F3103-69B1-A486-7477-D57449AF387A}"/>
                    </a:ext>
                  </a:extLst>
                </p:cNvPr>
                <p:cNvSpPr/>
                <p:nvPr/>
              </p:nvSpPr>
              <p:spPr>
                <a:xfrm>
                  <a:off x="1450235" y="1845737"/>
                  <a:ext cx="1419837" cy="2211559"/>
                </a:xfrm>
                <a:custGeom>
                  <a:avLst/>
                  <a:gdLst>
                    <a:gd name="connsiteX0" fmla="*/ 1409811 w 1419837"/>
                    <a:gd name="connsiteY0" fmla="*/ 1238250 h 2181225"/>
                    <a:gd name="connsiteX1" fmla="*/ 1409811 w 1419837"/>
                    <a:gd name="connsiteY1" fmla="*/ 1238250 h 2181225"/>
                    <a:gd name="connsiteX2" fmla="*/ 1409811 w 1419837"/>
                    <a:gd name="connsiteY2" fmla="*/ 1028700 h 2181225"/>
                    <a:gd name="connsiteX3" fmla="*/ 1390761 w 1419837"/>
                    <a:gd name="connsiteY3" fmla="*/ 971550 h 2181225"/>
                    <a:gd name="connsiteX4" fmla="*/ 1381236 w 1419837"/>
                    <a:gd name="connsiteY4" fmla="*/ 914400 h 2181225"/>
                    <a:gd name="connsiteX5" fmla="*/ 1371711 w 1419837"/>
                    <a:gd name="connsiteY5" fmla="*/ 762000 h 2181225"/>
                    <a:gd name="connsiteX6" fmla="*/ 1352661 w 1419837"/>
                    <a:gd name="connsiteY6" fmla="*/ 714375 h 2181225"/>
                    <a:gd name="connsiteX7" fmla="*/ 1333611 w 1419837"/>
                    <a:gd name="connsiteY7" fmla="*/ 590550 h 2181225"/>
                    <a:gd name="connsiteX8" fmla="*/ 1314561 w 1419837"/>
                    <a:gd name="connsiteY8" fmla="*/ 552450 h 2181225"/>
                    <a:gd name="connsiteX9" fmla="*/ 1295511 w 1419837"/>
                    <a:gd name="connsiteY9" fmla="*/ 419100 h 2181225"/>
                    <a:gd name="connsiteX10" fmla="*/ 1276461 w 1419837"/>
                    <a:gd name="connsiteY10" fmla="*/ 352425 h 2181225"/>
                    <a:gd name="connsiteX11" fmla="*/ 1266936 w 1419837"/>
                    <a:gd name="connsiteY11" fmla="*/ 314325 h 2181225"/>
                    <a:gd name="connsiteX12" fmla="*/ 1228836 w 1419837"/>
                    <a:gd name="connsiteY12" fmla="*/ 257175 h 2181225"/>
                    <a:gd name="connsiteX13" fmla="*/ 1171686 w 1419837"/>
                    <a:gd name="connsiteY13" fmla="*/ 219075 h 2181225"/>
                    <a:gd name="connsiteX14" fmla="*/ 1152636 w 1419837"/>
                    <a:gd name="connsiteY14" fmla="*/ 190500 h 2181225"/>
                    <a:gd name="connsiteX15" fmla="*/ 1143111 w 1419837"/>
                    <a:gd name="connsiteY15" fmla="*/ 161925 h 2181225"/>
                    <a:gd name="connsiteX16" fmla="*/ 1114536 w 1419837"/>
                    <a:gd name="connsiteY16" fmla="*/ 152400 h 2181225"/>
                    <a:gd name="connsiteX17" fmla="*/ 1105011 w 1419837"/>
                    <a:gd name="connsiteY17" fmla="*/ 123825 h 2181225"/>
                    <a:gd name="connsiteX18" fmla="*/ 1047861 w 1419837"/>
                    <a:gd name="connsiteY18" fmla="*/ 85725 h 2181225"/>
                    <a:gd name="connsiteX19" fmla="*/ 1009761 w 1419837"/>
                    <a:gd name="connsiteY19" fmla="*/ 57150 h 2181225"/>
                    <a:gd name="connsiteX20" fmla="*/ 990711 w 1419837"/>
                    <a:gd name="connsiteY20" fmla="*/ 28575 h 2181225"/>
                    <a:gd name="connsiteX21" fmla="*/ 933561 w 1419837"/>
                    <a:gd name="connsiteY21" fmla="*/ 0 h 2181225"/>
                    <a:gd name="connsiteX22" fmla="*/ 419211 w 1419837"/>
                    <a:gd name="connsiteY22" fmla="*/ 9525 h 2181225"/>
                    <a:gd name="connsiteX23" fmla="*/ 371586 w 1419837"/>
                    <a:gd name="connsiteY23" fmla="*/ 57150 h 2181225"/>
                    <a:gd name="connsiteX24" fmla="*/ 343011 w 1419837"/>
                    <a:gd name="connsiteY24" fmla="*/ 66675 h 2181225"/>
                    <a:gd name="connsiteX25" fmla="*/ 323961 w 1419837"/>
                    <a:gd name="connsiteY25" fmla="*/ 95250 h 2181225"/>
                    <a:gd name="connsiteX26" fmla="*/ 266811 w 1419837"/>
                    <a:gd name="connsiteY26" fmla="*/ 114300 h 2181225"/>
                    <a:gd name="connsiteX27" fmla="*/ 219186 w 1419837"/>
                    <a:gd name="connsiteY27" fmla="*/ 152400 h 2181225"/>
                    <a:gd name="connsiteX28" fmla="*/ 162036 w 1419837"/>
                    <a:gd name="connsiteY28" fmla="*/ 190500 h 2181225"/>
                    <a:gd name="connsiteX29" fmla="*/ 95361 w 1419837"/>
                    <a:gd name="connsiteY29" fmla="*/ 257175 h 2181225"/>
                    <a:gd name="connsiteX30" fmla="*/ 66786 w 1419837"/>
                    <a:gd name="connsiteY30" fmla="*/ 314325 h 2181225"/>
                    <a:gd name="connsiteX31" fmla="*/ 9636 w 1419837"/>
                    <a:gd name="connsiteY31" fmla="*/ 352425 h 2181225"/>
                    <a:gd name="connsiteX32" fmla="*/ 111 w 1419837"/>
                    <a:gd name="connsiteY32" fmla="*/ 381000 h 2181225"/>
                    <a:gd name="connsiteX33" fmla="*/ 38211 w 1419837"/>
                    <a:gd name="connsiteY33" fmla="*/ 476250 h 2181225"/>
                    <a:gd name="connsiteX34" fmla="*/ 47736 w 1419837"/>
                    <a:gd name="connsiteY34" fmla="*/ 523875 h 2181225"/>
                    <a:gd name="connsiteX35" fmla="*/ 57261 w 1419837"/>
                    <a:gd name="connsiteY35" fmla="*/ 552450 h 2181225"/>
                    <a:gd name="connsiteX36" fmla="*/ 66786 w 1419837"/>
                    <a:gd name="connsiteY36" fmla="*/ 600075 h 2181225"/>
                    <a:gd name="connsiteX37" fmla="*/ 85836 w 1419837"/>
                    <a:gd name="connsiteY37" fmla="*/ 666750 h 2181225"/>
                    <a:gd name="connsiteX38" fmla="*/ 114411 w 1419837"/>
                    <a:gd name="connsiteY38" fmla="*/ 752475 h 2181225"/>
                    <a:gd name="connsiteX39" fmla="*/ 152511 w 1419837"/>
                    <a:gd name="connsiteY39" fmla="*/ 857250 h 2181225"/>
                    <a:gd name="connsiteX40" fmla="*/ 190611 w 1419837"/>
                    <a:gd name="connsiteY40" fmla="*/ 942975 h 2181225"/>
                    <a:gd name="connsiteX41" fmla="*/ 209661 w 1419837"/>
                    <a:gd name="connsiteY41" fmla="*/ 1047750 h 2181225"/>
                    <a:gd name="connsiteX42" fmla="*/ 228711 w 1419837"/>
                    <a:gd name="connsiteY42" fmla="*/ 1085850 h 2181225"/>
                    <a:gd name="connsiteX43" fmla="*/ 238236 w 1419837"/>
                    <a:gd name="connsiteY43" fmla="*/ 1152525 h 2181225"/>
                    <a:gd name="connsiteX44" fmla="*/ 247761 w 1419837"/>
                    <a:gd name="connsiteY44" fmla="*/ 1200150 h 2181225"/>
                    <a:gd name="connsiteX45" fmla="*/ 276336 w 1419837"/>
                    <a:gd name="connsiteY45" fmla="*/ 1352550 h 2181225"/>
                    <a:gd name="connsiteX46" fmla="*/ 304911 w 1419837"/>
                    <a:gd name="connsiteY46" fmla="*/ 1390650 h 2181225"/>
                    <a:gd name="connsiteX47" fmla="*/ 314436 w 1419837"/>
                    <a:gd name="connsiteY47" fmla="*/ 1419225 h 2181225"/>
                    <a:gd name="connsiteX48" fmla="*/ 323961 w 1419837"/>
                    <a:gd name="connsiteY48" fmla="*/ 1476375 h 2181225"/>
                    <a:gd name="connsiteX49" fmla="*/ 343011 w 1419837"/>
                    <a:gd name="connsiteY49" fmla="*/ 1504950 h 2181225"/>
                    <a:gd name="connsiteX50" fmla="*/ 362061 w 1419837"/>
                    <a:gd name="connsiteY50" fmla="*/ 1571625 h 2181225"/>
                    <a:gd name="connsiteX51" fmla="*/ 371586 w 1419837"/>
                    <a:gd name="connsiteY51" fmla="*/ 1600200 h 2181225"/>
                    <a:gd name="connsiteX52" fmla="*/ 381111 w 1419837"/>
                    <a:gd name="connsiteY52" fmla="*/ 1638300 h 2181225"/>
                    <a:gd name="connsiteX53" fmla="*/ 400161 w 1419837"/>
                    <a:gd name="connsiteY53" fmla="*/ 1685925 h 2181225"/>
                    <a:gd name="connsiteX54" fmla="*/ 428736 w 1419837"/>
                    <a:gd name="connsiteY54" fmla="*/ 1771650 h 2181225"/>
                    <a:gd name="connsiteX55" fmla="*/ 438261 w 1419837"/>
                    <a:gd name="connsiteY55" fmla="*/ 1800225 h 2181225"/>
                    <a:gd name="connsiteX56" fmla="*/ 447786 w 1419837"/>
                    <a:gd name="connsiteY56" fmla="*/ 1828800 h 2181225"/>
                    <a:gd name="connsiteX57" fmla="*/ 476361 w 1419837"/>
                    <a:gd name="connsiteY57" fmla="*/ 1924050 h 2181225"/>
                    <a:gd name="connsiteX58" fmla="*/ 485886 w 1419837"/>
                    <a:gd name="connsiteY58" fmla="*/ 1952625 h 2181225"/>
                    <a:gd name="connsiteX59" fmla="*/ 495411 w 1419837"/>
                    <a:gd name="connsiteY59" fmla="*/ 1981200 h 2181225"/>
                    <a:gd name="connsiteX60" fmla="*/ 514461 w 1419837"/>
                    <a:gd name="connsiteY60" fmla="*/ 2066925 h 2181225"/>
                    <a:gd name="connsiteX61" fmla="*/ 523986 w 1419837"/>
                    <a:gd name="connsiteY61" fmla="*/ 2095500 h 2181225"/>
                    <a:gd name="connsiteX62" fmla="*/ 543036 w 1419837"/>
                    <a:gd name="connsiteY62" fmla="*/ 2124075 h 2181225"/>
                    <a:gd name="connsiteX63" fmla="*/ 600186 w 1419837"/>
                    <a:gd name="connsiteY63" fmla="*/ 2181225 h 2181225"/>
                    <a:gd name="connsiteX64" fmla="*/ 809736 w 1419837"/>
                    <a:gd name="connsiteY64" fmla="*/ 2171700 h 2181225"/>
                    <a:gd name="connsiteX65" fmla="*/ 838311 w 1419837"/>
                    <a:gd name="connsiteY65" fmla="*/ 2162175 h 2181225"/>
                    <a:gd name="connsiteX66" fmla="*/ 885936 w 1419837"/>
                    <a:gd name="connsiteY66" fmla="*/ 2076450 h 2181225"/>
                    <a:gd name="connsiteX67" fmla="*/ 914511 w 1419837"/>
                    <a:gd name="connsiteY67" fmla="*/ 1790700 h 2181225"/>
                    <a:gd name="connsiteX68" fmla="*/ 943086 w 1419837"/>
                    <a:gd name="connsiteY68" fmla="*/ 1704975 h 2181225"/>
                    <a:gd name="connsiteX69" fmla="*/ 952611 w 1419837"/>
                    <a:gd name="connsiteY69" fmla="*/ 1676400 h 2181225"/>
                    <a:gd name="connsiteX70" fmla="*/ 990711 w 1419837"/>
                    <a:gd name="connsiteY70" fmla="*/ 1619250 h 2181225"/>
                    <a:gd name="connsiteX71" fmla="*/ 1038336 w 1419837"/>
                    <a:gd name="connsiteY71" fmla="*/ 1533525 h 2181225"/>
                    <a:gd name="connsiteX72" fmla="*/ 1076436 w 1419837"/>
                    <a:gd name="connsiteY72" fmla="*/ 1476375 h 2181225"/>
                    <a:gd name="connsiteX73" fmla="*/ 1095486 w 1419837"/>
                    <a:gd name="connsiteY73" fmla="*/ 1447800 h 2181225"/>
                    <a:gd name="connsiteX74" fmla="*/ 1124061 w 1419837"/>
                    <a:gd name="connsiteY74" fmla="*/ 1428750 h 2181225"/>
                    <a:gd name="connsiteX75" fmla="*/ 1143111 w 1419837"/>
                    <a:gd name="connsiteY75" fmla="*/ 1400175 h 2181225"/>
                    <a:gd name="connsiteX76" fmla="*/ 1200261 w 1419837"/>
                    <a:gd name="connsiteY76" fmla="*/ 1362075 h 2181225"/>
                    <a:gd name="connsiteX77" fmla="*/ 1219311 w 1419837"/>
                    <a:gd name="connsiteY77" fmla="*/ 1333500 h 2181225"/>
                    <a:gd name="connsiteX78" fmla="*/ 1314561 w 1419837"/>
                    <a:gd name="connsiteY78" fmla="*/ 1304925 h 2181225"/>
                    <a:gd name="connsiteX79" fmla="*/ 1409811 w 1419837"/>
                    <a:gd name="connsiteY79" fmla="*/ 1238250 h 2181225"/>
                    <a:gd name="connsiteX0" fmla="*/ 1409811 w 1419837"/>
                    <a:gd name="connsiteY0" fmla="*/ 1268584 h 2211559"/>
                    <a:gd name="connsiteX1" fmla="*/ 1409811 w 1419837"/>
                    <a:gd name="connsiteY1" fmla="*/ 1268584 h 2211559"/>
                    <a:gd name="connsiteX2" fmla="*/ 1409811 w 1419837"/>
                    <a:gd name="connsiteY2" fmla="*/ 1059034 h 2211559"/>
                    <a:gd name="connsiteX3" fmla="*/ 1390761 w 1419837"/>
                    <a:gd name="connsiteY3" fmla="*/ 1001884 h 2211559"/>
                    <a:gd name="connsiteX4" fmla="*/ 1381236 w 1419837"/>
                    <a:gd name="connsiteY4" fmla="*/ 944734 h 2211559"/>
                    <a:gd name="connsiteX5" fmla="*/ 1371711 w 1419837"/>
                    <a:gd name="connsiteY5" fmla="*/ 792334 h 2211559"/>
                    <a:gd name="connsiteX6" fmla="*/ 1352661 w 1419837"/>
                    <a:gd name="connsiteY6" fmla="*/ 744709 h 2211559"/>
                    <a:gd name="connsiteX7" fmla="*/ 1333611 w 1419837"/>
                    <a:gd name="connsiteY7" fmla="*/ 620884 h 2211559"/>
                    <a:gd name="connsiteX8" fmla="*/ 1314561 w 1419837"/>
                    <a:gd name="connsiteY8" fmla="*/ 582784 h 2211559"/>
                    <a:gd name="connsiteX9" fmla="*/ 1295511 w 1419837"/>
                    <a:gd name="connsiteY9" fmla="*/ 449434 h 2211559"/>
                    <a:gd name="connsiteX10" fmla="*/ 1276461 w 1419837"/>
                    <a:gd name="connsiteY10" fmla="*/ 382759 h 2211559"/>
                    <a:gd name="connsiteX11" fmla="*/ 1266936 w 1419837"/>
                    <a:gd name="connsiteY11" fmla="*/ 344659 h 2211559"/>
                    <a:gd name="connsiteX12" fmla="*/ 1228836 w 1419837"/>
                    <a:gd name="connsiteY12" fmla="*/ 287509 h 2211559"/>
                    <a:gd name="connsiteX13" fmla="*/ 1171686 w 1419837"/>
                    <a:gd name="connsiteY13" fmla="*/ 249409 h 2211559"/>
                    <a:gd name="connsiteX14" fmla="*/ 1152636 w 1419837"/>
                    <a:gd name="connsiteY14" fmla="*/ 220834 h 2211559"/>
                    <a:gd name="connsiteX15" fmla="*/ 1143111 w 1419837"/>
                    <a:gd name="connsiteY15" fmla="*/ 192259 h 2211559"/>
                    <a:gd name="connsiteX16" fmla="*/ 1114536 w 1419837"/>
                    <a:gd name="connsiteY16" fmla="*/ 182734 h 2211559"/>
                    <a:gd name="connsiteX17" fmla="*/ 1105011 w 1419837"/>
                    <a:gd name="connsiteY17" fmla="*/ 154159 h 2211559"/>
                    <a:gd name="connsiteX18" fmla="*/ 1047861 w 1419837"/>
                    <a:gd name="connsiteY18" fmla="*/ 116059 h 2211559"/>
                    <a:gd name="connsiteX19" fmla="*/ 1009761 w 1419837"/>
                    <a:gd name="connsiteY19" fmla="*/ 87484 h 2211559"/>
                    <a:gd name="connsiteX20" fmla="*/ 990711 w 1419837"/>
                    <a:gd name="connsiteY20" fmla="*/ 58909 h 2211559"/>
                    <a:gd name="connsiteX21" fmla="*/ 933561 w 1419837"/>
                    <a:gd name="connsiteY21" fmla="*/ 30334 h 2211559"/>
                    <a:gd name="connsiteX22" fmla="*/ 654161 w 1419837"/>
                    <a:gd name="connsiteY22" fmla="*/ 1759 h 2211559"/>
                    <a:gd name="connsiteX23" fmla="*/ 371586 w 1419837"/>
                    <a:gd name="connsiteY23" fmla="*/ 87484 h 2211559"/>
                    <a:gd name="connsiteX24" fmla="*/ 343011 w 1419837"/>
                    <a:gd name="connsiteY24" fmla="*/ 97009 h 2211559"/>
                    <a:gd name="connsiteX25" fmla="*/ 323961 w 1419837"/>
                    <a:gd name="connsiteY25" fmla="*/ 125584 h 2211559"/>
                    <a:gd name="connsiteX26" fmla="*/ 266811 w 1419837"/>
                    <a:gd name="connsiteY26" fmla="*/ 144634 h 2211559"/>
                    <a:gd name="connsiteX27" fmla="*/ 219186 w 1419837"/>
                    <a:gd name="connsiteY27" fmla="*/ 182734 h 2211559"/>
                    <a:gd name="connsiteX28" fmla="*/ 162036 w 1419837"/>
                    <a:gd name="connsiteY28" fmla="*/ 220834 h 2211559"/>
                    <a:gd name="connsiteX29" fmla="*/ 95361 w 1419837"/>
                    <a:gd name="connsiteY29" fmla="*/ 287509 h 2211559"/>
                    <a:gd name="connsiteX30" fmla="*/ 66786 w 1419837"/>
                    <a:gd name="connsiteY30" fmla="*/ 344659 h 2211559"/>
                    <a:gd name="connsiteX31" fmla="*/ 9636 w 1419837"/>
                    <a:gd name="connsiteY31" fmla="*/ 382759 h 2211559"/>
                    <a:gd name="connsiteX32" fmla="*/ 111 w 1419837"/>
                    <a:gd name="connsiteY32" fmla="*/ 411334 h 2211559"/>
                    <a:gd name="connsiteX33" fmla="*/ 38211 w 1419837"/>
                    <a:gd name="connsiteY33" fmla="*/ 506584 h 2211559"/>
                    <a:gd name="connsiteX34" fmla="*/ 47736 w 1419837"/>
                    <a:gd name="connsiteY34" fmla="*/ 554209 h 2211559"/>
                    <a:gd name="connsiteX35" fmla="*/ 57261 w 1419837"/>
                    <a:gd name="connsiteY35" fmla="*/ 582784 h 2211559"/>
                    <a:gd name="connsiteX36" fmla="*/ 66786 w 1419837"/>
                    <a:gd name="connsiteY36" fmla="*/ 630409 h 2211559"/>
                    <a:gd name="connsiteX37" fmla="*/ 85836 w 1419837"/>
                    <a:gd name="connsiteY37" fmla="*/ 697084 h 2211559"/>
                    <a:gd name="connsiteX38" fmla="*/ 114411 w 1419837"/>
                    <a:gd name="connsiteY38" fmla="*/ 782809 h 2211559"/>
                    <a:gd name="connsiteX39" fmla="*/ 152511 w 1419837"/>
                    <a:gd name="connsiteY39" fmla="*/ 887584 h 2211559"/>
                    <a:gd name="connsiteX40" fmla="*/ 190611 w 1419837"/>
                    <a:gd name="connsiteY40" fmla="*/ 973309 h 2211559"/>
                    <a:gd name="connsiteX41" fmla="*/ 209661 w 1419837"/>
                    <a:gd name="connsiteY41" fmla="*/ 1078084 h 2211559"/>
                    <a:gd name="connsiteX42" fmla="*/ 228711 w 1419837"/>
                    <a:gd name="connsiteY42" fmla="*/ 1116184 h 2211559"/>
                    <a:gd name="connsiteX43" fmla="*/ 238236 w 1419837"/>
                    <a:gd name="connsiteY43" fmla="*/ 1182859 h 2211559"/>
                    <a:gd name="connsiteX44" fmla="*/ 247761 w 1419837"/>
                    <a:gd name="connsiteY44" fmla="*/ 1230484 h 2211559"/>
                    <a:gd name="connsiteX45" fmla="*/ 276336 w 1419837"/>
                    <a:gd name="connsiteY45" fmla="*/ 1382884 h 2211559"/>
                    <a:gd name="connsiteX46" fmla="*/ 304911 w 1419837"/>
                    <a:gd name="connsiteY46" fmla="*/ 1420984 h 2211559"/>
                    <a:gd name="connsiteX47" fmla="*/ 314436 w 1419837"/>
                    <a:gd name="connsiteY47" fmla="*/ 1449559 h 2211559"/>
                    <a:gd name="connsiteX48" fmla="*/ 323961 w 1419837"/>
                    <a:gd name="connsiteY48" fmla="*/ 1506709 h 2211559"/>
                    <a:gd name="connsiteX49" fmla="*/ 343011 w 1419837"/>
                    <a:gd name="connsiteY49" fmla="*/ 1535284 h 2211559"/>
                    <a:gd name="connsiteX50" fmla="*/ 362061 w 1419837"/>
                    <a:gd name="connsiteY50" fmla="*/ 1601959 h 2211559"/>
                    <a:gd name="connsiteX51" fmla="*/ 371586 w 1419837"/>
                    <a:gd name="connsiteY51" fmla="*/ 1630534 h 2211559"/>
                    <a:gd name="connsiteX52" fmla="*/ 381111 w 1419837"/>
                    <a:gd name="connsiteY52" fmla="*/ 1668634 h 2211559"/>
                    <a:gd name="connsiteX53" fmla="*/ 400161 w 1419837"/>
                    <a:gd name="connsiteY53" fmla="*/ 1716259 h 2211559"/>
                    <a:gd name="connsiteX54" fmla="*/ 428736 w 1419837"/>
                    <a:gd name="connsiteY54" fmla="*/ 1801984 h 2211559"/>
                    <a:gd name="connsiteX55" fmla="*/ 438261 w 1419837"/>
                    <a:gd name="connsiteY55" fmla="*/ 1830559 h 2211559"/>
                    <a:gd name="connsiteX56" fmla="*/ 447786 w 1419837"/>
                    <a:gd name="connsiteY56" fmla="*/ 1859134 h 2211559"/>
                    <a:gd name="connsiteX57" fmla="*/ 476361 w 1419837"/>
                    <a:gd name="connsiteY57" fmla="*/ 1954384 h 2211559"/>
                    <a:gd name="connsiteX58" fmla="*/ 485886 w 1419837"/>
                    <a:gd name="connsiteY58" fmla="*/ 1982959 h 2211559"/>
                    <a:gd name="connsiteX59" fmla="*/ 495411 w 1419837"/>
                    <a:gd name="connsiteY59" fmla="*/ 2011534 h 2211559"/>
                    <a:gd name="connsiteX60" fmla="*/ 514461 w 1419837"/>
                    <a:gd name="connsiteY60" fmla="*/ 2097259 h 2211559"/>
                    <a:gd name="connsiteX61" fmla="*/ 523986 w 1419837"/>
                    <a:gd name="connsiteY61" fmla="*/ 2125834 h 2211559"/>
                    <a:gd name="connsiteX62" fmla="*/ 543036 w 1419837"/>
                    <a:gd name="connsiteY62" fmla="*/ 2154409 h 2211559"/>
                    <a:gd name="connsiteX63" fmla="*/ 600186 w 1419837"/>
                    <a:gd name="connsiteY63" fmla="*/ 2211559 h 2211559"/>
                    <a:gd name="connsiteX64" fmla="*/ 809736 w 1419837"/>
                    <a:gd name="connsiteY64" fmla="*/ 2202034 h 2211559"/>
                    <a:gd name="connsiteX65" fmla="*/ 838311 w 1419837"/>
                    <a:gd name="connsiteY65" fmla="*/ 2192509 h 2211559"/>
                    <a:gd name="connsiteX66" fmla="*/ 885936 w 1419837"/>
                    <a:gd name="connsiteY66" fmla="*/ 2106784 h 2211559"/>
                    <a:gd name="connsiteX67" fmla="*/ 914511 w 1419837"/>
                    <a:gd name="connsiteY67" fmla="*/ 1821034 h 2211559"/>
                    <a:gd name="connsiteX68" fmla="*/ 943086 w 1419837"/>
                    <a:gd name="connsiteY68" fmla="*/ 1735309 h 2211559"/>
                    <a:gd name="connsiteX69" fmla="*/ 952611 w 1419837"/>
                    <a:gd name="connsiteY69" fmla="*/ 1706734 h 2211559"/>
                    <a:gd name="connsiteX70" fmla="*/ 990711 w 1419837"/>
                    <a:gd name="connsiteY70" fmla="*/ 1649584 h 2211559"/>
                    <a:gd name="connsiteX71" fmla="*/ 1038336 w 1419837"/>
                    <a:gd name="connsiteY71" fmla="*/ 1563859 h 2211559"/>
                    <a:gd name="connsiteX72" fmla="*/ 1076436 w 1419837"/>
                    <a:gd name="connsiteY72" fmla="*/ 1506709 h 2211559"/>
                    <a:gd name="connsiteX73" fmla="*/ 1095486 w 1419837"/>
                    <a:gd name="connsiteY73" fmla="*/ 1478134 h 2211559"/>
                    <a:gd name="connsiteX74" fmla="*/ 1124061 w 1419837"/>
                    <a:gd name="connsiteY74" fmla="*/ 1459084 h 2211559"/>
                    <a:gd name="connsiteX75" fmla="*/ 1143111 w 1419837"/>
                    <a:gd name="connsiteY75" fmla="*/ 1430509 h 2211559"/>
                    <a:gd name="connsiteX76" fmla="*/ 1200261 w 1419837"/>
                    <a:gd name="connsiteY76" fmla="*/ 1392409 h 2211559"/>
                    <a:gd name="connsiteX77" fmla="*/ 1219311 w 1419837"/>
                    <a:gd name="connsiteY77" fmla="*/ 1363834 h 2211559"/>
                    <a:gd name="connsiteX78" fmla="*/ 1314561 w 1419837"/>
                    <a:gd name="connsiteY78" fmla="*/ 1335259 h 2211559"/>
                    <a:gd name="connsiteX79" fmla="*/ 1409811 w 1419837"/>
                    <a:gd name="connsiteY79" fmla="*/ 1268584 h 22115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</a:cxnLst>
                  <a:rect l="l" t="t" r="r" b="b"/>
                  <a:pathLst>
                    <a:path w="1419837" h="2211559">
                      <a:moveTo>
                        <a:pt x="1409811" y="1268584"/>
                      </a:moveTo>
                      <a:lnTo>
                        <a:pt x="1409811" y="1268584"/>
                      </a:lnTo>
                      <a:cubicBezTo>
                        <a:pt x="1419330" y="1173396"/>
                        <a:pt x="1426551" y="1159476"/>
                        <a:pt x="1409811" y="1059034"/>
                      </a:cubicBezTo>
                      <a:cubicBezTo>
                        <a:pt x="1406510" y="1039227"/>
                        <a:pt x="1394062" y="1021691"/>
                        <a:pt x="1390761" y="1001884"/>
                      </a:cubicBezTo>
                      <a:lnTo>
                        <a:pt x="1381236" y="944734"/>
                      </a:lnTo>
                      <a:cubicBezTo>
                        <a:pt x="1378061" y="893934"/>
                        <a:pt x="1378909" y="842722"/>
                        <a:pt x="1371711" y="792334"/>
                      </a:cubicBezTo>
                      <a:cubicBezTo>
                        <a:pt x="1369293" y="775408"/>
                        <a:pt x="1356506" y="761369"/>
                        <a:pt x="1352661" y="744709"/>
                      </a:cubicBezTo>
                      <a:cubicBezTo>
                        <a:pt x="1343909" y="706783"/>
                        <a:pt x="1346397" y="659243"/>
                        <a:pt x="1333611" y="620884"/>
                      </a:cubicBezTo>
                      <a:cubicBezTo>
                        <a:pt x="1329121" y="607414"/>
                        <a:pt x="1320911" y="595484"/>
                        <a:pt x="1314561" y="582784"/>
                      </a:cubicBezTo>
                      <a:cubicBezTo>
                        <a:pt x="1308708" y="535960"/>
                        <a:pt x="1304666" y="495211"/>
                        <a:pt x="1295511" y="449434"/>
                      </a:cubicBezTo>
                      <a:cubicBezTo>
                        <a:pt x="1285585" y="399806"/>
                        <a:pt x="1288565" y="425124"/>
                        <a:pt x="1276461" y="382759"/>
                      </a:cubicBezTo>
                      <a:cubicBezTo>
                        <a:pt x="1272865" y="370172"/>
                        <a:pt x="1272790" y="356368"/>
                        <a:pt x="1266936" y="344659"/>
                      </a:cubicBezTo>
                      <a:cubicBezTo>
                        <a:pt x="1256697" y="324181"/>
                        <a:pt x="1247886" y="300209"/>
                        <a:pt x="1228836" y="287509"/>
                      </a:cubicBezTo>
                      <a:lnTo>
                        <a:pt x="1171686" y="249409"/>
                      </a:lnTo>
                      <a:cubicBezTo>
                        <a:pt x="1165336" y="239884"/>
                        <a:pt x="1157756" y="231073"/>
                        <a:pt x="1152636" y="220834"/>
                      </a:cubicBezTo>
                      <a:cubicBezTo>
                        <a:pt x="1148146" y="211854"/>
                        <a:pt x="1150211" y="199359"/>
                        <a:pt x="1143111" y="192259"/>
                      </a:cubicBezTo>
                      <a:cubicBezTo>
                        <a:pt x="1136011" y="185159"/>
                        <a:pt x="1124061" y="185909"/>
                        <a:pt x="1114536" y="182734"/>
                      </a:cubicBezTo>
                      <a:cubicBezTo>
                        <a:pt x="1111361" y="173209"/>
                        <a:pt x="1112111" y="161259"/>
                        <a:pt x="1105011" y="154159"/>
                      </a:cubicBezTo>
                      <a:cubicBezTo>
                        <a:pt x="1088822" y="137970"/>
                        <a:pt x="1066177" y="129796"/>
                        <a:pt x="1047861" y="116059"/>
                      </a:cubicBezTo>
                      <a:cubicBezTo>
                        <a:pt x="1035161" y="106534"/>
                        <a:pt x="1020986" y="98709"/>
                        <a:pt x="1009761" y="87484"/>
                      </a:cubicBezTo>
                      <a:cubicBezTo>
                        <a:pt x="1001666" y="79389"/>
                        <a:pt x="998806" y="67004"/>
                        <a:pt x="990711" y="58909"/>
                      </a:cubicBezTo>
                      <a:cubicBezTo>
                        <a:pt x="972247" y="40445"/>
                        <a:pt x="989653" y="39859"/>
                        <a:pt x="933561" y="30334"/>
                      </a:cubicBezTo>
                      <a:cubicBezTo>
                        <a:pt x="877469" y="20809"/>
                        <a:pt x="825403" y="-7254"/>
                        <a:pt x="654161" y="1759"/>
                      </a:cubicBezTo>
                      <a:cubicBezTo>
                        <a:pt x="623574" y="3369"/>
                        <a:pt x="423444" y="71609"/>
                        <a:pt x="371586" y="87484"/>
                      </a:cubicBezTo>
                      <a:cubicBezTo>
                        <a:pt x="319728" y="103359"/>
                        <a:pt x="352536" y="93834"/>
                        <a:pt x="343011" y="97009"/>
                      </a:cubicBezTo>
                      <a:cubicBezTo>
                        <a:pt x="336661" y="106534"/>
                        <a:pt x="333669" y="119517"/>
                        <a:pt x="323961" y="125584"/>
                      </a:cubicBezTo>
                      <a:cubicBezTo>
                        <a:pt x="306933" y="136227"/>
                        <a:pt x="266811" y="144634"/>
                        <a:pt x="266811" y="144634"/>
                      </a:cubicBezTo>
                      <a:cubicBezTo>
                        <a:pt x="231612" y="197432"/>
                        <a:pt x="267900" y="155671"/>
                        <a:pt x="219186" y="182734"/>
                      </a:cubicBezTo>
                      <a:cubicBezTo>
                        <a:pt x="199172" y="193853"/>
                        <a:pt x="162036" y="220834"/>
                        <a:pt x="162036" y="220834"/>
                      </a:cubicBezTo>
                      <a:cubicBezTo>
                        <a:pt x="118367" y="286338"/>
                        <a:pt x="145656" y="270744"/>
                        <a:pt x="95361" y="287509"/>
                      </a:cubicBezTo>
                      <a:cubicBezTo>
                        <a:pt x="88567" y="307892"/>
                        <a:pt x="84164" y="329453"/>
                        <a:pt x="66786" y="344659"/>
                      </a:cubicBezTo>
                      <a:cubicBezTo>
                        <a:pt x="49556" y="359736"/>
                        <a:pt x="9636" y="382759"/>
                        <a:pt x="9636" y="382759"/>
                      </a:cubicBezTo>
                      <a:cubicBezTo>
                        <a:pt x="6461" y="392284"/>
                        <a:pt x="-998" y="401355"/>
                        <a:pt x="111" y="411334"/>
                      </a:cubicBezTo>
                      <a:cubicBezTo>
                        <a:pt x="3474" y="441600"/>
                        <a:pt x="24448" y="479058"/>
                        <a:pt x="38211" y="506584"/>
                      </a:cubicBezTo>
                      <a:cubicBezTo>
                        <a:pt x="41386" y="522459"/>
                        <a:pt x="43809" y="538503"/>
                        <a:pt x="47736" y="554209"/>
                      </a:cubicBezTo>
                      <a:cubicBezTo>
                        <a:pt x="50171" y="563949"/>
                        <a:pt x="54826" y="573044"/>
                        <a:pt x="57261" y="582784"/>
                      </a:cubicBezTo>
                      <a:cubicBezTo>
                        <a:pt x="61188" y="598490"/>
                        <a:pt x="62859" y="614703"/>
                        <a:pt x="66786" y="630409"/>
                      </a:cubicBezTo>
                      <a:cubicBezTo>
                        <a:pt x="72392" y="652833"/>
                        <a:pt x="80639" y="674562"/>
                        <a:pt x="85836" y="697084"/>
                      </a:cubicBezTo>
                      <a:cubicBezTo>
                        <a:pt x="103953" y="775591"/>
                        <a:pt x="80671" y="732199"/>
                        <a:pt x="114411" y="782809"/>
                      </a:cubicBezTo>
                      <a:cubicBezTo>
                        <a:pt x="133558" y="878543"/>
                        <a:pt x="109533" y="780139"/>
                        <a:pt x="152511" y="887584"/>
                      </a:cubicBezTo>
                      <a:cubicBezTo>
                        <a:pt x="191753" y="985690"/>
                        <a:pt x="119624" y="854998"/>
                        <a:pt x="190611" y="973309"/>
                      </a:cubicBezTo>
                      <a:cubicBezTo>
                        <a:pt x="192210" y="982904"/>
                        <a:pt x="205223" y="1064771"/>
                        <a:pt x="209661" y="1078084"/>
                      </a:cubicBezTo>
                      <a:cubicBezTo>
                        <a:pt x="214151" y="1091554"/>
                        <a:pt x="222361" y="1103484"/>
                        <a:pt x="228711" y="1116184"/>
                      </a:cubicBezTo>
                      <a:cubicBezTo>
                        <a:pt x="231886" y="1138409"/>
                        <a:pt x="234545" y="1160714"/>
                        <a:pt x="238236" y="1182859"/>
                      </a:cubicBezTo>
                      <a:cubicBezTo>
                        <a:pt x="240898" y="1198828"/>
                        <a:pt x="245299" y="1214483"/>
                        <a:pt x="247761" y="1230484"/>
                      </a:cubicBezTo>
                      <a:cubicBezTo>
                        <a:pt x="255569" y="1281238"/>
                        <a:pt x="256155" y="1334450"/>
                        <a:pt x="276336" y="1382884"/>
                      </a:cubicBezTo>
                      <a:cubicBezTo>
                        <a:pt x="282442" y="1397538"/>
                        <a:pt x="295386" y="1408284"/>
                        <a:pt x="304911" y="1420984"/>
                      </a:cubicBezTo>
                      <a:cubicBezTo>
                        <a:pt x="308086" y="1430509"/>
                        <a:pt x="312258" y="1439758"/>
                        <a:pt x="314436" y="1449559"/>
                      </a:cubicBezTo>
                      <a:cubicBezTo>
                        <a:pt x="318626" y="1468412"/>
                        <a:pt x="317854" y="1488387"/>
                        <a:pt x="323961" y="1506709"/>
                      </a:cubicBezTo>
                      <a:cubicBezTo>
                        <a:pt x="327581" y="1517569"/>
                        <a:pt x="337891" y="1525045"/>
                        <a:pt x="343011" y="1535284"/>
                      </a:cubicBezTo>
                      <a:cubicBezTo>
                        <a:pt x="350624" y="1550509"/>
                        <a:pt x="357992" y="1587717"/>
                        <a:pt x="362061" y="1601959"/>
                      </a:cubicBezTo>
                      <a:cubicBezTo>
                        <a:pt x="364819" y="1611613"/>
                        <a:pt x="368828" y="1620880"/>
                        <a:pt x="371586" y="1630534"/>
                      </a:cubicBezTo>
                      <a:cubicBezTo>
                        <a:pt x="375182" y="1643121"/>
                        <a:pt x="376971" y="1656215"/>
                        <a:pt x="381111" y="1668634"/>
                      </a:cubicBezTo>
                      <a:cubicBezTo>
                        <a:pt x="386518" y="1684854"/>
                        <a:pt x="394410" y="1700157"/>
                        <a:pt x="400161" y="1716259"/>
                      </a:cubicBezTo>
                      <a:cubicBezTo>
                        <a:pt x="410292" y="1744625"/>
                        <a:pt x="419211" y="1773409"/>
                        <a:pt x="428736" y="1801984"/>
                      </a:cubicBezTo>
                      <a:lnTo>
                        <a:pt x="438261" y="1830559"/>
                      </a:lnTo>
                      <a:cubicBezTo>
                        <a:pt x="441436" y="1840084"/>
                        <a:pt x="445351" y="1849394"/>
                        <a:pt x="447786" y="1859134"/>
                      </a:cubicBezTo>
                      <a:cubicBezTo>
                        <a:pt x="462181" y="1916715"/>
                        <a:pt x="453171" y="1884815"/>
                        <a:pt x="476361" y="1954384"/>
                      </a:cubicBezTo>
                      <a:lnTo>
                        <a:pt x="485886" y="1982959"/>
                      </a:lnTo>
                      <a:cubicBezTo>
                        <a:pt x="489061" y="1992484"/>
                        <a:pt x="493442" y="2001689"/>
                        <a:pt x="495411" y="2011534"/>
                      </a:cubicBezTo>
                      <a:cubicBezTo>
                        <a:pt x="501958" y="2044270"/>
                        <a:pt x="505493" y="2065872"/>
                        <a:pt x="514461" y="2097259"/>
                      </a:cubicBezTo>
                      <a:cubicBezTo>
                        <a:pt x="517219" y="2106913"/>
                        <a:pt x="519496" y="2116854"/>
                        <a:pt x="523986" y="2125834"/>
                      </a:cubicBezTo>
                      <a:cubicBezTo>
                        <a:pt x="529106" y="2136073"/>
                        <a:pt x="535431" y="2145853"/>
                        <a:pt x="543036" y="2154409"/>
                      </a:cubicBezTo>
                      <a:cubicBezTo>
                        <a:pt x="560934" y="2174545"/>
                        <a:pt x="600186" y="2211559"/>
                        <a:pt x="600186" y="2211559"/>
                      </a:cubicBezTo>
                      <a:cubicBezTo>
                        <a:pt x="670036" y="2208384"/>
                        <a:pt x="740037" y="2207610"/>
                        <a:pt x="809736" y="2202034"/>
                      </a:cubicBezTo>
                      <a:cubicBezTo>
                        <a:pt x="819744" y="2201233"/>
                        <a:pt x="831211" y="2199609"/>
                        <a:pt x="838311" y="2192509"/>
                      </a:cubicBezTo>
                      <a:cubicBezTo>
                        <a:pt x="871063" y="2159757"/>
                        <a:pt x="873958" y="2142717"/>
                        <a:pt x="885936" y="2106784"/>
                      </a:cubicBezTo>
                      <a:cubicBezTo>
                        <a:pt x="889921" y="2058967"/>
                        <a:pt x="906754" y="1844306"/>
                        <a:pt x="914511" y="1821034"/>
                      </a:cubicBezTo>
                      <a:lnTo>
                        <a:pt x="943086" y="1735309"/>
                      </a:lnTo>
                      <a:cubicBezTo>
                        <a:pt x="946261" y="1725784"/>
                        <a:pt x="947042" y="1715088"/>
                        <a:pt x="952611" y="1706734"/>
                      </a:cubicBezTo>
                      <a:cubicBezTo>
                        <a:pt x="965311" y="1687684"/>
                        <a:pt x="983471" y="1671304"/>
                        <a:pt x="990711" y="1649584"/>
                      </a:cubicBezTo>
                      <a:cubicBezTo>
                        <a:pt x="1007476" y="1599289"/>
                        <a:pt x="994667" y="1629363"/>
                        <a:pt x="1038336" y="1563859"/>
                      </a:cubicBezTo>
                      <a:lnTo>
                        <a:pt x="1076436" y="1506709"/>
                      </a:lnTo>
                      <a:cubicBezTo>
                        <a:pt x="1082786" y="1497184"/>
                        <a:pt x="1085961" y="1484484"/>
                        <a:pt x="1095486" y="1478134"/>
                      </a:cubicBezTo>
                      <a:lnTo>
                        <a:pt x="1124061" y="1459084"/>
                      </a:lnTo>
                      <a:cubicBezTo>
                        <a:pt x="1130411" y="1449559"/>
                        <a:pt x="1134496" y="1438047"/>
                        <a:pt x="1143111" y="1430509"/>
                      </a:cubicBezTo>
                      <a:cubicBezTo>
                        <a:pt x="1160341" y="1415432"/>
                        <a:pt x="1200261" y="1392409"/>
                        <a:pt x="1200261" y="1392409"/>
                      </a:cubicBezTo>
                      <a:cubicBezTo>
                        <a:pt x="1206611" y="1382884"/>
                        <a:pt x="1209603" y="1369901"/>
                        <a:pt x="1219311" y="1363834"/>
                      </a:cubicBezTo>
                      <a:cubicBezTo>
                        <a:pt x="1234771" y="1354172"/>
                        <a:pt x="1292255" y="1340835"/>
                        <a:pt x="1314561" y="1335259"/>
                      </a:cubicBezTo>
                      <a:cubicBezTo>
                        <a:pt x="1374353" y="1295398"/>
                        <a:pt x="1393936" y="1279697"/>
                        <a:pt x="1409811" y="126858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1" name="Freeform: Shape 8">
                  <a:extLst>
                    <a:ext uri="{FF2B5EF4-FFF2-40B4-BE49-F238E27FC236}">
                      <a16:creationId xmlns:a16="http://schemas.microsoft.com/office/drawing/2014/main" id="{4FFA0979-1268-CE37-2502-E575E8464DF8}"/>
                    </a:ext>
                  </a:extLst>
                </p:cNvPr>
                <p:cNvSpPr/>
                <p:nvPr/>
              </p:nvSpPr>
              <p:spPr>
                <a:xfrm>
                  <a:off x="1011721" y="2228496"/>
                  <a:ext cx="1160749" cy="1848189"/>
                </a:xfrm>
                <a:custGeom>
                  <a:avLst/>
                  <a:gdLst>
                    <a:gd name="connsiteX0" fmla="*/ 1143475 w 1160749"/>
                    <a:gd name="connsiteY0" fmla="*/ 733425 h 1848189"/>
                    <a:gd name="connsiteX1" fmla="*/ 1105375 w 1160749"/>
                    <a:gd name="connsiteY1" fmla="*/ 628650 h 1848189"/>
                    <a:gd name="connsiteX2" fmla="*/ 1095850 w 1160749"/>
                    <a:gd name="connsiteY2" fmla="*/ 600075 h 1848189"/>
                    <a:gd name="connsiteX3" fmla="*/ 1086325 w 1160749"/>
                    <a:gd name="connsiteY3" fmla="*/ 571500 h 1848189"/>
                    <a:gd name="connsiteX4" fmla="*/ 1067275 w 1160749"/>
                    <a:gd name="connsiteY4" fmla="*/ 542925 h 1848189"/>
                    <a:gd name="connsiteX5" fmla="*/ 1057750 w 1160749"/>
                    <a:gd name="connsiteY5" fmla="*/ 514350 h 1848189"/>
                    <a:gd name="connsiteX6" fmla="*/ 991075 w 1160749"/>
                    <a:gd name="connsiteY6" fmla="*/ 438150 h 1848189"/>
                    <a:gd name="connsiteX7" fmla="*/ 914875 w 1160749"/>
                    <a:gd name="connsiteY7" fmla="*/ 352425 h 1848189"/>
                    <a:gd name="connsiteX8" fmla="*/ 886300 w 1160749"/>
                    <a:gd name="connsiteY8" fmla="*/ 323850 h 1848189"/>
                    <a:gd name="connsiteX9" fmla="*/ 848200 w 1160749"/>
                    <a:gd name="connsiteY9" fmla="*/ 314325 h 1848189"/>
                    <a:gd name="connsiteX10" fmla="*/ 810100 w 1160749"/>
                    <a:gd name="connsiteY10" fmla="*/ 266700 h 1848189"/>
                    <a:gd name="connsiteX11" fmla="*/ 724375 w 1160749"/>
                    <a:gd name="connsiteY11" fmla="*/ 200025 h 1848189"/>
                    <a:gd name="connsiteX12" fmla="*/ 676750 w 1160749"/>
                    <a:gd name="connsiteY12" fmla="*/ 161925 h 1848189"/>
                    <a:gd name="connsiteX13" fmla="*/ 657700 w 1160749"/>
                    <a:gd name="connsiteY13" fmla="*/ 133350 h 1848189"/>
                    <a:gd name="connsiteX14" fmla="*/ 600550 w 1160749"/>
                    <a:gd name="connsiteY14" fmla="*/ 95250 h 1848189"/>
                    <a:gd name="connsiteX15" fmla="*/ 571975 w 1160749"/>
                    <a:gd name="connsiteY15" fmla="*/ 66675 h 1848189"/>
                    <a:gd name="connsiteX16" fmla="*/ 543400 w 1160749"/>
                    <a:gd name="connsiteY16" fmla="*/ 57150 h 1848189"/>
                    <a:gd name="connsiteX17" fmla="*/ 467200 w 1160749"/>
                    <a:gd name="connsiteY17" fmla="*/ 9525 h 1848189"/>
                    <a:gd name="connsiteX18" fmla="*/ 438625 w 1160749"/>
                    <a:gd name="connsiteY18" fmla="*/ 0 h 1848189"/>
                    <a:gd name="connsiteX19" fmla="*/ 400525 w 1160749"/>
                    <a:gd name="connsiteY19" fmla="*/ 38100 h 1848189"/>
                    <a:gd name="connsiteX20" fmla="*/ 371950 w 1160749"/>
                    <a:gd name="connsiteY20" fmla="*/ 47625 h 1848189"/>
                    <a:gd name="connsiteX21" fmla="*/ 343375 w 1160749"/>
                    <a:gd name="connsiteY21" fmla="*/ 66675 h 1848189"/>
                    <a:gd name="connsiteX22" fmla="*/ 305275 w 1160749"/>
                    <a:gd name="connsiteY22" fmla="*/ 123825 h 1848189"/>
                    <a:gd name="connsiteX23" fmla="*/ 286225 w 1160749"/>
                    <a:gd name="connsiteY23" fmla="*/ 152400 h 1848189"/>
                    <a:gd name="connsiteX24" fmla="*/ 257650 w 1160749"/>
                    <a:gd name="connsiteY24" fmla="*/ 171450 h 1848189"/>
                    <a:gd name="connsiteX25" fmla="*/ 238600 w 1160749"/>
                    <a:gd name="connsiteY25" fmla="*/ 200025 h 1848189"/>
                    <a:gd name="connsiteX26" fmla="*/ 229075 w 1160749"/>
                    <a:gd name="connsiteY26" fmla="*/ 228600 h 1848189"/>
                    <a:gd name="connsiteX27" fmla="*/ 190975 w 1160749"/>
                    <a:gd name="connsiteY27" fmla="*/ 285750 h 1848189"/>
                    <a:gd name="connsiteX28" fmla="*/ 171925 w 1160749"/>
                    <a:gd name="connsiteY28" fmla="*/ 314325 h 1848189"/>
                    <a:gd name="connsiteX29" fmla="*/ 162400 w 1160749"/>
                    <a:gd name="connsiteY29" fmla="*/ 342900 h 1848189"/>
                    <a:gd name="connsiteX30" fmla="*/ 143350 w 1160749"/>
                    <a:gd name="connsiteY30" fmla="*/ 457200 h 1848189"/>
                    <a:gd name="connsiteX31" fmla="*/ 124300 w 1160749"/>
                    <a:gd name="connsiteY31" fmla="*/ 514350 h 1848189"/>
                    <a:gd name="connsiteX32" fmla="*/ 95725 w 1160749"/>
                    <a:gd name="connsiteY32" fmla="*/ 609600 h 1848189"/>
                    <a:gd name="connsiteX33" fmla="*/ 86200 w 1160749"/>
                    <a:gd name="connsiteY33" fmla="*/ 638175 h 1848189"/>
                    <a:gd name="connsiteX34" fmla="*/ 76675 w 1160749"/>
                    <a:gd name="connsiteY34" fmla="*/ 666750 h 1848189"/>
                    <a:gd name="connsiteX35" fmla="*/ 67150 w 1160749"/>
                    <a:gd name="connsiteY35" fmla="*/ 714375 h 1848189"/>
                    <a:gd name="connsiteX36" fmla="*/ 38575 w 1160749"/>
                    <a:gd name="connsiteY36" fmla="*/ 809625 h 1848189"/>
                    <a:gd name="connsiteX37" fmla="*/ 29050 w 1160749"/>
                    <a:gd name="connsiteY37" fmla="*/ 838200 h 1848189"/>
                    <a:gd name="connsiteX38" fmla="*/ 10000 w 1160749"/>
                    <a:gd name="connsiteY38" fmla="*/ 914400 h 1848189"/>
                    <a:gd name="connsiteX39" fmla="*/ 10000 w 1160749"/>
                    <a:gd name="connsiteY39" fmla="*/ 1257300 h 1848189"/>
                    <a:gd name="connsiteX40" fmla="*/ 48100 w 1160749"/>
                    <a:gd name="connsiteY40" fmla="*/ 1314450 h 1848189"/>
                    <a:gd name="connsiteX41" fmla="*/ 95725 w 1160749"/>
                    <a:gd name="connsiteY41" fmla="*/ 1371600 h 1848189"/>
                    <a:gd name="connsiteX42" fmla="*/ 124300 w 1160749"/>
                    <a:gd name="connsiteY42" fmla="*/ 1409700 h 1848189"/>
                    <a:gd name="connsiteX43" fmla="*/ 152875 w 1160749"/>
                    <a:gd name="connsiteY43" fmla="*/ 1428750 h 1848189"/>
                    <a:gd name="connsiteX44" fmla="*/ 210025 w 1160749"/>
                    <a:gd name="connsiteY44" fmla="*/ 1476375 h 1848189"/>
                    <a:gd name="connsiteX45" fmla="*/ 248125 w 1160749"/>
                    <a:gd name="connsiteY45" fmla="*/ 1533525 h 1848189"/>
                    <a:gd name="connsiteX46" fmla="*/ 267175 w 1160749"/>
                    <a:gd name="connsiteY46" fmla="*/ 1562100 h 1848189"/>
                    <a:gd name="connsiteX47" fmla="*/ 276700 w 1160749"/>
                    <a:gd name="connsiteY47" fmla="*/ 1590675 h 1848189"/>
                    <a:gd name="connsiteX48" fmla="*/ 305275 w 1160749"/>
                    <a:gd name="connsiteY48" fmla="*/ 1609725 h 1848189"/>
                    <a:gd name="connsiteX49" fmla="*/ 324325 w 1160749"/>
                    <a:gd name="connsiteY49" fmla="*/ 1638300 h 1848189"/>
                    <a:gd name="connsiteX50" fmla="*/ 352900 w 1160749"/>
                    <a:gd name="connsiteY50" fmla="*/ 1657350 h 1848189"/>
                    <a:gd name="connsiteX51" fmla="*/ 391000 w 1160749"/>
                    <a:gd name="connsiteY51" fmla="*/ 1695450 h 1848189"/>
                    <a:gd name="connsiteX52" fmla="*/ 410050 w 1160749"/>
                    <a:gd name="connsiteY52" fmla="*/ 1724025 h 1848189"/>
                    <a:gd name="connsiteX53" fmla="*/ 438625 w 1160749"/>
                    <a:gd name="connsiteY53" fmla="*/ 1733550 h 1848189"/>
                    <a:gd name="connsiteX54" fmla="*/ 467200 w 1160749"/>
                    <a:gd name="connsiteY54" fmla="*/ 1752600 h 1848189"/>
                    <a:gd name="connsiteX55" fmla="*/ 495775 w 1160749"/>
                    <a:gd name="connsiteY55" fmla="*/ 1762125 h 1848189"/>
                    <a:gd name="connsiteX56" fmla="*/ 524350 w 1160749"/>
                    <a:gd name="connsiteY56" fmla="*/ 1781175 h 1848189"/>
                    <a:gd name="connsiteX57" fmla="*/ 619600 w 1160749"/>
                    <a:gd name="connsiteY57" fmla="*/ 1790700 h 1848189"/>
                    <a:gd name="connsiteX58" fmla="*/ 676750 w 1160749"/>
                    <a:gd name="connsiteY58" fmla="*/ 1809750 h 1848189"/>
                    <a:gd name="connsiteX59" fmla="*/ 714850 w 1160749"/>
                    <a:gd name="connsiteY59" fmla="*/ 1819275 h 1848189"/>
                    <a:gd name="connsiteX60" fmla="*/ 772000 w 1160749"/>
                    <a:gd name="connsiteY60" fmla="*/ 1838325 h 1848189"/>
                    <a:gd name="connsiteX61" fmla="*/ 829150 w 1160749"/>
                    <a:gd name="connsiteY61" fmla="*/ 1847850 h 1848189"/>
                    <a:gd name="connsiteX62" fmla="*/ 1019650 w 1160749"/>
                    <a:gd name="connsiteY62" fmla="*/ 1828800 h 1848189"/>
                    <a:gd name="connsiteX63" fmla="*/ 1048225 w 1160749"/>
                    <a:gd name="connsiteY63" fmla="*/ 1809750 h 1848189"/>
                    <a:gd name="connsiteX64" fmla="*/ 1067275 w 1160749"/>
                    <a:gd name="connsiteY64" fmla="*/ 1466850 h 1848189"/>
                    <a:gd name="connsiteX65" fmla="*/ 1086325 w 1160749"/>
                    <a:gd name="connsiteY65" fmla="*/ 1333500 h 1848189"/>
                    <a:gd name="connsiteX66" fmla="*/ 1095850 w 1160749"/>
                    <a:gd name="connsiteY66" fmla="*/ 1257300 h 1848189"/>
                    <a:gd name="connsiteX67" fmla="*/ 1124425 w 1160749"/>
                    <a:gd name="connsiteY67" fmla="*/ 1114425 h 1848189"/>
                    <a:gd name="connsiteX68" fmla="*/ 1133950 w 1160749"/>
                    <a:gd name="connsiteY68" fmla="*/ 1038225 h 1848189"/>
                    <a:gd name="connsiteX69" fmla="*/ 1153000 w 1160749"/>
                    <a:gd name="connsiteY69" fmla="*/ 962025 h 1848189"/>
                    <a:gd name="connsiteX70" fmla="*/ 1143475 w 1160749"/>
                    <a:gd name="connsiteY70" fmla="*/ 733425 h 18481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1160749" h="1848189">
                      <a:moveTo>
                        <a:pt x="1143475" y="733425"/>
                      </a:moveTo>
                      <a:cubicBezTo>
                        <a:pt x="1116967" y="667156"/>
                        <a:pt x="1129832" y="702020"/>
                        <a:pt x="1105375" y="628650"/>
                      </a:cubicBezTo>
                      <a:lnTo>
                        <a:pt x="1095850" y="600075"/>
                      </a:lnTo>
                      <a:cubicBezTo>
                        <a:pt x="1092675" y="590550"/>
                        <a:pt x="1091894" y="579854"/>
                        <a:pt x="1086325" y="571500"/>
                      </a:cubicBezTo>
                      <a:cubicBezTo>
                        <a:pt x="1079975" y="561975"/>
                        <a:pt x="1072395" y="553164"/>
                        <a:pt x="1067275" y="542925"/>
                      </a:cubicBezTo>
                      <a:cubicBezTo>
                        <a:pt x="1062785" y="533945"/>
                        <a:pt x="1062626" y="523127"/>
                        <a:pt x="1057750" y="514350"/>
                      </a:cubicBezTo>
                      <a:cubicBezTo>
                        <a:pt x="1025066" y="455519"/>
                        <a:pt x="1032817" y="465978"/>
                        <a:pt x="991075" y="438150"/>
                      </a:cubicBezTo>
                      <a:cubicBezTo>
                        <a:pt x="957081" y="387159"/>
                        <a:pt x="980120" y="417670"/>
                        <a:pt x="914875" y="352425"/>
                      </a:cubicBezTo>
                      <a:cubicBezTo>
                        <a:pt x="905350" y="342900"/>
                        <a:pt x="899368" y="327117"/>
                        <a:pt x="886300" y="323850"/>
                      </a:cubicBezTo>
                      <a:lnTo>
                        <a:pt x="848200" y="314325"/>
                      </a:lnTo>
                      <a:cubicBezTo>
                        <a:pt x="831646" y="264662"/>
                        <a:pt x="850916" y="302981"/>
                        <a:pt x="810100" y="266700"/>
                      </a:cubicBezTo>
                      <a:cubicBezTo>
                        <a:pt x="733001" y="198167"/>
                        <a:pt x="783297" y="219666"/>
                        <a:pt x="724375" y="200025"/>
                      </a:cubicBezTo>
                      <a:cubicBezTo>
                        <a:pt x="669780" y="118133"/>
                        <a:pt x="742475" y="214505"/>
                        <a:pt x="676750" y="161925"/>
                      </a:cubicBezTo>
                      <a:cubicBezTo>
                        <a:pt x="667811" y="154774"/>
                        <a:pt x="666315" y="140888"/>
                        <a:pt x="657700" y="133350"/>
                      </a:cubicBezTo>
                      <a:cubicBezTo>
                        <a:pt x="640470" y="118273"/>
                        <a:pt x="616739" y="111439"/>
                        <a:pt x="600550" y="95250"/>
                      </a:cubicBezTo>
                      <a:cubicBezTo>
                        <a:pt x="591025" y="85725"/>
                        <a:pt x="583183" y="74147"/>
                        <a:pt x="571975" y="66675"/>
                      </a:cubicBezTo>
                      <a:cubicBezTo>
                        <a:pt x="563621" y="61106"/>
                        <a:pt x="552925" y="60325"/>
                        <a:pt x="543400" y="57150"/>
                      </a:cubicBezTo>
                      <a:cubicBezTo>
                        <a:pt x="513211" y="11867"/>
                        <a:pt x="535210" y="32195"/>
                        <a:pt x="467200" y="9525"/>
                      </a:cubicBezTo>
                      <a:lnTo>
                        <a:pt x="438625" y="0"/>
                      </a:lnTo>
                      <a:cubicBezTo>
                        <a:pt x="362425" y="25400"/>
                        <a:pt x="451325" y="-12700"/>
                        <a:pt x="400525" y="38100"/>
                      </a:cubicBezTo>
                      <a:cubicBezTo>
                        <a:pt x="393425" y="45200"/>
                        <a:pt x="380930" y="43135"/>
                        <a:pt x="371950" y="47625"/>
                      </a:cubicBezTo>
                      <a:cubicBezTo>
                        <a:pt x="361711" y="52745"/>
                        <a:pt x="352900" y="60325"/>
                        <a:pt x="343375" y="66675"/>
                      </a:cubicBezTo>
                      <a:lnTo>
                        <a:pt x="305275" y="123825"/>
                      </a:lnTo>
                      <a:cubicBezTo>
                        <a:pt x="298925" y="133350"/>
                        <a:pt x="295750" y="146050"/>
                        <a:pt x="286225" y="152400"/>
                      </a:cubicBezTo>
                      <a:lnTo>
                        <a:pt x="257650" y="171450"/>
                      </a:lnTo>
                      <a:cubicBezTo>
                        <a:pt x="251300" y="180975"/>
                        <a:pt x="243720" y="189786"/>
                        <a:pt x="238600" y="200025"/>
                      </a:cubicBezTo>
                      <a:cubicBezTo>
                        <a:pt x="234110" y="209005"/>
                        <a:pt x="233951" y="219823"/>
                        <a:pt x="229075" y="228600"/>
                      </a:cubicBezTo>
                      <a:cubicBezTo>
                        <a:pt x="217956" y="248614"/>
                        <a:pt x="203675" y="266700"/>
                        <a:pt x="190975" y="285750"/>
                      </a:cubicBezTo>
                      <a:cubicBezTo>
                        <a:pt x="184625" y="295275"/>
                        <a:pt x="175545" y="303465"/>
                        <a:pt x="171925" y="314325"/>
                      </a:cubicBezTo>
                      <a:lnTo>
                        <a:pt x="162400" y="342900"/>
                      </a:lnTo>
                      <a:cubicBezTo>
                        <a:pt x="158311" y="371521"/>
                        <a:pt x="151707" y="426559"/>
                        <a:pt x="143350" y="457200"/>
                      </a:cubicBezTo>
                      <a:cubicBezTo>
                        <a:pt x="138066" y="476573"/>
                        <a:pt x="129170" y="494869"/>
                        <a:pt x="124300" y="514350"/>
                      </a:cubicBezTo>
                      <a:cubicBezTo>
                        <a:pt x="109905" y="571931"/>
                        <a:pt x="118915" y="540031"/>
                        <a:pt x="95725" y="609600"/>
                      </a:cubicBezTo>
                      <a:lnTo>
                        <a:pt x="86200" y="638175"/>
                      </a:lnTo>
                      <a:cubicBezTo>
                        <a:pt x="83025" y="647700"/>
                        <a:pt x="78644" y="656905"/>
                        <a:pt x="76675" y="666750"/>
                      </a:cubicBezTo>
                      <a:cubicBezTo>
                        <a:pt x="73500" y="682625"/>
                        <a:pt x="70662" y="698571"/>
                        <a:pt x="67150" y="714375"/>
                      </a:cubicBezTo>
                      <a:cubicBezTo>
                        <a:pt x="57553" y="757561"/>
                        <a:pt x="54404" y="762137"/>
                        <a:pt x="38575" y="809625"/>
                      </a:cubicBezTo>
                      <a:cubicBezTo>
                        <a:pt x="35400" y="819150"/>
                        <a:pt x="31485" y="828460"/>
                        <a:pt x="29050" y="838200"/>
                      </a:cubicBezTo>
                      <a:lnTo>
                        <a:pt x="10000" y="914400"/>
                      </a:lnTo>
                      <a:cubicBezTo>
                        <a:pt x="5307" y="1003564"/>
                        <a:pt x="-9941" y="1165572"/>
                        <a:pt x="10000" y="1257300"/>
                      </a:cubicBezTo>
                      <a:cubicBezTo>
                        <a:pt x="14864" y="1279673"/>
                        <a:pt x="35400" y="1295400"/>
                        <a:pt x="48100" y="1314450"/>
                      </a:cubicBezTo>
                      <a:cubicBezTo>
                        <a:pt x="90204" y="1377605"/>
                        <a:pt x="40720" y="1307428"/>
                        <a:pt x="95725" y="1371600"/>
                      </a:cubicBezTo>
                      <a:cubicBezTo>
                        <a:pt x="106056" y="1383653"/>
                        <a:pt x="113075" y="1398475"/>
                        <a:pt x="124300" y="1409700"/>
                      </a:cubicBezTo>
                      <a:cubicBezTo>
                        <a:pt x="132395" y="1417795"/>
                        <a:pt x="144081" y="1421421"/>
                        <a:pt x="152875" y="1428750"/>
                      </a:cubicBezTo>
                      <a:cubicBezTo>
                        <a:pt x="226214" y="1489866"/>
                        <a:pt x="139079" y="1429077"/>
                        <a:pt x="210025" y="1476375"/>
                      </a:cubicBezTo>
                      <a:cubicBezTo>
                        <a:pt x="226764" y="1526593"/>
                        <a:pt x="208487" y="1485959"/>
                        <a:pt x="248125" y="1533525"/>
                      </a:cubicBezTo>
                      <a:cubicBezTo>
                        <a:pt x="255454" y="1542319"/>
                        <a:pt x="262055" y="1551861"/>
                        <a:pt x="267175" y="1562100"/>
                      </a:cubicBezTo>
                      <a:cubicBezTo>
                        <a:pt x="271665" y="1571080"/>
                        <a:pt x="270428" y="1582835"/>
                        <a:pt x="276700" y="1590675"/>
                      </a:cubicBezTo>
                      <a:cubicBezTo>
                        <a:pt x="283851" y="1599614"/>
                        <a:pt x="295750" y="1603375"/>
                        <a:pt x="305275" y="1609725"/>
                      </a:cubicBezTo>
                      <a:cubicBezTo>
                        <a:pt x="311625" y="1619250"/>
                        <a:pt x="316230" y="1630205"/>
                        <a:pt x="324325" y="1638300"/>
                      </a:cubicBezTo>
                      <a:cubicBezTo>
                        <a:pt x="332420" y="1646395"/>
                        <a:pt x="345749" y="1648411"/>
                        <a:pt x="352900" y="1657350"/>
                      </a:cubicBezTo>
                      <a:cubicBezTo>
                        <a:pt x="389845" y="1703532"/>
                        <a:pt x="328655" y="1674668"/>
                        <a:pt x="391000" y="1695450"/>
                      </a:cubicBezTo>
                      <a:cubicBezTo>
                        <a:pt x="397350" y="1704975"/>
                        <a:pt x="401111" y="1716874"/>
                        <a:pt x="410050" y="1724025"/>
                      </a:cubicBezTo>
                      <a:cubicBezTo>
                        <a:pt x="417890" y="1730297"/>
                        <a:pt x="429645" y="1729060"/>
                        <a:pt x="438625" y="1733550"/>
                      </a:cubicBezTo>
                      <a:cubicBezTo>
                        <a:pt x="448864" y="1738670"/>
                        <a:pt x="456961" y="1747480"/>
                        <a:pt x="467200" y="1752600"/>
                      </a:cubicBezTo>
                      <a:cubicBezTo>
                        <a:pt x="476180" y="1757090"/>
                        <a:pt x="486795" y="1757635"/>
                        <a:pt x="495775" y="1762125"/>
                      </a:cubicBezTo>
                      <a:cubicBezTo>
                        <a:pt x="506014" y="1767245"/>
                        <a:pt x="513196" y="1778601"/>
                        <a:pt x="524350" y="1781175"/>
                      </a:cubicBezTo>
                      <a:cubicBezTo>
                        <a:pt x="555441" y="1788350"/>
                        <a:pt x="587850" y="1787525"/>
                        <a:pt x="619600" y="1790700"/>
                      </a:cubicBezTo>
                      <a:cubicBezTo>
                        <a:pt x="638650" y="1797050"/>
                        <a:pt x="657269" y="1804880"/>
                        <a:pt x="676750" y="1809750"/>
                      </a:cubicBezTo>
                      <a:cubicBezTo>
                        <a:pt x="689450" y="1812925"/>
                        <a:pt x="702311" y="1815513"/>
                        <a:pt x="714850" y="1819275"/>
                      </a:cubicBezTo>
                      <a:cubicBezTo>
                        <a:pt x="734084" y="1825045"/>
                        <a:pt x="752193" y="1835024"/>
                        <a:pt x="772000" y="1838325"/>
                      </a:cubicBezTo>
                      <a:lnTo>
                        <a:pt x="829150" y="1847850"/>
                      </a:lnTo>
                      <a:cubicBezTo>
                        <a:pt x="838613" y="1847293"/>
                        <a:pt x="969954" y="1853648"/>
                        <a:pt x="1019650" y="1828800"/>
                      </a:cubicBezTo>
                      <a:cubicBezTo>
                        <a:pt x="1029889" y="1823680"/>
                        <a:pt x="1038700" y="1816100"/>
                        <a:pt x="1048225" y="1809750"/>
                      </a:cubicBezTo>
                      <a:cubicBezTo>
                        <a:pt x="1070399" y="1610187"/>
                        <a:pt x="1047211" y="1838026"/>
                        <a:pt x="1067275" y="1466850"/>
                      </a:cubicBezTo>
                      <a:cubicBezTo>
                        <a:pt x="1077473" y="1278194"/>
                        <a:pt x="1069320" y="1435533"/>
                        <a:pt x="1086325" y="1333500"/>
                      </a:cubicBezTo>
                      <a:cubicBezTo>
                        <a:pt x="1090533" y="1308251"/>
                        <a:pt x="1092467" y="1282673"/>
                        <a:pt x="1095850" y="1257300"/>
                      </a:cubicBezTo>
                      <a:cubicBezTo>
                        <a:pt x="1118951" y="1084043"/>
                        <a:pt x="1088416" y="1306474"/>
                        <a:pt x="1124425" y="1114425"/>
                      </a:cubicBezTo>
                      <a:cubicBezTo>
                        <a:pt x="1129142" y="1089266"/>
                        <a:pt x="1129233" y="1063384"/>
                        <a:pt x="1133950" y="1038225"/>
                      </a:cubicBezTo>
                      <a:cubicBezTo>
                        <a:pt x="1138775" y="1012492"/>
                        <a:pt x="1153000" y="962025"/>
                        <a:pt x="1153000" y="962025"/>
                      </a:cubicBezTo>
                      <a:cubicBezTo>
                        <a:pt x="1166000" y="832023"/>
                        <a:pt x="1162525" y="898683"/>
                        <a:pt x="1143475" y="7334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C2F8B9D1-B02F-5168-ECAE-9F86729BEB6F}"/>
                  </a:ext>
                </a:extLst>
              </p:cNvPr>
              <p:cNvGrpSpPr/>
              <p:nvPr/>
            </p:nvGrpSpPr>
            <p:grpSpPr>
              <a:xfrm>
                <a:off x="9626374" y="1903986"/>
                <a:ext cx="2893695" cy="1604971"/>
                <a:chOff x="1471301" y="2067515"/>
                <a:chExt cx="2893695" cy="1604971"/>
              </a:xfrm>
            </p:grpSpPr>
            <p:sp>
              <p:nvSpPr>
                <p:cNvPr id="102" name="Freeform: Shape 3">
                  <a:extLst>
                    <a:ext uri="{FF2B5EF4-FFF2-40B4-BE49-F238E27FC236}">
                      <a16:creationId xmlns:a16="http://schemas.microsoft.com/office/drawing/2014/main" id="{D003AB73-93FD-1181-5045-5BCDF29F1681}"/>
                    </a:ext>
                  </a:extLst>
                </p:cNvPr>
                <p:cNvSpPr/>
                <p:nvPr/>
              </p:nvSpPr>
              <p:spPr>
                <a:xfrm>
                  <a:off x="1926596" y="2067515"/>
                  <a:ext cx="466725" cy="876300"/>
                </a:xfrm>
                <a:custGeom>
                  <a:avLst/>
                  <a:gdLst>
                    <a:gd name="connsiteX0" fmla="*/ 466725 w 466725"/>
                    <a:gd name="connsiteY0" fmla="*/ 876300 h 876300"/>
                    <a:gd name="connsiteX1" fmla="*/ 400050 w 466725"/>
                    <a:gd name="connsiteY1" fmla="*/ 590550 h 876300"/>
                    <a:gd name="connsiteX2" fmla="*/ 390525 w 466725"/>
                    <a:gd name="connsiteY2" fmla="*/ 409575 h 876300"/>
                    <a:gd name="connsiteX3" fmla="*/ 371475 w 466725"/>
                    <a:gd name="connsiteY3" fmla="*/ 314325 h 876300"/>
                    <a:gd name="connsiteX4" fmla="*/ 352425 w 466725"/>
                    <a:gd name="connsiteY4" fmla="*/ 266700 h 876300"/>
                    <a:gd name="connsiteX5" fmla="*/ 342900 w 466725"/>
                    <a:gd name="connsiteY5" fmla="*/ 238125 h 876300"/>
                    <a:gd name="connsiteX6" fmla="*/ 304800 w 466725"/>
                    <a:gd name="connsiteY6" fmla="*/ 180975 h 876300"/>
                    <a:gd name="connsiteX7" fmla="*/ 285750 w 466725"/>
                    <a:gd name="connsiteY7" fmla="*/ 152400 h 876300"/>
                    <a:gd name="connsiteX8" fmla="*/ 266700 w 466725"/>
                    <a:gd name="connsiteY8" fmla="*/ 123825 h 876300"/>
                    <a:gd name="connsiteX9" fmla="*/ 238125 w 466725"/>
                    <a:gd name="connsiteY9" fmla="*/ 114300 h 876300"/>
                    <a:gd name="connsiteX10" fmla="*/ 209550 w 466725"/>
                    <a:gd name="connsiteY10" fmla="*/ 85725 h 876300"/>
                    <a:gd name="connsiteX11" fmla="*/ 152400 w 466725"/>
                    <a:gd name="connsiteY11" fmla="*/ 66675 h 876300"/>
                    <a:gd name="connsiteX12" fmla="*/ 123825 w 466725"/>
                    <a:gd name="connsiteY12" fmla="*/ 57150 h 876300"/>
                    <a:gd name="connsiteX13" fmla="*/ 66675 w 466725"/>
                    <a:gd name="connsiteY13" fmla="*/ 19050 h 876300"/>
                    <a:gd name="connsiteX14" fmla="*/ 38100 w 466725"/>
                    <a:gd name="connsiteY14" fmla="*/ 9525 h 876300"/>
                    <a:gd name="connsiteX15" fmla="*/ 0 w 466725"/>
                    <a:gd name="connsiteY15" fmla="*/ 0 h 876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6725" h="876300">
                      <a:moveTo>
                        <a:pt x="466725" y="876300"/>
                      </a:moveTo>
                      <a:cubicBezTo>
                        <a:pt x="444500" y="781050"/>
                        <a:pt x="415810" y="687080"/>
                        <a:pt x="400050" y="590550"/>
                      </a:cubicBezTo>
                      <a:cubicBezTo>
                        <a:pt x="390316" y="530931"/>
                        <a:pt x="395342" y="469791"/>
                        <a:pt x="390525" y="409575"/>
                      </a:cubicBezTo>
                      <a:cubicBezTo>
                        <a:pt x="389044" y="391063"/>
                        <a:pt x="378773" y="336218"/>
                        <a:pt x="371475" y="314325"/>
                      </a:cubicBezTo>
                      <a:cubicBezTo>
                        <a:pt x="366068" y="298105"/>
                        <a:pt x="358428" y="282709"/>
                        <a:pt x="352425" y="266700"/>
                      </a:cubicBezTo>
                      <a:cubicBezTo>
                        <a:pt x="348900" y="257299"/>
                        <a:pt x="347776" y="246902"/>
                        <a:pt x="342900" y="238125"/>
                      </a:cubicBezTo>
                      <a:cubicBezTo>
                        <a:pt x="331781" y="218111"/>
                        <a:pt x="317500" y="200025"/>
                        <a:pt x="304800" y="180975"/>
                      </a:cubicBezTo>
                      <a:lnTo>
                        <a:pt x="285750" y="152400"/>
                      </a:lnTo>
                      <a:cubicBezTo>
                        <a:pt x="279400" y="142875"/>
                        <a:pt x="277560" y="127445"/>
                        <a:pt x="266700" y="123825"/>
                      </a:cubicBezTo>
                      <a:lnTo>
                        <a:pt x="238125" y="114300"/>
                      </a:lnTo>
                      <a:cubicBezTo>
                        <a:pt x="228600" y="104775"/>
                        <a:pt x="221325" y="92267"/>
                        <a:pt x="209550" y="85725"/>
                      </a:cubicBezTo>
                      <a:cubicBezTo>
                        <a:pt x="191997" y="75973"/>
                        <a:pt x="171450" y="73025"/>
                        <a:pt x="152400" y="66675"/>
                      </a:cubicBezTo>
                      <a:cubicBezTo>
                        <a:pt x="142875" y="63500"/>
                        <a:pt x="132179" y="62719"/>
                        <a:pt x="123825" y="57150"/>
                      </a:cubicBezTo>
                      <a:cubicBezTo>
                        <a:pt x="104775" y="44450"/>
                        <a:pt x="88395" y="26290"/>
                        <a:pt x="66675" y="19050"/>
                      </a:cubicBezTo>
                      <a:cubicBezTo>
                        <a:pt x="57150" y="15875"/>
                        <a:pt x="47754" y="12283"/>
                        <a:pt x="38100" y="9525"/>
                      </a:cubicBezTo>
                      <a:cubicBezTo>
                        <a:pt x="25513" y="5929"/>
                        <a:pt x="0" y="0"/>
                        <a:pt x="0" y="0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3" name="Freeform: Shape 4">
                  <a:extLst>
                    <a:ext uri="{FF2B5EF4-FFF2-40B4-BE49-F238E27FC236}">
                      <a16:creationId xmlns:a16="http://schemas.microsoft.com/office/drawing/2014/main" id="{8F591C71-7D11-F7FF-4C75-BEDF24BF57A2}"/>
                    </a:ext>
                  </a:extLst>
                </p:cNvPr>
                <p:cNvSpPr/>
                <p:nvPr/>
              </p:nvSpPr>
              <p:spPr>
                <a:xfrm>
                  <a:off x="2538101" y="3224513"/>
                  <a:ext cx="438150" cy="447973"/>
                </a:xfrm>
                <a:custGeom>
                  <a:avLst/>
                  <a:gdLst>
                    <a:gd name="connsiteX0" fmla="*/ 0 w 438150"/>
                    <a:gd name="connsiteY0" fmla="*/ 447973 h 447973"/>
                    <a:gd name="connsiteX1" fmla="*/ 171450 w 438150"/>
                    <a:gd name="connsiteY1" fmla="*/ 286048 h 447973"/>
                    <a:gd name="connsiteX2" fmla="*/ 190500 w 438150"/>
                    <a:gd name="connsiteY2" fmla="*/ 257473 h 447973"/>
                    <a:gd name="connsiteX3" fmla="*/ 247650 w 438150"/>
                    <a:gd name="connsiteY3" fmla="*/ 219373 h 447973"/>
                    <a:gd name="connsiteX4" fmla="*/ 295275 w 438150"/>
                    <a:gd name="connsiteY4" fmla="*/ 162223 h 447973"/>
                    <a:gd name="connsiteX5" fmla="*/ 323850 w 438150"/>
                    <a:gd name="connsiteY5" fmla="*/ 143173 h 447973"/>
                    <a:gd name="connsiteX6" fmla="*/ 400050 w 438150"/>
                    <a:gd name="connsiteY6" fmla="*/ 28873 h 447973"/>
                    <a:gd name="connsiteX7" fmla="*/ 438150 w 438150"/>
                    <a:gd name="connsiteY7" fmla="*/ 298 h 4479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38150" h="447973">
                      <a:moveTo>
                        <a:pt x="0" y="447973"/>
                      </a:moveTo>
                      <a:cubicBezTo>
                        <a:pt x="57150" y="393998"/>
                        <a:pt x="127845" y="351455"/>
                        <a:pt x="171450" y="286048"/>
                      </a:cubicBezTo>
                      <a:cubicBezTo>
                        <a:pt x="177800" y="276523"/>
                        <a:pt x="181885" y="265011"/>
                        <a:pt x="190500" y="257473"/>
                      </a:cubicBezTo>
                      <a:cubicBezTo>
                        <a:pt x="207730" y="242396"/>
                        <a:pt x="247650" y="219373"/>
                        <a:pt x="247650" y="219373"/>
                      </a:cubicBezTo>
                      <a:cubicBezTo>
                        <a:pt x="266381" y="191276"/>
                        <a:pt x="267773" y="185142"/>
                        <a:pt x="295275" y="162223"/>
                      </a:cubicBezTo>
                      <a:cubicBezTo>
                        <a:pt x="304069" y="154894"/>
                        <a:pt x="314325" y="149523"/>
                        <a:pt x="323850" y="143173"/>
                      </a:cubicBezTo>
                      <a:lnTo>
                        <a:pt x="400050" y="28873"/>
                      </a:lnTo>
                      <a:cubicBezTo>
                        <a:pt x="422622" y="-4986"/>
                        <a:pt x="407652" y="298"/>
                        <a:pt x="438150" y="298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0" name="Freeform: Shape 12">
                  <a:extLst>
                    <a:ext uri="{FF2B5EF4-FFF2-40B4-BE49-F238E27FC236}">
                      <a16:creationId xmlns:a16="http://schemas.microsoft.com/office/drawing/2014/main" id="{2F90A1CB-7082-1F4E-45BE-D3ADE3EED931}"/>
                    </a:ext>
                  </a:extLst>
                </p:cNvPr>
                <p:cNvSpPr/>
                <p:nvPr/>
              </p:nvSpPr>
              <p:spPr>
                <a:xfrm>
                  <a:off x="1471301" y="2980718"/>
                  <a:ext cx="678180" cy="350773"/>
                </a:xfrm>
                <a:custGeom>
                  <a:avLst/>
                  <a:gdLst>
                    <a:gd name="connsiteX0" fmla="*/ 0 w 678180"/>
                    <a:gd name="connsiteY0" fmla="*/ 350773 h 350773"/>
                    <a:gd name="connsiteX1" fmla="*/ 38100 w 678180"/>
                    <a:gd name="connsiteY1" fmla="*/ 327913 h 350773"/>
                    <a:gd name="connsiteX2" fmla="*/ 53340 w 678180"/>
                    <a:gd name="connsiteY2" fmla="*/ 305053 h 350773"/>
                    <a:gd name="connsiteX3" fmla="*/ 76200 w 678180"/>
                    <a:gd name="connsiteY3" fmla="*/ 289813 h 350773"/>
                    <a:gd name="connsiteX4" fmla="*/ 114300 w 678180"/>
                    <a:gd name="connsiteY4" fmla="*/ 221233 h 350773"/>
                    <a:gd name="connsiteX5" fmla="*/ 137160 w 678180"/>
                    <a:gd name="connsiteY5" fmla="*/ 205993 h 350773"/>
                    <a:gd name="connsiteX6" fmla="*/ 152400 w 678180"/>
                    <a:gd name="connsiteY6" fmla="*/ 183133 h 350773"/>
                    <a:gd name="connsiteX7" fmla="*/ 198120 w 678180"/>
                    <a:gd name="connsiteY7" fmla="*/ 160273 h 350773"/>
                    <a:gd name="connsiteX8" fmla="*/ 220980 w 678180"/>
                    <a:gd name="connsiteY8" fmla="*/ 145033 h 350773"/>
                    <a:gd name="connsiteX9" fmla="*/ 243840 w 678180"/>
                    <a:gd name="connsiteY9" fmla="*/ 137413 h 350773"/>
                    <a:gd name="connsiteX10" fmla="*/ 266700 w 678180"/>
                    <a:gd name="connsiteY10" fmla="*/ 122173 h 350773"/>
                    <a:gd name="connsiteX11" fmla="*/ 342900 w 678180"/>
                    <a:gd name="connsiteY11" fmla="*/ 91693 h 350773"/>
                    <a:gd name="connsiteX12" fmla="*/ 365760 w 678180"/>
                    <a:gd name="connsiteY12" fmla="*/ 76453 h 350773"/>
                    <a:gd name="connsiteX13" fmla="*/ 434340 w 678180"/>
                    <a:gd name="connsiteY13" fmla="*/ 53593 h 350773"/>
                    <a:gd name="connsiteX14" fmla="*/ 457200 w 678180"/>
                    <a:gd name="connsiteY14" fmla="*/ 45973 h 350773"/>
                    <a:gd name="connsiteX15" fmla="*/ 480060 w 678180"/>
                    <a:gd name="connsiteY15" fmla="*/ 38353 h 350773"/>
                    <a:gd name="connsiteX16" fmla="*/ 525780 w 678180"/>
                    <a:gd name="connsiteY16" fmla="*/ 15493 h 350773"/>
                    <a:gd name="connsiteX17" fmla="*/ 632460 w 678180"/>
                    <a:gd name="connsiteY17" fmla="*/ 7873 h 350773"/>
                    <a:gd name="connsiteX18" fmla="*/ 678180 w 678180"/>
                    <a:gd name="connsiteY18" fmla="*/ 253 h 3507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678180" h="350773">
                      <a:moveTo>
                        <a:pt x="0" y="350773"/>
                      </a:moveTo>
                      <a:cubicBezTo>
                        <a:pt x="12700" y="343153"/>
                        <a:pt x="26855" y="337552"/>
                        <a:pt x="38100" y="327913"/>
                      </a:cubicBezTo>
                      <a:cubicBezTo>
                        <a:pt x="45053" y="321953"/>
                        <a:pt x="46864" y="311529"/>
                        <a:pt x="53340" y="305053"/>
                      </a:cubicBezTo>
                      <a:cubicBezTo>
                        <a:pt x="59816" y="298577"/>
                        <a:pt x="68580" y="294893"/>
                        <a:pt x="76200" y="289813"/>
                      </a:cubicBezTo>
                      <a:cubicBezTo>
                        <a:pt x="84141" y="265991"/>
                        <a:pt x="91841" y="236205"/>
                        <a:pt x="114300" y="221233"/>
                      </a:cubicBezTo>
                      <a:lnTo>
                        <a:pt x="137160" y="205993"/>
                      </a:lnTo>
                      <a:cubicBezTo>
                        <a:pt x="142240" y="198373"/>
                        <a:pt x="145924" y="189609"/>
                        <a:pt x="152400" y="183133"/>
                      </a:cubicBezTo>
                      <a:cubicBezTo>
                        <a:pt x="174238" y="161295"/>
                        <a:pt x="173330" y="172668"/>
                        <a:pt x="198120" y="160273"/>
                      </a:cubicBezTo>
                      <a:cubicBezTo>
                        <a:pt x="206311" y="156177"/>
                        <a:pt x="212789" y="149129"/>
                        <a:pt x="220980" y="145033"/>
                      </a:cubicBezTo>
                      <a:cubicBezTo>
                        <a:pt x="228164" y="141441"/>
                        <a:pt x="236656" y="141005"/>
                        <a:pt x="243840" y="137413"/>
                      </a:cubicBezTo>
                      <a:cubicBezTo>
                        <a:pt x="252031" y="133317"/>
                        <a:pt x="258694" y="126621"/>
                        <a:pt x="266700" y="122173"/>
                      </a:cubicBezTo>
                      <a:cubicBezTo>
                        <a:pt x="311771" y="97133"/>
                        <a:pt x="302046" y="101907"/>
                        <a:pt x="342900" y="91693"/>
                      </a:cubicBezTo>
                      <a:cubicBezTo>
                        <a:pt x="350520" y="86613"/>
                        <a:pt x="357391" y="80172"/>
                        <a:pt x="365760" y="76453"/>
                      </a:cubicBezTo>
                      <a:lnTo>
                        <a:pt x="434340" y="53593"/>
                      </a:lnTo>
                      <a:lnTo>
                        <a:pt x="457200" y="45973"/>
                      </a:lnTo>
                      <a:cubicBezTo>
                        <a:pt x="464820" y="43433"/>
                        <a:pt x="473377" y="42808"/>
                        <a:pt x="480060" y="38353"/>
                      </a:cubicBezTo>
                      <a:cubicBezTo>
                        <a:pt x="495472" y="28078"/>
                        <a:pt x="506626" y="17746"/>
                        <a:pt x="525780" y="15493"/>
                      </a:cubicBezTo>
                      <a:cubicBezTo>
                        <a:pt x="561186" y="11328"/>
                        <a:pt x="596900" y="10413"/>
                        <a:pt x="632460" y="7873"/>
                      </a:cubicBezTo>
                      <a:cubicBezTo>
                        <a:pt x="662549" y="-2157"/>
                        <a:pt x="647288" y="253"/>
                        <a:pt x="678180" y="253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1" name="Freeform: Shape 14">
                  <a:extLst>
                    <a:ext uri="{FF2B5EF4-FFF2-40B4-BE49-F238E27FC236}">
                      <a16:creationId xmlns:a16="http://schemas.microsoft.com/office/drawing/2014/main" id="{4B4FB8B4-110C-FEF4-E83F-11B1F69251C9}"/>
                    </a:ext>
                  </a:extLst>
                </p:cNvPr>
                <p:cNvSpPr/>
                <p:nvPr/>
              </p:nvSpPr>
              <p:spPr>
                <a:xfrm>
                  <a:off x="2888621" y="3118131"/>
                  <a:ext cx="1417320" cy="450527"/>
                </a:xfrm>
                <a:custGeom>
                  <a:avLst/>
                  <a:gdLst>
                    <a:gd name="connsiteX0" fmla="*/ 0 w 1417320"/>
                    <a:gd name="connsiteY0" fmla="*/ 0 h 450527"/>
                    <a:gd name="connsiteX1" fmla="*/ 76200 w 1417320"/>
                    <a:gd name="connsiteY1" fmla="*/ 106680 h 450527"/>
                    <a:gd name="connsiteX2" fmla="*/ 99060 w 1417320"/>
                    <a:gd name="connsiteY2" fmla="*/ 114300 h 450527"/>
                    <a:gd name="connsiteX3" fmla="*/ 121920 w 1417320"/>
                    <a:gd name="connsiteY3" fmla="*/ 129540 h 450527"/>
                    <a:gd name="connsiteX4" fmla="*/ 167640 w 1417320"/>
                    <a:gd name="connsiteY4" fmla="*/ 144780 h 450527"/>
                    <a:gd name="connsiteX5" fmla="*/ 190500 w 1417320"/>
                    <a:gd name="connsiteY5" fmla="*/ 152400 h 450527"/>
                    <a:gd name="connsiteX6" fmla="*/ 274320 w 1417320"/>
                    <a:gd name="connsiteY6" fmla="*/ 175260 h 450527"/>
                    <a:gd name="connsiteX7" fmla="*/ 297180 w 1417320"/>
                    <a:gd name="connsiteY7" fmla="*/ 182880 h 450527"/>
                    <a:gd name="connsiteX8" fmla="*/ 320040 w 1417320"/>
                    <a:gd name="connsiteY8" fmla="*/ 190500 h 450527"/>
                    <a:gd name="connsiteX9" fmla="*/ 342900 w 1417320"/>
                    <a:gd name="connsiteY9" fmla="*/ 205740 h 450527"/>
                    <a:gd name="connsiteX10" fmla="*/ 388620 w 1417320"/>
                    <a:gd name="connsiteY10" fmla="*/ 220980 h 450527"/>
                    <a:gd name="connsiteX11" fmla="*/ 457200 w 1417320"/>
                    <a:gd name="connsiteY11" fmla="*/ 266700 h 450527"/>
                    <a:gd name="connsiteX12" fmla="*/ 480060 w 1417320"/>
                    <a:gd name="connsiteY12" fmla="*/ 281940 h 450527"/>
                    <a:gd name="connsiteX13" fmla="*/ 502920 w 1417320"/>
                    <a:gd name="connsiteY13" fmla="*/ 289560 h 450527"/>
                    <a:gd name="connsiteX14" fmla="*/ 525780 w 1417320"/>
                    <a:gd name="connsiteY14" fmla="*/ 304800 h 450527"/>
                    <a:gd name="connsiteX15" fmla="*/ 548640 w 1417320"/>
                    <a:gd name="connsiteY15" fmla="*/ 312420 h 450527"/>
                    <a:gd name="connsiteX16" fmla="*/ 624840 w 1417320"/>
                    <a:gd name="connsiteY16" fmla="*/ 327660 h 450527"/>
                    <a:gd name="connsiteX17" fmla="*/ 731520 w 1417320"/>
                    <a:gd name="connsiteY17" fmla="*/ 358140 h 450527"/>
                    <a:gd name="connsiteX18" fmla="*/ 822960 w 1417320"/>
                    <a:gd name="connsiteY18" fmla="*/ 365760 h 450527"/>
                    <a:gd name="connsiteX19" fmla="*/ 883920 w 1417320"/>
                    <a:gd name="connsiteY19" fmla="*/ 373380 h 450527"/>
                    <a:gd name="connsiteX20" fmla="*/ 960120 w 1417320"/>
                    <a:gd name="connsiteY20" fmla="*/ 381000 h 450527"/>
                    <a:gd name="connsiteX21" fmla="*/ 1036320 w 1417320"/>
                    <a:gd name="connsiteY21" fmla="*/ 403860 h 450527"/>
                    <a:gd name="connsiteX22" fmla="*/ 1059180 w 1417320"/>
                    <a:gd name="connsiteY22" fmla="*/ 419100 h 450527"/>
                    <a:gd name="connsiteX23" fmla="*/ 1173480 w 1417320"/>
                    <a:gd name="connsiteY23" fmla="*/ 434340 h 450527"/>
                    <a:gd name="connsiteX24" fmla="*/ 1226820 w 1417320"/>
                    <a:gd name="connsiteY24" fmla="*/ 441960 h 450527"/>
                    <a:gd name="connsiteX25" fmla="*/ 1257300 w 1417320"/>
                    <a:gd name="connsiteY25" fmla="*/ 449580 h 450527"/>
                    <a:gd name="connsiteX26" fmla="*/ 1417320 w 1417320"/>
                    <a:gd name="connsiteY26" fmla="*/ 449580 h 4505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417320" h="450527">
                      <a:moveTo>
                        <a:pt x="0" y="0"/>
                      </a:moveTo>
                      <a:cubicBezTo>
                        <a:pt x="25400" y="35560"/>
                        <a:pt x="47580" y="73657"/>
                        <a:pt x="76200" y="106680"/>
                      </a:cubicBezTo>
                      <a:cubicBezTo>
                        <a:pt x="81461" y="112750"/>
                        <a:pt x="91876" y="110708"/>
                        <a:pt x="99060" y="114300"/>
                      </a:cubicBezTo>
                      <a:cubicBezTo>
                        <a:pt x="107251" y="118396"/>
                        <a:pt x="113551" y="125821"/>
                        <a:pt x="121920" y="129540"/>
                      </a:cubicBezTo>
                      <a:cubicBezTo>
                        <a:pt x="136600" y="136064"/>
                        <a:pt x="152400" y="139700"/>
                        <a:pt x="167640" y="144780"/>
                      </a:cubicBezTo>
                      <a:cubicBezTo>
                        <a:pt x="175260" y="147320"/>
                        <a:pt x="182624" y="150825"/>
                        <a:pt x="190500" y="152400"/>
                      </a:cubicBezTo>
                      <a:cubicBezTo>
                        <a:pt x="244352" y="163170"/>
                        <a:pt x="216313" y="155924"/>
                        <a:pt x="274320" y="175260"/>
                      </a:cubicBezTo>
                      <a:lnTo>
                        <a:pt x="297180" y="182880"/>
                      </a:lnTo>
                      <a:cubicBezTo>
                        <a:pt x="304800" y="185420"/>
                        <a:pt x="313357" y="186045"/>
                        <a:pt x="320040" y="190500"/>
                      </a:cubicBezTo>
                      <a:cubicBezTo>
                        <a:pt x="327660" y="195580"/>
                        <a:pt x="334531" y="202021"/>
                        <a:pt x="342900" y="205740"/>
                      </a:cubicBezTo>
                      <a:cubicBezTo>
                        <a:pt x="357580" y="212264"/>
                        <a:pt x="375254" y="212069"/>
                        <a:pt x="388620" y="220980"/>
                      </a:cubicBezTo>
                      <a:lnTo>
                        <a:pt x="457200" y="266700"/>
                      </a:lnTo>
                      <a:cubicBezTo>
                        <a:pt x="464820" y="271780"/>
                        <a:pt x="471372" y="279044"/>
                        <a:pt x="480060" y="281940"/>
                      </a:cubicBezTo>
                      <a:cubicBezTo>
                        <a:pt x="487680" y="284480"/>
                        <a:pt x="495736" y="285968"/>
                        <a:pt x="502920" y="289560"/>
                      </a:cubicBezTo>
                      <a:cubicBezTo>
                        <a:pt x="511111" y="293656"/>
                        <a:pt x="517589" y="300704"/>
                        <a:pt x="525780" y="304800"/>
                      </a:cubicBezTo>
                      <a:cubicBezTo>
                        <a:pt x="532964" y="308392"/>
                        <a:pt x="540814" y="310614"/>
                        <a:pt x="548640" y="312420"/>
                      </a:cubicBezTo>
                      <a:cubicBezTo>
                        <a:pt x="573880" y="318245"/>
                        <a:pt x="600266" y="319469"/>
                        <a:pt x="624840" y="327660"/>
                      </a:cubicBezTo>
                      <a:cubicBezTo>
                        <a:pt x="651292" y="336477"/>
                        <a:pt x="706005" y="356014"/>
                        <a:pt x="731520" y="358140"/>
                      </a:cubicBezTo>
                      <a:lnTo>
                        <a:pt x="822960" y="365760"/>
                      </a:lnTo>
                      <a:cubicBezTo>
                        <a:pt x="843337" y="367798"/>
                        <a:pt x="863567" y="371119"/>
                        <a:pt x="883920" y="373380"/>
                      </a:cubicBezTo>
                      <a:cubicBezTo>
                        <a:pt x="909291" y="376199"/>
                        <a:pt x="934720" y="378460"/>
                        <a:pt x="960120" y="381000"/>
                      </a:cubicBezTo>
                      <a:cubicBezTo>
                        <a:pt x="1015775" y="399552"/>
                        <a:pt x="990255" y="392344"/>
                        <a:pt x="1036320" y="403860"/>
                      </a:cubicBezTo>
                      <a:cubicBezTo>
                        <a:pt x="1043940" y="408940"/>
                        <a:pt x="1050762" y="415492"/>
                        <a:pt x="1059180" y="419100"/>
                      </a:cubicBezTo>
                      <a:cubicBezTo>
                        <a:pt x="1086662" y="430878"/>
                        <a:pt x="1160176" y="432862"/>
                        <a:pt x="1173480" y="434340"/>
                      </a:cubicBezTo>
                      <a:cubicBezTo>
                        <a:pt x="1191331" y="436323"/>
                        <a:pt x="1209149" y="438747"/>
                        <a:pt x="1226820" y="441960"/>
                      </a:cubicBezTo>
                      <a:cubicBezTo>
                        <a:pt x="1237124" y="443833"/>
                        <a:pt x="1246836" y="449161"/>
                        <a:pt x="1257300" y="449580"/>
                      </a:cubicBezTo>
                      <a:cubicBezTo>
                        <a:pt x="1310597" y="451712"/>
                        <a:pt x="1363980" y="449580"/>
                        <a:pt x="1417320" y="449580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4" name="Multiplication Sign 113">
                  <a:extLst>
                    <a:ext uri="{FF2B5EF4-FFF2-40B4-BE49-F238E27FC236}">
                      <a16:creationId xmlns:a16="http://schemas.microsoft.com/office/drawing/2014/main" id="{C075C997-A772-DFA7-1C4C-B13C0C98473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184996" y="3459798"/>
                  <a:ext cx="180000" cy="180000"/>
                </a:xfrm>
                <a:prstGeom prst="mathMultiply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5" name="Freeform: Shape 13">
                  <a:extLst>
                    <a:ext uri="{FF2B5EF4-FFF2-40B4-BE49-F238E27FC236}">
                      <a16:creationId xmlns:a16="http://schemas.microsoft.com/office/drawing/2014/main" id="{3F624DF5-95BA-7FC9-05B8-E1232B820A2D}"/>
                    </a:ext>
                  </a:extLst>
                </p:cNvPr>
                <p:cNvSpPr/>
                <p:nvPr/>
              </p:nvSpPr>
              <p:spPr>
                <a:xfrm>
                  <a:off x="2149481" y="2935251"/>
                  <a:ext cx="740407" cy="190503"/>
                </a:xfrm>
                <a:custGeom>
                  <a:avLst/>
                  <a:gdLst>
                    <a:gd name="connsiteX0" fmla="*/ 0 w 740407"/>
                    <a:gd name="connsiteY0" fmla="*/ 45720 h 190503"/>
                    <a:gd name="connsiteX1" fmla="*/ 60960 w 740407"/>
                    <a:gd name="connsiteY1" fmla="*/ 30480 h 190503"/>
                    <a:gd name="connsiteX2" fmla="*/ 83820 w 740407"/>
                    <a:gd name="connsiteY2" fmla="*/ 15240 h 190503"/>
                    <a:gd name="connsiteX3" fmla="*/ 129540 w 740407"/>
                    <a:gd name="connsiteY3" fmla="*/ 0 h 190503"/>
                    <a:gd name="connsiteX4" fmla="*/ 274320 w 740407"/>
                    <a:gd name="connsiteY4" fmla="*/ 15240 h 190503"/>
                    <a:gd name="connsiteX5" fmla="*/ 320040 w 740407"/>
                    <a:gd name="connsiteY5" fmla="*/ 30480 h 190503"/>
                    <a:gd name="connsiteX6" fmla="*/ 342900 w 740407"/>
                    <a:gd name="connsiteY6" fmla="*/ 38100 h 190503"/>
                    <a:gd name="connsiteX7" fmla="*/ 365760 w 740407"/>
                    <a:gd name="connsiteY7" fmla="*/ 53340 h 190503"/>
                    <a:gd name="connsiteX8" fmla="*/ 411480 w 740407"/>
                    <a:gd name="connsiteY8" fmla="*/ 68580 h 190503"/>
                    <a:gd name="connsiteX9" fmla="*/ 457200 w 740407"/>
                    <a:gd name="connsiteY9" fmla="*/ 99060 h 190503"/>
                    <a:gd name="connsiteX10" fmla="*/ 480060 w 740407"/>
                    <a:gd name="connsiteY10" fmla="*/ 106680 h 190503"/>
                    <a:gd name="connsiteX11" fmla="*/ 510540 w 740407"/>
                    <a:gd name="connsiteY11" fmla="*/ 121920 h 190503"/>
                    <a:gd name="connsiteX12" fmla="*/ 571500 w 740407"/>
                    <a:gd name="connsiteY12" fmla="*/ 137160 h 190503"/>
                    <a:gd name="connsiteX13" fmla="*/ 617220 w 740407"/>
                    <a:gd name="connsiteY13" fmla="*/ 152400 h 190503"/>
                    <a:gd name="connsiteX14" fmla="*/ 640080 w 740407"/>
                    <a:gd name="connsiteY14" fmla="*/ 160020 h 190503"/>
                    <a:gd name="connsiteX15" fmla="*/ 670560 w 740407"/>
                    <a:gd name="connsiteY15" fmla="*/ 167640 h 190503"/>
                    <a:gd name="connsiteX16" fmla="*/ 693420 w 740407"/>
                    <a:gd name="connsiteY16" fmla="*/ 182880 h 190503"/>
                    <a:gd name="connsiteX17" fmla="*/ 731520 w 740407"/>
                    <a:gd name="connsiteY17" fmla="*/ 190500 h 1905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40407" h="190503">
                      <a:moveTo>
                        <a:pt x="0" y="45720"/>
                      </a:moveTo>
                      <a:cubicBezTo>
                        <a:pt x="14491" y="42822"/>
                        <a:pt x="45339" y="38290"/>
                        <a:pt x="60960" y="30480"/>
                      </a:cubicBezTo>
                      <a:cubicBezTo>
                        <a:pt x="69151" y="26384"/>
                        <a:pt x="75451" y="18959"/>
                        <a:pt x="83820" y="15240"/>
                      </a:cubicBezTo>
                      <a:cubicBezTo>
                        <a:pt x="98500" y="8716"/>
                        <a:pt x="129540" y="0"/>
                        <a:pt x="129540" y="0"/>
                      </a:cubicBezTo>
                      <a:cubicBezTo>
                        <a:pt x="201532" y="4799"/>
                        <a:pt x="221265" y="-676"/>
                        <a:pt x="274320" y="15240"/>
                      </a:cubicBezTo>
                      <a:cubicBezTo>
                        <a:pt x="289707" y="19856"/>
                        <a:pt x="304800" y="25400"/>
                        <a:pt x="320040" y="30480"/>
                      </a:cubicBezTo>
                      <a:cubicBezTo>
                        <a:pt x="327660" y="33020"/>
                        <a:pt x="336217" y="33645"/>
                        <a:pt x="342900" y="38100"/>
                      </a:cubicBezTo>
                      <a:cubicBezTo>
                        <a:pt x="350520" y="43180"/>
                        <a:pt x="357391" y="49621"/>
                        <a:pt x="365760" y="53340"/>
                      </a:cubicBezTo>
                      <a:cubicBezTo>
                        <a:pt x="380440" y="59864"/>
                        <a:pt x="398114" y="59669"/>
                        <a:pt x="411480" y="68580"/>
                      </a:cubicBezTo>
                      <a:cubicBezTo>
                        <a:pt x="426720" y="78740"/>
                        <a:pt x="439824" y="93268"/>
                        <a:pt x="457200" y="99060"/>
                      </a:cubicBezTo>
                      <a:cubicBezTo>
                        <a:pt x="464820" y="101600"/>
                        <a:pt x="472677" y="103516"/>
                        <a:pt x="480060" y="106680"/>
                      </a:cubicBezTo>
                      <a:cubicBezTo>
                        <a:pt x="490501" y="111155"/>
                        <a:pt x="499764" y="118328"/>
                        <a:pt x="510540" y="121920"/>
                      </a:cubicBezTo>
                      <a:cubicBezTo>
                        <a:pt x="530411" y="128544"/>
                        <a:pt x="551629" y="130536"/>
                        <a:pt x="571500" y="137160"/>
                      </a:cubicBezTo>
                      <a:lnTo>
                        <a:pt x="617220" y="152400"/>
                      </a:lnTo>
                      <a:cubicBezTo>
                        <a:pt x="624840" y="154940"/>
                        <a:pt x="632288" y="158072"/>
                        <a:pt x="640080" y="160020"/>
                      </a:cubicBezTo>
                      <a:lnTo>
                        <a:pt x="670560" y="167640"/>
                      </a:lnTo>
                      <a:cubicBezTo>
                        <a:pt x="678180" y="172720"/>
                        <a:pt x="684732" y="179984"/>
                        <a:pt x="693420" y="182880"/>
                      </a:cubicBezTo>
                      <a:cubicBezTo>
                        <a:pt x="717533" y="190918"/>
                        <a:pt x="758554" y="190500"/>
                        <a:pt x="731520" y="190500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77F7461-1FD9-CBE9-BEF7-566F030DA941}"/>
                    </a:ext>
                  </a:extLst>
                </p:cNvPr>
                <p:cNvSpPr txBox="1"/>
                <p:nvPr/>
              </p:nvSpPr>
              <p:spPr>
                <a:xfrm>
                  <a:off x="9512118" y="2055580"/>
                  <a:ext cx="37147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77F7461-1FD9-CBE9-BEF7-566F030DA9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12118" y="2055580"/>
                  <a:ext cx="371475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24490" b="-25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86318AC7-B82C-8A44-D08D-D8FC76842EB3}"/>
              </a:ext>
            </a:extLst>
          </p:cNvPr>
          <p:cNvCxnSpPr>
            <a:cxnSpLocks/>
          </p:cNvCxnSpPr>
          <p:nvPr/>
        </p:nvCxnSpPr>
        <p:spPr>
          <a:xfrm>
            <a:off x="7482631" y="3945451"/>
            <a:ext cx="0" cy="39600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D3A7F668-BB22-CF25-7C3D-5C14AB378895}"/>
              </a:ext>
            </a:extLst>
          </p:cNvPr>
          <p:cNvCxnSpPr>
            <a:cxnSpLocks/>
            <a:stCxn id="145" idx="2"/>
            <a:endCxn id="141" idx="0"/>
          </p:cNvCxnSpPr>
          <p:nvPr/>
        </p:nvCxnSpPr>
        <p:spPr>
          <a:xfrm rot="16200000" flipH="1">
            <a:off x="6212367" y="4245986"/>
            <a:ext cx="340152" cy="224691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Oval 140">
            <a:extLst>
              <a:ext uri="{FF2B5EF4-FFF2-40B4-BE49-F238E27FC236}">
                <a16:creationId xmlns:a16="http://schemas.microsoft.com/office/drawing/2014/main" id="{4BDD550E-5A75-C125-722D-879A15844873}"/>
              </a:ext>
            </a:extLst>
          </p:cNvPr>
          <p:cNvSpPr>
            <a:spLocks noChangeAspect="1"/>
          </p:cNvSpPr>
          <p:nvPr/>
        </p:nvSpPr>
        <p:spPr>
          <a:xfrm>
            <a:off x="7001903" y="5539522"/>
            <a:ext cx="1008000" cy="10080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/>
              <a:t>modelo</a:t>
            </a:r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FF716CC5-EFE1-3760-32E5-7C535BAC8134}"/>
              </a:ext>
            </a:extLst>
          </p:cNvPr>
          <p:cNvGrpSpPr>
            <a:grpSpLocks noChangeAspect="1"/>
          </p:cNvGrpSpPr>
          <p:nvPr/>
        </p:nvGrpSpPr>
        <p:grpSpPr>
          <a:xfrm>
            <a:off x="4384582" y="4333905"/>
            <a:ext cx="1748803" cy="865465"/>
            <a:chOff x="4059984" y="4389681"/>
            <a:chExt cx="1748803" cy="865465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9E15F7E-6D60-14AC-4B7B-45EF6E006DAE}"/>
                </a:ext>
              </a:extLst>
            </p:cNvPr>
            <p:cNvCxnSpPr/>
            <p:nvPr/>
          </p:nvCxnSpPr>
          <p:spPr>
            <a:xfrm>
              <a:off x="4140044" y="4462224"/>
              <a:ext cx="0" cy="7274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985F8E79-562F-6075-B65D-69191C30A0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49460" y="5189634"/>
              <a:ext cx="16105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7C6FD386-C067-C229-53D4-040CA5C2157C}"/>
                </a:ext>
              </a:extLst>
            </p:cNvPr>
            <p:cNvSpPr/>
            <p:nvPr/>
          </p:nvSpPr>
          <p:spPr>
            <a:xfrm>
              <a:off x="4218163" y="4661961"/>
              <a:ext cx="1423656" cy="395787"/>
            </a:xfrm>
            <a:custGeom>
              <a:avLst/>
              <a:gdLst>
                <a:gd name="connsiteX0" fmla="*/ 0 w 1557196"/>
                <a:gd name="connsiteY0" fmla="*/ 317014 h 434709"/>
                <a:gd name="connsiteX1" fmla="*/ 172015 w 1557196"/>
                <a:gd name="connsiteY1" fmla="*/ 425655 h 434709"/>
                <a:gd name="connsiteX2" fmla="*/ 344031 w 1557196"/>
                <a:gd name="connsiteY2" fmla="*/ 362281 h 434709"/>
                <a:gd name="connsiteX3" fmla="*/ 398352 w 1557196"/>
                <a:gd name="connsiteY3" fmla="*/ 271746 h 434709"/>
                <a:gd name="connsiteX4" fmla="*/ 470780 w 1557196"/>
                <a:gd name="connsiteY4" fmla="*/ 190265 h 434709"/>
                <a:gd name="connsiteX5" fmla="*/ 525101 w 1557196"/>
                <a:gd name="connsiteY5" fmla="*/ 262693 h 434709"/>
                <a:gd name="connsiteX6" fmla="*/ 552261 w 1557196"/>
                <a:gd name="connsiteY6" fmla="*/ 298907 h 434709"/>
                <a:gd name="connsiteX7" fmla="*/ 624689 w 1557196"/>
                <a:gd name="connsiteY7" fmla="*/ 362281 h 434709"/>
                <a:gd name="connsiteX8" fmla="*/ 679010 w 1557196"/>
                <a:gd name="connsiteY8" fmla="*/ 298907 h 434709"/>
                <a:gd name="connsiteX9" fmla="*/ 787651 w 1557196"/>
                <a:gd name="connsiteY9" fmla="*/ 362281 h 434709"/>
                <a:gd name="connsiteX10" fmla="*/ 887239 w 1557196"/>
                <a:gd name="connsiteY10" fmla="*/ 181212 h 434709"/>
                <a:gd name="connsiteX11" fmla="*/ 1041148 w 1557196"/>
                <a:gd name="connsiteY11" fmla="*/ 142 h 434709"/>
                <a:gd name="connsiteX12" fmla="*/ 1122629 w 1557196"/>
                <a:gd name="connsiteY12" fmla="*/ 154051 h 434709"/>
                <a:gd name="connsiteX13" fmla="*/ 1294645 w 1557196"/>
                <a:gd name="connsiteY13" fmla="*/ 326067 h 434709"/>
                <a:gd name="connsiteX14" fmla="*/ 1358019 w 1557196"/>
                <a:gd name="connsiteY14" fmla="*/ 262693 h 434709"/>
                <a:gd name="connsiteX15" fmla="*/ 1557196 w 1557196"/>
                <a:gd name="connsiteY15" fmla="*/ 434709 h 434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57196" h="434709">
                  <a:moveTo>
                    <a:pt x="0" y="317014"/>
                  </a:moveTo>
                  <a:cubicBezTo>
                    <a:pt x="57338" y="367562"/>
                    <a:pt x="114677" y="418111"/>
                    <a:pt x="172015" y="425655"/>
                  </a:cubicBezTo>
                  <a:cubicBezTo>
                    <a:pt x="229354" y="433200"/>
                    <a:pt x="306308" y="387932"/>
                    <a:pt x="344031" y="362281"/>
                  </a:cubicBezTo>
                  <a:cubicBezTo>
                    <a:pt x="381754" y="336630"/>
                    <a:pt x="377227" y="300415"/>
                    <a:pt x="398352" y="271746"/>
                  </a:cubicBezTo>
                  <a:cubicBezTo>
                    <a:pt x="419477" y="243077"/>
                    <a:pt x="449655" y="191774"/>
                    <a:pt x="470780" y="190265"/>
                  </a:cubicBezTo>
                  <a:cubicBezTo>
                    <a:pt x="491905" y="188756"/>
                    <a:pt x="525101" y="262693"/>
                    <a:pt x="525101" y="262693"/>
                  </a:cubicBezTo>
                  <a:cubicBezTo>
                    <a:pt x="538681" y="280800"/>
                    <a:pt x="535663" y="282309"/>
                    <a:pt x="552261" y="298907"/>
                  </a:cubicBezTo>
                  <a:cubicBezTo>
                    <a:pt x="568859" y="315505"/>
                    <a:pt x="603564" y="362281"/>
                    <a:pt x="624689" y="362281"/>
                  </a:cubicBezTo>
                  <a:cubicBezTo>
                    <a:pt x="645814" y="362281"/>
                    <a:pt x="651850" y="298907"/>
                    <a:pt x="679010" y="298907"/>
                  </a:cubicBezTo>
                  <a:cubicBezTo>
                    <a:pt x="706170" y="298907"/>
                    <a:pt x="752946" y="381897"/>
                    <a:pt x="787651" y="362281"/>
                  </a:cubicBezTo>
                  <a:cubicBezTo>
                    <a:pt x="822356" y="342665"/>
                    <a:pt x="844990" y="241568"/>
                    <a:pt x="887239" y="181212"/>
                  </a:cubicBezTo>
                  <a:cubicBezTo>
                    <a:pt x="929488" y="120856"/>
                    <a:pt x="1001917" y="4669"/>
                    <a:pt x="1041148" y="142"/>
                  </a:cubicBezTo>
                  <a:cubicBezTo>
                    <a:pt x="1080379" y="-4385"/>
                    <a:pt x="1080380" y="99730"/>
                    <a:pt x="1122629" y="154051"/>
                  </a:cubicBezTo>
                  <a:cubicBezTo>
                    <a:pt x="1164879" y="208372"/>
                    <a:pt x="1255413" y="307960"/>
                    <a:pt x="1294645" y="326067"/>
                  </a:cubicBezTo>
                  <a:cubicBezTo>
                    <a:pt x="1333877" y="344174"/>
                    <a:pt x="1314261" y="244586"/>
                    <a:pt x="1358019" y="262693"/>
                  </a:cubicBezTo>
                  <a:cubicBezTo>
                    <a:pt x="1401777" y="280800"/>
                    <a:pt x="1479486" y="357754"/>
                    <a:pt x="1557196" y="434709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1F514D03-FBE3-8B65-F820-3C58D2199FDA}"/>
                </a:ext>
              </a:extLst>
            </p:cNvPr>
            <p:cNvSpPr/>
            <p:nvPr/>
          </p:nvSpPr>
          <p:spPr>
            <a:xfrm>
              <a:off x="4059984" y="4389681"/>
              <a:ext cx="1748803" cy="8654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A9AFFF38-B8F3-5654-F255-FB360CE86A88}"/>
              </a:ext>
            </a:extLst>
          </p:cNvPr>
          <p:cNvGrpSpPr>
            <a:grpSpLocks noChangeAspect="1"/>
          </p:cNvGrpSpPr>
          <p:nvPr/>
        </p:nvGrpSpPr>
        <p:grpSpPr>
          <a:xfrm>
            <a:off x="6632990" y="4328912"/>
            <a:ext cx="1748803" cy="865465"/>
            <a:chOff x="6308392" y="4384688"/>
            <a:chExt cx="1748803" cy="865465"/>
          </a:xfrm>
        </p:grpSpPr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1C14310-446B-C58C-E946-9E9E9CD5A714}"/>
                </a:ext>
              </a:extLst>
            </p:cNvPr>
            <p:cNvSpPr/>
            <p:nvPr/>
          </p:nvSpPr>
          <p:spPr>
            <a:xfrm>
              <a:off x="6446205" y="4672565"/>
              <a:ext cx="1423656" cy="371205"/>
            </a:xfrm>
            <a:custGeom>
              <a:avLst/>
              <a:gdLst>
                <a:gd name="connsiteX0" fmla="*/ 0 w 1557196"/>
                <a:gd name="connsiteY0" fmla="*/ 317014 h 434709"/>
                <a:gd name="connsiteX1" fmla="*/ 172015 w 1557196"/>
                <a:gd name="connsiteY1" fmla="*/ 425655 h 434709"/>
                <a:gd name="connsiteX2" fmla="*/ 344031 w 1557196"/>
                <a:gd name="connsiteY2" fmla="*/ 362281 h 434709"/>
                <a:gd name="connsiteX3" fmla="*/ 398352 w 1557196"/>
                <a:gd name="connsiteY3" fmla="*/ 271746 h 434709"/>
                <a:gd name="connsiteX4" fmla="*/ 470780 w 1557196"/>
                <a:gd name="connsiteY4" fmla="*/ 190265 h 434709"/>
                <a:gd name="connsiteX5" fmla="*/ 525101 w 1557196"/>
                <a:gd name="connsiteY5" fmla="*/ 262693 h 434709"/>
                <a:gd name="connsiteX6" fmla="*/ 552261 w 1557196"/>
                <a:gd name="connsiteY6" fmla="*/ 298907 h 434709"/>
                <a:gd name="connsiteX7" fmla="*/ 624689 w 1557196"/>
                <a:gd name="connsiteY7" fmla="*/ 362281 h 434709"/>
                <a:gd name="connsiteX8" fmla="*/ 679010 w 1557196"/>
                <a:gd name="connsiteY8" fmla="*/ 298907 h 434709"/>
                <a:gd name="connsiteX9" fmla="*/ 787651 w 1557196"/>
                <a:gd name="connsiteY9" fmla="*/ 362281 h 434709"/>
                <a:gd name="connsiteX10" fmla="*/ 887239 w 1557196"/>
                <a:gd name="connsiteY10" fmla="*/ 181212 h 434709"/>
                <a:gd name="connsiteX11" fmla="*/ 1041148 w 1557196"/>
                <a:gd name="connsiteY11" fmla="*/ 142 h 434709"/>
                <a:gd name="connsiteX12" fmla="*/ 1122629 w 1557196"/>
                <a:gd name="connsiteY12" fmla="*/ 154051 h 434709"/>
                <a:gd name="connsiteX13" fmla="*/ 1294645 w 1557196"/>
                <a:gd name="connsiteY13" fmla="*/ 326067 h 434709"/>
                <a:gd name="connsiteX14" fmla="*/ 1358019 w 1557196"/>
                <a:gd name="connsiteY14" fmla="*/ 262693 h 434709"/>
                <a:gd name="connsiteX15" fmla="*/ 1557196 w 1557196"/>
                <a:gd name="connsiteY15" fmla="*/ 434709 h 434709"/>
                <a:gd name="connsiteX0" fmla="*/ 0 w 1557196"/>
                <a:gd name="connsiteY0" fmla="*/ 317014 h 434709"/>
                <a:gd name="connsiteX1" fmla="*/ 208229 w 1557196"/>
                <a:gd name="connsiteY1" fmla="*/ 362281 h 434709"/>
                <a:gd name="connsiteX2" fmla="*/ 344031 w 1557196"/>
                <a:gd name="connsiteY2" fmla="*/ 362281 h 434709"/>
                <a:gd name="connsiteX3" fmla="*/ 398352 w 1557196"/>
                <a:gd name="connsiteY3" fmla="*/ 271746 h 434709"/>
                <a:gd name="connsiteX4" fmla="*/ 470780 w 1557196"/>
                <a:gd name="connsiteY4" fmla="*/ 190265 h 434709"/>
                <a:gd name="connsiteX5" fmla="*/ 525101 w 1557196"/>
                <a:gd name="connsiteY5" fmla="*/ 262693 h 434709"/>
                <a:gd name="connsiteX6" fmla="*/ 552261 w 1557196"/>
                <a:gd name="connsiteY6" fmla="*/ 298907 h 434709"/>
                <a:gd name="connsiteX7" fmla="*/ 624689 w 1557196"/>
                <a:gd name="connsiteY7" fmla="*/ 362281 h 434709"/>
                <a:gd name="connsiteX8" fmla="*/ 679010 w 1557196"/>
                <a:gd name="connsiteY8" fmla="*/ 298907 h 434709"/>
                <a:gd name="connsiteX9" fmla="*/ 787651 w 1557196"/>
                <a:gd name="connsiteY9" fmla="*/ 362281 h 434709"/>
                <a:gd name="connsiteX10" fmla="*/ 887239 w 1557196"/>
                <a:gd name="connsiteY10" fmla="*/ 181212 h 434709"/>
                <a:gd name="connsiteX11" fmla="*/ 1041148 w 1557196"/>
                <a:gd name="connsiteY11" fmla="*/ 142 h 434709"/>
                <a:gd name="connsiteX12" fmla="*/ 1122629 w 1557196"/>
                <a:gd name="connsiteY12" fmla="*/ 154051 h 434709"/>
                <a:gd name="connsiteX13" fmla="*/ 1294645 w 1557196"/>
                <a:gd name="connsiteY13" fmla="*/ 326067 h 434709"/>
                <a:gd name="connsiteX14" fmla="*/ 1358019 w 1557196"/>
                <a:gd name="connsiteY14" fmla="*/ 262693 h 434709"/>
                <a:gd name="connsiteX15" fmla="*/ 1557196 w 1557196"/>
                <a:gd name="connsiteY15" fmla="*/ 434709 h 434709"/>
                <a:gd name="connsiteX0" fmla="*/ 0 w 1557196"/>
                <a:gd name="connsiteY0" fmla="*/ 317014 h 434709"/>
                <a:gd name="connsiteX1" fmla="*/ 208229 w 1557196"/>
                <a:gd name="connsiteY1" fmla="*/ 362281 h 434709"/>
                <a:gd name="connsiteX2" fmla="*/ 344031 w 1557196"/>
                <a:gd name="connsiteY2" fmla="*/ 362281 h 434709"/>
                <a:gd name="connsiteX3" fmla="*/ 398352 w 1557196"/>
                <a:gd name="connsiteY3" fmla="*/ 271746 h 434709"/>
                <a:gd name="connsiteX4" fmla="*/ 479833 w 1557196"/>
                <a:gd name="connsiteY4" fmla="*/ 63516 h 434709"/>
                <a:gd name="connsiteX5" fmla="*/ 525101 w 1557196"/>
                <a:gd name="connsiteY5" fmla="*/ 262693 h 434709"/>
                <a:gd name="connsiteX6" fmla="*/ 552261 w 1557196"/>
                <a:gd name="connsiteY6" fmla="*/ 298907 h 434709"/>
                <a:gd name="connsiteX7" fmla="*/ 624689 w 1557196"/>
                <a:gd name="connsiteY7" fmla="*/ 362281 h 434709"/>
                <a:gd name="connsiteX8" fmla="*/ 679010 w 1557196"/>
                <a:gd name="connsiteY8" fmla="*/ 298907 h 434709"/>
                <a:gd name="connsiteX9" fmla="*/ 787651 w 1557196"/>
                <a:gd name="connsiteY9" fmla="*/ 362281 h 434709"/>
                <a:gd name="connsiteX10" fmla="*/ 887239 w 1557196"/>
                <a:gd name="connsiteY10" fmla="*/ 181212 h 434709"/>
                <a:gd name="connsiteX11" fmla="*/ 1041148 w 1557196"/>
                <a:gd name="connsiteY11" fmla="*/ 142 h 434709"/>
                <a:gd name="connsiteX12" fmla="*/ 1122629 w 1557196"/>
                <a:gd name="connsiteY12" fmla="*/ 154051 h 434709"/>
                <a:gd name="connsiteX13" fmla="*/ 1294645 w 1557196"/>
                <a:gd name="connsiteY13" fmla="*/ 326067 h 434709"/>
                <a:gd name="connsiteX14" fmla="*/ 1358019 w 1557196"/>
                <a:gd name="connsiteY14" fmla="*/ 262693 h 434709"/>
                <a:gd name="connsiteX15" fmla="*/ 1557196 w 1557196"/>
                <a:gd name="connsiteY15" fmla="*/ 434709 h 434709"/>
                <a:gd name="connsiteX0" fmla="*/ 0 w 1557196"/>
                <a:gd name="connsiteY0" fmla="*/ 317014 h 434709"/>
                <a:gd name="connsiteX1" fmla="*/ 208229 w 1557196"/>
                <a:gd name="connsiteY1" fmla="*/ 362281 h 434709"/>
                <a:gd name="connsiteX2" fmla="*/ 344031 w 1557196"/>
                <a:gd name="connsiteY2" fmla="*/ 362281 h 434709"/>
                <a:gd name="connsiteX3" fmla="*/ 398352 w 1557196"/>
                <a:gd name="connsiteY3" fmla="*/ 271746 h 434709"/>
                <a:gd name="connsiteX4" fmla="*/ 479833 w 1557196"/>
                <a:gd name="connsiteY4" fmla="*/ 63516 h 434709"/>
                <a:gd name="connsiteX5" fmla="*/ 525101 w 1557196"/>
                <a:gd name="connsiteY5" fmla="*/ 262693 h 434709"/>
                <a:gd name="connsiteX6" fmla="*/ 624689 w 1557196"/>
                <a:gd name="connsiteY6" fmla="*/ 362281 h 434709"/>
                <a:gd name="connsiteX7" fmla="*/ 679010 w 1557196"/>
                <a:gd name="connsiteY7" fmla="*/ 298907 h 434709"/>
                <a:gd name="connsiteX8" fmla="*/ 787651 w 1557196"/>
                <a:gd name="connsiteY8" fmla="*/ 362281 h 434709"/>
                <a:gd name="connsiteX9" fmla="*/ 887239 w 1557196"/>
                <a:gd name="connsiteY9" fmla="*/ 181212 h 434709"/>
                <a:gd name="connsiteX10" fmla="*/ 1041148 w 1557196"/>
                <a:gd name="connsiteY10" fmla="*/ 142 h 434709"/>
                <a:gd name="connsiteX11" fmla="*/ 1122629 w 1557196"/>
                <a:gd name="connsiteY11" fmla="*/ 154051 h 434709"/>
                <a:gd name="connsiteX12" fmla="*/ 1294645 w 1557196"/>
                <a:gd name="connsiteY12" fmla="*/ 326067 h 434709"/>
                <a:gd name="connsiteX13" fmla="*/ 1358019 w 1557196"/>
                <a:gd name="connsiteY13" fmla="*/ 262693 h 434709"/>
                <a:gd name="connsiteX14" fmla="*/ 1557196 w 1557196"/>
                <a:gd name="connsiteY14" fmla="*/ 434709 h 434709"/>
                <a:gd name="connsiteX0" fmla="*/ 0 w 1557196"/>
                <a:gd name="connsiteY0" fmla="*/ 317014 h 434709"/>
                <a:gd name="connsiteX1" fmla="*/ 208229 w 1557196"/>
                <a:gd name="connsiteY1" fmla="*/ 362281 h 434709"/>
                <a:gd name="connsiteX2" fmla="*/ 344031 w 1557196"/>
                <a:gd name="connsiteY2" fmla="*/ 362281 h 434709"/>
                <a:gd name="connsiteX3" fmla="*/ 398352 w 1557196"/>
                <a:gd name="connsiteY3" fmla="*/ 271746 h 434709"/>
                <a:gd name="connsiteX4" fmla="*/ 479833 w 1557196"/>
                <a:gd name="connsiteY4" fmla="*/ 63516 h 434709"/>
                <a:gd name="connsiteX5" fmla="*/ 525101 w 1557196"/>
                <a:gd name="connsiteY5" fmla="*/ 262693 h 434709"/>
                <a:gd name="connsiteX6" fmla="*/ 624689 w 1557196"/>
                <a:gd name="connsiteY6" fmla="*/ 362281 h 434709"/>
                <a:gd name="connsiteX7" fmla="*/ 787651 w 1557196"/>
                <a:gd name="connsiteY7" fmla="*/ 362281 h 434709"/>
                <a:gd name="connsiteX8" fmla="*/ 887239 w 1557196"/>
                <a:gd name="connsiteY8" fmla="*/ 181212 h 434709"/>
                <a:gd name="connsiteX9" fmla="*/ 1041148 w 1557196"/>
                <a:gd name="connsiteY9" fmla="*/ 142 h 434709"/>
                <a:gd name="connsiteX10" fmla="*/ 1122629 w 1557196"/>
                <a:gd name="connsiteY10" fmla="*/ 154051 h 434709"/>
                <a:gd name="connsiteX11" fmla="*/ 1294645 w 1557196"/>
                <a:gd name="connsiteY11" fmla="*/ 326067 h 434709"/>
                <a:gd name="connsiteX12" fmla="*/ 1358019 w 1557196"/>
                <a:gd name="connsiteY12" fmla="*/ 262693 h 434709"/>
                <a:gd name="connsiteX13" fmla="*/ 1557196 w 1557196"/>
                <a:gd name="connsiteY13" fmla="*/ 434709 h 434709"/>
                <a:gd name="connsiteX0" fmla="*/ 0 w 1557196"/>
                <a:gd name="connsiteY0" fmla="*/ 316938 h 434633"/>
                <a:gd name="connsiteX1" fmla="*/ 208229 w 1557196"/>
                <a:gd name="connsiteY1" fmla="*/ 362205 h 434633"/>
                <a:gd name="connsiteX2" fmla="*/ 344031 w 1557196"/>
                <a:gd name="connsiteY2" fmla="*/ 362205 h 434633"/>
                <a:gd name="connsiteX3" fmla="*/ 398352 w 1557196"/>
                <a:gd name="connsiteY3" fmla="*/ 271670 h 434633"/>
                <a:gd name="connsiteX4" fmla="*/ 479833 w 1557196"/>
                <a:gd name="connsiteY4" fmla="*/ 63440 h 434633"/>
                <a:gd name="connsiteX5" fmla="*/ 525101 w 1557196"/>
                <a:gd name="connsiteY5" fmla="*/ 262617 h 434633"/>
                <a:gd name="connsiteX6" fmla="*/ 624689 w 1557196"/>
                <a:gd name="connsiteY6" fmla="*/ 362205 h 434633"/>
                <a:gd name="connsiteX7" fmla="*/ 787651 w 1557196"/>
                <a:gd name="connsiteY7" fmla="*/ 362205 h 434633"/>
                <a:gd name="connsiteX8" fmla="*/ 950613 w 1557196"/>
                <a:gd name="connsiteY8" fmla="*/ 172082 h 434633"/>
                <a:gd name="connsiteX9" fmla="*/ 1041148 w 1557196"/>
                <a:gd name="connsiteY9" fmla="*/ 66 h 434633"/>
                <a:gd name="connsiteX10" fmla="*/ 1122629 w 1557196"/>
                <a:gd name="connsiteY10" fmla="*/ 153975 h 434633"/>
                <a:gd name="connsiteX11" fmla="*/ 1294645 w 1557196"/>
                <a:gd name="connsiteY11" fmla="*/ 325991 h 434633"/>
                <a:gd name="connsiteX12" fmla="*/ 1358019 w 1557196"/>
                <a:gd name="connsiteY12" fmla="*/ 262617 h 434633"/>
                <a:gd name="connsiteX13" fmla="*/ 1557196 w 1557196"/>
                <a:gd name="connsiteY13" fmla="*/ 434633 h 434633"/>
                <a:gd name="connsiteX0" fmla="*/ 0 w 1557196"/>
                <a:gd name="connsiteY0" fmla="*/ 253510 h 371205"/>
                <a:gd name="connsiteX1" fmla="*/ 208229 w 1557196"/>
                <a:gd name="connsiteY1" fmla="*/ 298777 h 371205"/>
                <a:gd name="connsiteX2" fmla="*/ 344031 w 1557196"/>
                <a:gd name="connsiteY2" fmla="*/ 298777 h 371205"/>
                <a:gd name="connsiteX3" fmla="*/ 398352 w 1557196"/>
                <a:gd name="connsiteY3" fmla="*/ 208242 h 371205"/>
                <a:gd name="connsiteX4" fmla="*/ 479833 w 1557196"/>
                <a:gd name="connsiteY4" fmla="*/ 12 h 371205"/>
                <a:gd name="connsiteX5" fmla="*/ 525101 w 1557196"/>
                <a:gd name="connsiteY5" fmla="*/ 199189 h 371205"/>
                <a:gd name="connsiteX6" fmla="*/ 624689 w 1557196"/>
                <a:gd name="connsiteY6" fmla="*/ 298777 h 371205"/>
                <a:gd name="connsiteX7" fmla="*/ 787651 w 1557196"/>
                <a:gd name="connsiteY7" fmla="*/ 298777 h 371205"/>
                <a:gd name="connsiteX8" fmla="*/ 950613 w 1557196"/>
                <a:gd name="connsiteY8" fmla="*/ 108654 h 371205"/>
                <a:gd name="connsiteX9" fmla="*/ 1122629 w 1557196"/>
                <a:gd name="connsiteY9" fmla="*/ 90547 h 371205"/>
                <a:gd name="connsiteX10" fmla="*/ 1294645 w 1557196"/>
                <a:gd name="connsiteY10" fmla="*/ 262563 h 371205"/>
                <a:gd name="connsiteX11" fmla="*/ 1358019 w 1557196"/>
                <a:gd name="connsiteY11" fmla="*/ 199189 h 371205"/>
                <a:gd name="connsiteX12" fmla="*/ 1557196 w 1557196"/>
                <a:gd name="connsiteY12" fmla="*/ 371205 h 371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57196" h="371205">
                  <a:moveTo>
                    <a:pt x="0" y="253510"/>
                  </a:moveTo>
                  <a:cubicBezTo>
                    <a:pt x="57338" y="304058"/>
                    <a:pt x="150891" y="291233"/>
                    <a:pt x="208229" y="298777"/>
                  </a:cubicBezTo>
                  <a:cubicBezTo>
                    <a:pt x="265568" y="306322"/>
                    <a:pt x="312344" y="313866"/>
                    <a:pt x="344031" y="298777"/>
                  </a:cubicBezTo>
                  <a:cubicBezTo>
                    <a:pt x="375718" y="283688"/>
                    <a:pt x="375718" y="258036"/>
                    <a:pt x="398352" y="208242"/>
                  </a:cubicBezTo>
                  <a:cubicBezTo>
                    <a:pt x="420986" y="158448"/>
                    <a:pt x="458708" y="1521"/>
                    <a:pt x="479833" y="12"/>
                  </a:cubicBezTo>
                  <a:cubicBezTo>
                    <a:pt x="500958" y="-1497"/>
                    <a:pt x="500958" y="149395"/>
                    <a:pt x="525101" y="199189"/>
                  </a:cubicBezTo>
                  <a:cubicBezTo>
                    <a:pt x="549244" y="248983"/>
                    <a:pt x="580931" y="282179"/>
                    <a:pt x="624689" y="298777"/>
                  </a:cubicBezTo>
                  <a:cubicBezTo>
                    <a:pt x="668447" y="315375"/>
                    <a:pt x="733330" y="330464"/>
                    <a:pt x="787651" y="298777"/>
                  </a:cubicBezTo>
                  <a:cubicBezTo>
                    <a:pt x="841972" y="267090"/>
                    <a:pt x="894783" y="143359"/>
                    <a:pt x="950613" y="108654"/>
                  </a:cubicBezTo>
                  <a:cubicBezTo>
                    <a:pt x="1006443" y="73949"/>
                    <a:pt x="1065290" y="64896"/>
                    <a:pt x="1122629" y="90547"/>
                  </a:cubicBezTo>
                  <a:cubicBezTo>
                    <a:pt x="1179968" y="116198"/>
                    <a:pt x="1255413" y="244456"/>
                    <a:pt x="1294645" y="262563"/>
                  </a:cubicBezTo>
                  <a:cubicBezTo>
                    <a:pt x="1333877" y="280670"/>
                    <a:pt x="1314261" y="181082"/>
                    <a:pt x="1358019" y="199189"/>
                  </a:cubicBezTo>
                  <a:cubicBezTo>
                    <a:pt x="1401777" y="217296"/>
                    <a:pt x="1479486" y="294250"/>
                    <a:pt x="1557196" y="37120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176F8266-B0B2-45C3-DF66-AF29E55B9DFD}"/>
                </a:ext>
              </a:extLst>
            </p:cNvPr>
            <p:cNvCxnSpPr/>
            <p:nvPr/>
          </p:nvCxnSpPr>
          <p:spPr>
            <a:xfrm>
              <a:off x="6388452" y="4457231"/>
              <a:ext cx="0" cy="7274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8359F0A7-CC20-53B4-F52B-A9C665B3CF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97868" y="5184641"/>
              <a:ext cx="16105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DC3A6244-42D8-3A6F-7C77-6E4C588A476B}"/>
                </a:ext>
              </a:extLst>
            </p:cNvPr>
            <p:cNvSpPr/>
            <p:nvPr/>
          </p:nvSpPr>
          <p:spPr>
            <a:xfrm>
              <a:off x="6308392" y="4384688"/>
              <a:ext cx="1748803" cy="8654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495F2FC9-686C-2A87-2533-249A87A4B385}"/>
              </a:ext>
            </a:extLst>
          </p:cNvPr>
          <p:cNvGrpSpPr/>
          <p:nvPr/>
        </p:nvGrpSpPr>
        <p:grpSpPr>
          <a:xfrm>
            <a:off x="9479685" y="4325530"/>
            <a:ext cx="1748803" cy="865465"/>
            <a:chOff x="9155087" y="4381306"/>
            <a:chExt cx="1748803" cy="865465"/>
          </a:xfrm>
        </p:grpSpPr>
        <p:sp>
          <p:nvSpPr>
            <p:cNvPr id="134" name="Free-form: Shape 133">
              <a:extLst>
                <a:ext uri="{FF2B5EF4-FFF2-40B4-BE49-F238E27FC236}">
                  <a16:creationId xmlns:a16="http://schemas.microsoft.com/office/drawing/2014/main" id="{1D878880-4418-1BCD-4F91-E44BF302EFF5}"/>
                </a:ext>
              </a:extLst>
            </p:cNvPr>
            <p:cNvSpPr/>
            <p:nvPr/>
          </p:nvSpPr>
          <p:spPr>
            <a:xfrm>
              <a:off x="9308592" y="4431586"/>
              <a:ext cx="1426464" cy="482800"/>
            </a:xfrm>
            <a:custGeom>
              <a:avLst/>
              <a:gdLst>
                <a:gd name="connsiteX0" fmla="*/ 0 w 1426464"/>
                <a:gd name="connsiteY0" fmla="*/ 420830 h 482800"/>
                <a:gd name="connsiteX1" fmla="*/ 237744 w 1426464"/>
                <a:gd name="connsiteY1" fmla="*/ 463502 h 482800"/>
                <a:gd name="connsiteX2" fmla="*/ 329184 w 1426464"/>
                <a:gd name="connsiteY2" fmla="*/ 146510 h 482800"/>
                <a:gd name="connsiteX3" fmla="*/ 573024 w 1426464"/>
                <a:gd name="connsiteY3" fmla="*/ 433022 h 482800"/>
                <a:gd name="connsiteX4" fmla="*/ 719328 w 1426464"/>
                <a:gd name="connsiteY4" fmla="*/ 439118 h 482800"/>
                <a:gd name="connsiteX5" fmla="*/ 792480 w 1426464"/>
                <a:gd name="connsiteY5" fmla="*/ 244046 h 482800"/>
                <a:gd name="connsiteX6" fmla="*/ 908304 w 1426464"/>
                <a:gd name="connsiteY6" fmla="*/ 420830 h 482800"/>
                <a:gd name="connsiteX7" fmla="*/ 1024128 w 1426464"/>
                <a:gd name="connsiteY7" fmla="*/ 206 h 482800"/>
                <a:gd name="connsiteX8" fmla="*/ 1255776 w 1426464"/>
                <a:gd name="connsiteY8" fmla="*/ 365966 h 482800"/>
                <a:gd name="connsiteX9" fmla="*/ 1426464 w 1426464"/>
                <a:gd name="connsiteY9" fmla="*/ 463502 h 48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6464" h="482800">
                  <a:moveTo>
                    <a:pt x="0" y="420830"/>
                  </a:moveTo>
                  <a:cubicBezTo>
                    <a:pt x="91440" y="465026"/>
                    <a:pt x="182880" y="509222"/>
                    <a:pt x="237744" y="463502"/>
                  </a:cubicBezTo>
                  <a:cubicBezTo>
                    <a:pt x="292608" y="417782"/>
                    <a:pt x="273304" y="151590"/>
                    <a:pt x="329184" y="146510"/>
                  </a:cubicBezTo>
                  <a:cubicBezTo>
                    <a:pt x="385064" y="141430"/>
                    <a:pt x="508000" y="384254"/>
                    <a:pt x="573024" y="433022"/>
                  </a:cubicBezTo>
                  <a:cubicBezTo>
                    <a:pt x="638048" y="481790"/>
                    <a:pt x="682752" y="470614"/>
                    <a:pt x="719328" y="439118"/>
                  </a:cubicBezTo>
                  <a:cubicBezTo>
                    <a:pt x="755904" y="407622"/>
                    <a:pt x="760984" y="247094"/>
                    <a:pt x="792480" y="244046"/>
                  </a:cubicBezTo>
                  <a:cubicBezTo>
                    <a:pt x="823976" y="240998"/>
                    <a:pt x="869696" y="461470"/>
                    <a:pt x="908304" y="420830"/>
                  </a:cubicBezTo>
                  <a:cubicBezTo>
                    <a:pt x="946912" y="380190"/>
                    <a:pt x="966216" y="9350"/>
                    <a:pt x="1024128" y="206"/>
                  </a:cubicBezTo>
                  <a:cubicBezTo>
                    <a:pt x="1082040" y="-8938"/>
                    <a:pt x="1188720" y="288750"/>
                    <a:pt x="1255776" y="365966"/>
                  </a:cubicBezTo>
                  <a:cubicBezTo>
                    <a:pt x="1322832" y="443182"/>
                    <a:pt x="1374648" y="453342"/>
                    <a:pt x="1426464" y="463502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2A732E58-E6F8-6C02-F005-FCAD0D4F5734}"/>
                </a:ext>
              </a:extLst>
            </p:cNvPr>
            <p:cNvCxnSpPr/>
            <p:nvPr/>
          </p:nvCxnSpPr>
          <p:spPr>
            <a:xfrm>
              <a:off x="9235147" y="4453849"/>
              <a:ext cx="0" cy="7274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DE4BEFF4-EC37-C41A-8411-D216C4B3AB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44563" y="5181259"/>
              <a:ext cx="16105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6FC1F7E2-3592-2AE0-97C8-454E4CC99B80}"/>
                </a:ext>
              </a:extLst>
            </p:cNvPr>
            <p:cNvSpPr/>
            <p:nvPr/>
          </p:nvSpPr>
          <p:spPr>
            <a:xfrm>
              <a:off x="9155087" y="4381306"/>
              <a:ext cx="1748803" cy="8654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60" name="Connector: Elbow 159">
            <a:extLst>
              <a:ext uri="{FF2B5EF4-FFF2-40B4-BE49-F238E27FC236}">
                <a16:creationId xmlns:a16="http://schemas.microsoft.com/office/drawing/2014/main" id="{08235962-78F2-E8D4-1E45-DD8E2895B441}"/>
              </a:ext>
            </a:extLst>
          </p:cNvPr>
          <p:cNvCxnSpPr>
            <a:cxnSpLocks/>
            <a:stCxn id="150" idx="2"/>
            <a:endCxn id="141" idx="0"/>
          </p:cNvCxnSpPr>
          <p:nvPr/>
        </p:nvCxnSpPr>
        <p:spPr>
          <a:xfrm rot="5400000">
            <a:off x="7334076" y="5366205"/>
            <a:ext cx="345145" cy="148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: Elbow 162">
            <a:extLst>
              <a:ext uri="{FF2B5EF4-FFF2-40B4-BE49-F238E27FC236}">
                <a16:creationId xmlns:a16="http://schemas.microsoft.com/office/drawing/2014/main" id="{0C408502-87BE-6DDC-74EE-81ED02E8D22E}"/>
              </a:ext>
            </a:extLst>
          </p:cNvPr>
          <p:cNvCxnSpPr>
            <a:cxnSpLocks/>
            <a:stCxn id="154" idx="2"/>
            <a:endCxn id="141" idx="0"/>
          </p:cNvCxnSpPr>
          <p:nvPr/>
        </p:nvCxnSpPr>
        <p:spPr>
          <a:xfrm rot="5400000">
            <a:off x="8755732" y="3941166"/>
            <a:ext cx="348527" cy="2848184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DD48B013-4B53-C8EF-BC53-B6E1522F7EBD}"/>
              </a:ext>
            </a:extLst>
          </p:cNvPr>
          <p:cNvCxnSpPr>
            <a:cxnSpLocks/>
          </p:cNvCxnSpPr>
          <p:nvPr/>
        </p:nvCxnSpPr>
        <p:spPr>
          <a:xfrm>
            <a:off x="5254589" y="3945451"/>
            <a:ext cx="0" cy="39600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D4437178-4DA4-AD49-00F2-6DFD3DB8B9F5}"/>
              </a:ext>
            </a:extLst>
          </p:cNvPr>
          <p:cNvCxnSpPr>
            <a:cxnSpLocks/>
          </p:cNvCxnSpPr>
          <p:nvPr/>
        </p:nvCxnSpPr>
        <p:spPr>
          <a:xfrm>
            <a:off x="10346422" y="3930037"/>
            <a:ext cx="0" cy="39600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5DB76B9D-410F-75E8-21F9-E494CA8BF353}"/>
              </a:ext>
            </a:extLst>
          </p:cNvPr>
          <p:cNvGrpSpPr>
            <a:grpSpLocks noChangeAspect="1"/>
          </p:cNvGrpSpPr>
          <p:nvPr/>
        </p:nvGrpSpPr>
        <p:grpSpPr>
          <a:xfrm>
            <a:off x="766090" y="2006494"/>
            <a:ext cx="2682620" cy="1784758"/>
            <a:chOff x="633942" y="1754865"/>
            <a:chExt cx="3353275" cy="223094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A3441C7-54D1-C270-BC61-A9428C749ABE}"/>
                </a:ext>
              </a:extLst>
            </p:cNvPr>
            <p:cNvGrpSpPr/>
            <p:nvPr/>
          </p:nvGrpSpPr>
          <p:grpSpPr>
            <a:xfrm>
              <a:off x="633942" y="1754865"/>
              <a:ext cx="3268104" cy="2230948"/>
              <a:chOff x="1011721" y="1845737"/>
              <a:chExt cx="3268104" cy="2230948"/>
            </a:xfrm>
          </p:grpSpPr>
          <p:sp>
            <p:nvSpPr>
              <p:cNvPr id="22" name="Freeform: Shape 11">
                <a:extLst>
                  <a:ext uri="{FF2B5EF4-FFF2-40B4-BE49-F238E27FC236}">
                    <a16:creationId xmlns:a16="http://schemas.microsoft.com/office/drawing/2014/main" id="{0F5FFD9F-2FCC-AEEE-AD8F-AF97A409B0F7}"/>
                  </a:ext>
                </a:extLst>
              </p:cNvPr>
              <p:cNvSpPr/>
              <p:nvPr/>
            </p:nvSpPr>
            <p:spPr>
              <a:xfrm>
                <a:off x="2265710" y="1866546"/>
                <a:ext cx="2014115" cy="2200275"/>
              </a:xfrm>
              <a:custGeom>
                <a:avLst/>
                <a:gdLst>
                  <a:gd name="connsiteX0" fmla="*/ 2013561 w 2014114"/>
                  <a:gd name="connsiteY0" fmla="*/ 1666875 h 2200275"/>
                  <a:gd name="connsiteX1" fmla="*/ 2013561 w 2014114"/>
                  <a:gd name="connsiteY1" fmla="*/ 1666875 h 2200275"/>
                  <a:gd name="connsiteX2" fmla="*/ 1956411 w 2014114"/>
                  <a:gd name="connsiteY2" fmla="*/ 1600200 h 2200275"/>
                  <a:gd name="connsiteX3" fmla="*/ 1927836 w 2014114"/>
                  <a:gd name="connsiteY3" fmla="*/ 1571625 h 2200275"/>
                  <a:gd name="connsiteX4" fmla="*/ 1889736 w 2014114"/>
                  <a:gd name="connsiteY4" fmla="*/ 1514475 h 2200275"/>
                  <a:gd name="connsiteX5" fmla="*/ 1880211 w 2014114"/>
                  <a:gd name="connsiteY5" fmla="*/ 1485900 h 2200275"/>
                  <a:gd name="connsiteX6" fmla="*/ 1851636 w 2014114"/>
                  <a:gd name="connsiteY6" fmla="*/ 1466850 h 2200275"/>
                  <a:gd name="connsiteX7" fmla="*/ 1813536 w 2014114"/>
                  <a:gd name="connsiteY7" fmla="*/ 1323975 h 2200275"/>
                  <a:gd name="connsiteX8" fmla="*/ 1794486 w 2014114"/>
                  <a:gd name="connsiteY8" fmla="*/ 1266825 h 2200275"/>
                  <a:gd name="connsiteX9" fmla="*/ 1784961 w 2014114"/>
                  <a:gd name="connsiteY9" fmla="*/ 1238250 h 2200275"/>
                  <a:gd name="connsiteX10" fmla="*/ 1746861 w 2014114"/>
                  <a:gd name="connsiteY10" fmla="*/ 1181100 h 2200275"/>
                  <a:gd name="connsiteX11" fmla="*/ 1727811 w 2014114"/>
                  <a:gd name="connsiteY11" fmla="*/ 1152525 h 2200275"/>
                  <a:gd name="connsiteX12" fmla="*/ 1708761 w 2014114"/>
                  <a:gd name="connsiteY12" fmla="*/ 1104900 h 2200275"/>
                  <a:gd name="connsiteX13" fmla="*/ 1689711 w 2014114"/>
                  <a:gd name="connsiteY13" fmla="*/ 1076325 h 2200275"/>
                  <a:gd name="connsiteX14" fmla="*/ 1680186 w 2014114"/>
                  <a:gd name="connsiteY14" fmla="*/ 1047750 h 2200275"/>
                  <a:gd name="connsiteX15" fmla="*/ 1661136 w 2014114"/>
                  <a:gd name="connsiteY15" fmla="*/ 1019175 h 2200275"/>
                  <a:gd name="connsiteX16" fmla="*/ 1613511 w 2014114"/>
                  <a:gd name="connsiteY16" fmla="*/ 942975 h 2200275"/>
                  <a:gd name="connsiteX17" fmla="*/ 1575411 w 2014114"/>
                  <a:gd name="connsiteY17" fmla="*/ 895350 h 2200275"/>
                  <a:gd name="connsiteX18" fmla="*/ 1565886 w 2014114"/>
                  <a:gd name="connsiteY18" fmla="*/ 866775 h 2200275"/>
                  <a:gd name="connsiteX19" fmla="*/ 1537311 w 2014114"/>
                  <a:gd name="connsiteY19" fmla="*/ 838200 h 2200275"/>
                  <a:gd name="connsiteX20" fmla="*/ 1518261 w 2014114"/>
                  <a:gd name="connsiteY20" fmla="*/ 800100 h 2200275"/>
                  <a:gd name="connsiteX21" fmla="*/ 1461111 w 2014114"/>
                  <a:gd name="connsiteY21" fmla="*/ 752475 h 2200275"/>
                  <a:gd name="connsiteX22" fmla="*/ 1403961 w 2014114"/>
                  <a:gd name="connsiteY22" fmla="*/ 676275 h 2200275"/>
                  <a:gd name="connsiteX23" fmla="*/ 1337286 w 2014114"/>
                  <a:gd name="connsiteY23" fmla="*/ 619125 h 2200275"/>
                  <a:gd name="connsiteX24" fmla="*/ 1318236 w 2014114"/>
                  <a:gd name="connsiteY24" fmla="*/ 590550 h 2200275"/>
                  <a:gd name="connsiteX25" fmla="*/ 1270611 w 2014114"/>
                  <a:gd name="connsiteY25" fmla="*/ 533400 h 2200275"/>
                  <a:gd name="connsiteX26" fmla="*/ 1251561 w 2014114"/>
                  <a:gd name="connsiteY26" fmla="*/ 504825 h 2200275"/>
                  <a:gd name="connsiteX27" fmla="*/ 1222986 w 2014114"/>
                  <a:gd name="connsiteY27" fmla="*/ 485775 h 2200275"/>
                  <a:gd name="connsiteX28" fmla="*/ 1184886 w 2014114"/>
                  <a:gd name="connsiteY28" fmla="*/ 457200 h 2200275"/>
                  <a:gd name="connsiteX29" fmla="*/ 1127736 w 2014114"/>
                  <a:gd name="connsiteY29" fmla="*/ 419100 h 2200275"/>
                  <a:gd name="connsiteX30" fmla="*/ 1108686 w 2014114"/>
                  <a:gd name="connsiteY30" fmla="*/ 390525 h 2200275"/>
                  <a:gd name="connsiteX31" fmla="*/ 1080111 w 2014114"/>
                  <a:gd name="connsiteY31" fmla="*/ 381000 h 2200275"/>
                  <a:gd name="connsiteX32" fmla="*/ 1022961 w 2014114"/>
                  <a:gd name="connsiteY32" fmla="*/ 342900 h 2200275"/>
                  <a:gd name="connsiteX33" fmla="*/ 956286 w 2014114"/>
                  <a:gd name="connsiteY33" fmla="*/ 295275 h 2200275"/>
                  <a:gd name="connsiteX34" fmla="*/ 899136 w 2014114"/>
                  <a:gd name="connsiteY34" fmla="*/ 257175 h 2200275"/>
                  <a:gd name="connsiteX35" fmla="*/ 880086 w 2014114"/>
                  <a:gd name="connsiteY35" fmla="*/ 228600 h 2200275"/>
                  <a:gd name="connsiteX36" fmla="*/ 822936 w 2014114"/>
                  <a:gd name="connsiteY36" fmla="*/ 209550 h 2200275"/>
                  <a:gd name="connsiteX37" fmla="*/ 765786 w 2014114"/>
                  <a:gd name="connsiteY37" fmla="*/ 171450 h 2200275"/>
                  <a:gd name="connsiteX38" fmla="*/ 680061 w 2014114"/>
                  <a:gd name="connsiteY38" fmla="*/ 114300 h 2200275"/>
                  <a:gd name="connsiteX39" fmla="*/ 651486 w 2014114"/>
                  <a:gd name="connsiteY39" fmla="*/ 95250 h 2200275"/>
                  <a:gd name="connsiteX40" fmla="*/ 622911 w 2014114"/>
                  <a:gd name="connsiteY40" fmla="*/ 76200 h 2200275"/>
                  <a:gd name="connsiteX41" fmla="*/ 508611 w 2014114"/>
                  <a:gd name="connsiteY41" fmla="*/ 38100 h 2200275"/>
                  <a:gd name="connsiteX42" fmla="*/ 480036 w 2014114"/>
                  <a:gd name="connsiteY42" fmla="*/ 28575 h 2200275"/>
                  <a:gd name="connsiteX43" fmla="*/ 451461 w 2014114"/>
                  <a:gd name="connsiteY43" fmla="*/ 19050 h 2200275"/>
                  <a:gd name="connsiteX44" fmla="*/ 327636 w 2014114"/>
                  <a:gd name="connsiteY44" fmla="*/ 0 h 2200275"/>
                  <a:gd name="connsiteX45" fmla="*/ 146661 w 2014114"/>
                  <a:gd name="connsiteY45" fmla="*/ 9525 h 2200275"/>
                  <a:gd name="connsiteX46" fmla="*/ 89511 w 2014114"/>
                  <a:gd name="connsiteY46" fmla="*/ 28575 h 2200275"/>
                  <a:gd name="connsiteX47" fmla="*/ 70461 w 2014114"/>
                  <a:gd name="connsiteY47" fmla="*/ 457200 h 2200275"/>
                  <a:gd name="connsiteX48" fmla="*/ 51411 w 2014114"/>
                  <a:gd name="connsiteY48" fmla="*/ 752475 h 2200275"/>
                  <a:gd name="connsiteX49" fmla="*/ 41886 w 2014114"/>
                  <a:gd name="connsiteY49" fmla="*/ 828675 h 2200275"/>
                  <a:gd name="connsiteX50" fmla="*/ 13311 w 2014114"/>
                  <a:gd name="connsiteY50" fmla="*/ 923925 h 2200275"/>
                  <a:gd name="connsiteX51" fmla="*/ 3786 w 2014114"/>
                  <a:gd name="connsiteY51" fmla="*/ 990600 h 2200275"/>
                  <a:gd name="connsiteX52" fmla="*/ 22836 w 2014114"/>
                  <a:gd name="connsiteY52" fmla="*/ 1457325 h 2200275"/>
                  <a:gd name="connsiteX53" fmla="*/ 41886 w 2014114"/>
                  <a:gd name="connsiteY53" fmla="*/ 1905000 h 2200275"/>
                  <a:gd name="connsiteX54" fmla="*/ 32361 w 2014114"/>
                  <a:gd name="connsiteY54" fmla="*/ 2152650 h 2200275"/>
                  <a:gd name="connsiteX55" fmla="*/ 13311 w 2014114"/>
                  <a:gd name="connsiteY55" fmla="*/ 2200275 h 2200275"/>
                  <a:gd name="connsiteX56" fmla="*/ 89511 w 2014114"/>
                  <a:gd name="connsiteY56" fmla="*/ 2190750 h 2200275"/>
                  <a:gd name="connsiteX57" fmla="*/ 137136 w 2014114"/>
                  <a:gd name="connsiteY57" fmla="*/ 2181225 h 2200275"/>
                  <a:gd name="connsiteX58" fmla="*/ 251436 w 2014114"/>
                  <a:gd name="connsiteY58" fmla="*/ 2162175 h 2200275"/>
                  <a:gd name="connsiteX59" fmla="*/ 308586 w 2014114"/>
                  <a:gd name="connsiteY59" fmla="*/ 2152650 h 2200275"/>
                  <a:gd name="connsiteX60" fmla="*/ 441936 w 2014114"/>
                  <a:gd name="connsiteY60" fmla="*/ 2133600 h 2200275"/>
                  <a:gd name="connsiteX61" fmla="*/ 489561 w 2014114"/>
                  <a:gd name="connsiteY61" fmla="*/ 2124075 h 2200275"/>
                  <a:gd name="connsiteX62" fmla="*/ 518136 w 2014114"/>
                  <a:gd name="connsiteY62" fmla="*/ 2114550 h 2200275"/>
                  <a:gd name="connsiteX63" fmla="*/ 594336 w 2014114"/>
                  <a:gd name="connsiteY63" fmla="*/ 2105025 h 2200275"/>
                  <a:gd name="connsiteX64" fmla="*/ 661011 w 2014114"/>
                  <a:gd name="connsiteY64" fmla="*/ 2085975 h 2200275"/>
                  <a:gd name="connsiteX65" fmla="*/ 708636 w 2014114"/>
                  <a:gd name="connsiteY65" fmla="*/ 2076450 h 2200275"/>
                  <a:gd name="connsiteX66" fmla="*/ 765786 w 2014114"/>
                  <a:gd name="connsiteY66" fmla="*/ 2057400 h 2200275"/>
                  <a:gd name="connsiteX67" fmla="*/ 822936 w 2014114"/>
                  <a:gd name="connsiteY67" fmla="*/ 2028825 h 2200275"/>
                  <a:gd name="connsiteX68" fmla="*/ 851511 w 2014114"/>
                  <a:gd name="connsiteY68" fmla="*/ 2000250 h 2200275"/>
                  <a:gd name="connsiteX69" fmla="*/ 908661 w 2014114"/>
                  <a:gd name="connsiteY69" fmla="*/ 1981200 h 2200275"/>
                  <a:gd name="connsiteX70" fmla="*/ 956286 w 2014114"/>
                  <a:gd name="connsiteY70" fmla="*/ 1971675 h 2200275"/>
                  <a:gd name="connsiteX71" fmla="*/ 1022961 w 2014114"/>
                  <a:gd name="connsiteY71" fmla="*/ 1962150 h 2200275"/>
                  <a:gd name="connsiteX72" fmla="*/ 1089636 w 2014114"/>
                  <a:gd name="connsiteY72" fmla="*/ 1943100 h 2200275"/>
                  <a:gd name="connsiteX73" fmla="*/ 1156311 w 2014114"/>
                  <a:gd name="connsiteY73" fmla="*/ 1924050 h 2200275"/>
                  <a:gd name="connsiteX74" fmla="*/ 1280136 w 2014114"/>
                  <a:gd name="connsiteY74" fmla="*/ 1895475 h 2200275"/>
                  <a:gd name="connsiteX75" fmla="*/ 1308711 w 2014114"/>
                  <a:gd name="connsiteY75" fmla="*/ 1885950 h 2200275"/>
                  <a:gd name="connsiteX76" fmla="*/ 1346811 w 2014114"/>
                  <a:gd name="connsiteY76" fmla="*/ 1876425 h 2200275"/>
                  <a:gd name="connsiteX77" fmla="*/ 1375386 w 2014114"/>
                  <a:gd name="connsiteY77" fmla="*/ 1866900 h 2200275"/>
                  <a:gd name="connsiteX78" fmla="*/ 1546836 w 2014114"/>
                  <a:gd name="connsiteY78" fmla="*/ 1857375 h 2200275"/>
                  <a:gd name="connsiteX79" fmla="*/ 1603986 w 2014114"/>
                  <a:gd name="connsiteY79" fmla="*/ 1847850 h 2200275"/>
                  <a:gd name="connsiteX80" fmla="*/ 1708761 w 2014114"/>
                  <a:gd name="connsiteY80" fmla="*/ 1838325 h 2200275"/>
                  <a:gd name="connsiteX81" fmla="*/ 1746861 w 2014114"/>
                  <a:gd name="connsiteY81" fmla="*/ 1828800 h 2200275"/>
                  <a:gd name="connsiteX82" fmla="*/ 1861161 w 2014114"/>
                  <a:gd name="connsiteY82" fmla="*/ 1809750 h 2200275"/>
                  <a:gd name="connsiteX83" fmla="*/ 1918311 w 2014114"/>
                  <a:gd name="connsiteY83" fmla="*/ 1800225 h 2200275"/>
                  <a:gd name="connsiteX84" fmla="*/ 1984986 w 2014114"/>
                  <a:gd name="connsiteY84" fmla="*/ 1781175 h 2200275"/>
                  <a:gd name="connsiteX85" fmla="*/ 2013561 w 2014114"/>
                  <a:gd name="connsiteY85" fmla="*/ 1724025 h 2200275"/>
                  <a:gd name="connsiteX86" fmla="*/ 2013561 w 2014114"/>
                  <a:gd name="connsiteY86" fmla="*/ 1666875 h 2200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</a:cxnLst>
                <a:rect l="l" t="t" r="r" b="b"/>
                <a:pathLst>
                  <a:path w="2014114" h="2200275">
                    <a:moveTo>
                      <a:pt x="2013561" y="1666875"/>
                    </a:moveTo>
                    <a:lnTo>
                      <a:pt x="2013561" y="1666875"/>
                    </a:lnTo>
                    <a:cubicBezTo>
                      <a:pt x="1994511" y="1644650"/>
                      <a:pt x="1975993" y="1621958"/>
                      <a:pt x="1956411" y="1600200"/>
                    </a:cubicBezTo>
                    <a:cubicBezTo>
                      <a:pt x="1947400" y="1590188"/>
                      <a:pt x="1936106" y="1582258"/>
                      <a:pt x="1927836" y="1571625"/>
                    </a:cubicBezTo>
                    <a:cubicBezTo>
                      <a:pt x="1913780" y="1553553"/>
                      <a:pt x="1896976" y="1536195"/>
                      <a:pt x="1889736" y="1514475"/>
                    </a:cubicBezTo>
                    <a:cubicBezTo>
                      <a:pt x="1886561" y="1504950"/>
                      <a:pt x="1886483" y="1493740"/>
                      <a:pt x="1880211" y="1485900"/>
                    </a:cubicBezTo>
                    <a:cubicBezTo>
                      <a:pt x="1873060" y="1476961"/>
                      <a:pt x="1861161" y="1473200"/>
                      <a:pt x="1851636" y="1466850"/>
                    </a:cubicBezTo>
                    <a:cubicBezTo>
                      <a:pt x="1822694" y="1322141"/>
                      <a:pt x="1848064" y="1418927"/>
                      <a:pt x="1813536" y="1323975"/>
                    </a:cubicBezTo>
                    <a:cubicBezTo>
                      <a:pt x="1806674" y="1305104"/>
                      <a:pt x="1800836" y="1285875"/>
                      <a:pt x="1794486" y="1266825"/>
                    </a:cubicBezTo>
                    <a:cubicBezTo>
                      <a:pt x="1791311" y="1257300"/>
                      <a:pt x="1790530" y="1246604"/>
                      <a:pt x="1784961" y="1238250"/>
                    </a:cubicBezTo>
                    <a:lnTo>
                      <a:pt x="1746861" y="1181100"/>
                    </a:lnTo>
                    <a:cubicBezTo>
                      <a:pt x="1740511" y="1171575"/>
                      <a:pt x="1732063" y="1163154"/>
                      <a:pt x="1727811" y="1152525"/>
                    </a:cubicBezTo>
                    <a:cubicBezTo>
                      <a:pt x="1721461" y="1136650"/>
                      <a:pt x="1716407" y="1120193"/>
                      <a:pt x="1708761" y="1104900"/>
                    </a:cubicBezTo>
                    <a:cubicBezTo>
                      <a:pt x="1703641" y="1094661"/>
                      <a:pt x="1694831" y="1086564"/>
                      <a:pt x="1689711" y="1076325"/>
                    </a:cubicBezTo>
                    <a:cubicBezTo>
                      <a:pt x="1685221" y="1067345"/>
                      <a:pt x="1684676" y="1056730"/>
                      <a:pt x="1680186" y="1047750"/>
                    </a:cubicBezTo>
                    <a:cubicBezTo>
                      <a:pt x="1675066" y="1037511"/>
                      <a:pt x="1666256" y="1029414"/>
                      <a:pt x="1661136" y="1019175"/>
                    </a:cubicBezTo>
                    <a:cubicBezTo>
                      <a:pt x="1625057" y="947017"/>
                      <a:pt x="1663651" y="993115"/>
                      <a:pt x="1613511" y="942975"/>
                    </a:cubicBezTo>
                    <a:cubicBezTo>
                      <a:pt x="1589570" y="871151"/>
                      <a:pt x="1624650" y="956898"/>
                      <a:pt x="1575411" y="895350"/>
                    </a:cubicBezTo>
                    <a:cubicBezTo>
                      <a:pt x="1569139" y="887510"/>
                      <a:pt x="1571455" y="875129"/>
                      <a:pt x="1565886" y="866775"/>
                    </a:cubicBezTo>
                    <a:cubicBezTo>
                      <a:pt x="1558414" y="855567"/>
                      <a:pt x="1545141" y="849161"/>
                      <a:pt x="1537311" y="838200"/>
                    </a:cubicBezTo>
                    <a:cubicBezTo>
                      <a:pt x="1529058" y="826646"/>
                      <a:pt x="1526514" y="811654"/>
                      <a:pt x="1518261" y="800100"/>
                    </a:cubicBezTo>
                    <a:cubicBezTo>
                      <a:pt x="1501593" y="776765"/>
                      <a:pt x="1483896" y="767665"/>
                      <a:pt x="1461111" y="752475"/>
                    </a:cubicBezTo>
                    <a:cubicBezTo>
                      <a:pt x="1443524" y="726095"/>
                      <a:pt x="1426587" y="698901"/>
                      <a:pt x="1403961" y="676275"/>
                    </a:cubicBezTo>
                    <a:cubicBezTo>
                      <a:pt x="1340894" y="613208"/>
                      <a:pt x="1389127" y="681334"/>
                      <a:pt x="1337286" y="619125"/>
                    </a:cubicBezTo>
                    <a:cubicBezTo>
                      <a:pt x="1329957" y="610331"/>
                      <a:pt x="1325264" y="599586"/>
                      <a:pt x="1318236" y="590550"/>
                    </a:cubicBezTo>
                    <a:cubicBezTo>
                      <a:pt x="1303012" y="570976"/>
                      <a:pt x="1285835" y="552974"/>
                      <a:pt x="1270611" y="533400"/>
                    </a:cubicBezTo>
                    <a:cubicBezTo>
                      <a:pt x="1263583" y="524364"/>
                      <a:pt x="1259656" y="512920"/>
                      <a:pt x="1251561" y="504825"/>
                    </a:cubicBezTo>
                    <a:cubicBezTo>
                      <a:pt x="1243466" y="496730"/>
                      <a:pt x="1232301" y="492429"/>
                      <a:pt x="1222986" y="485775"/>
                    </a:cubicBezTo>
                    <a:cubicBezTo>
                      <a:pt x="1210068" y="476548"/>
                      <a:pt x="1197891" y="466304"/>
                      <a:pt x="1184886" y="457200"/>
                    </a:cubicBezTo>
                    <a:cubicBezTo>
                      <a:pt x="1166129" y="444070"/>
                      <a:pt x="1127736" y="419100"/>
                      <a:pt x="1127736" y="419100"/>
                    </a:cubicBezTo>
                    <a:cubicBezTo>
                      <a:pt x="1121386" y="409575"/>
                      <a:pt x="1117625" y="397676"/>
                      <a:pt x="1108686" y="390525"/>
                    </a:cubicBezTo>
                    <a:cubicBezTo>
                      <a:pt x="1100846" y="384253"/>
                      <a:pt x="1088888" y="385876"/>
                      <a:pt x="1080111" y="381000"/>
                    </a:cubicBezTo>
                    <a:cubicBezTo>
                      <a:pt x="1060097" y="369881"/>
                      <a:pt x="1039150" y="359089"/>
                      <a:pt x="1022961" y="342900"/>
                    </a:cubicBezTo>
                    <a:cubicBezTo>
                      <a:pt x="948665" y="268604"/>
                      <a:pt x="1044045" y="357960"/>
                      <a:pt x="956286" y="295275"/>
                    </a:cubicBezTo>
                    <a:cubicBezTo>
                      <a:pt x="893856" y="250682"/>
                      <a:pt x="960433" y="277607"/>
                      <a:pt x="899136" y="257175"/>
                    </a:cubicBezTo>
                    <a:cubicBezTo>
                      <a:pt x="892786" y="247650"/>
                      <a:pt x="889794" y="234667"/>
                      <a:pt x="880086" y="228600"/>
                    </a:cubicBezTo>
                    <a:cubicBezTo>
                      <a:pt x="863058" y="217957"/>
                      <a:pt x="839644" y="220689"/>
                      <a:pt x="822936" y="209550"/>
                    </a:cubicBezTo>
                    <a:lnTo>
                      <a:pt x="765786" y="171450"/>
                    </a:lnTo>
                    <a:lnTo>
                      <a:pt x="680061" y="114300"/>
                    </a:lnTo>
                    <a:lnTo>
                      <a:pt x="651486" y="95250"/>
                    </a:lnTo>
                    <a:cubicBezTo>
                      <a:pt x="641961" y="88900"/>
                      <a:pt x="633771" y="79820"/>
                      <a:pt x="622911" y="76200"/>
                    </a:cubicBezTo>
                    <a:lnTo>
                      <a:pt x="508611" y="38100"/>
                    </a:lnTo>
                    <a:lnTo>
                      <a:pt x="480036" y="28575"/>
                    </a:lnTo>
                    <a:cubicBezTo>
                      <a:pt x="470511" y="25400"/>
                      <a:pt x="461306" y="21019"/>
                      <a:pt x="451461" y="19050"/>
                    </a:cubicBezTo>
                    <a:cubicBezTo>
                      <a:pt x="378735" y="4505"/>
                      <a:pt x="419900" y="11533"/>
                      <a:pt x="327636" y="0"/>
                    </a:cubicBezTo>
                    <a:cubicBezTo>
                      <a:pt x="267311" y="3175"/>
                      <a:pt x="206639" y="2328"/>
                      <a:pt x="146661" y="9525"/>
                    </a:cubicBezTo>
                    <a:cubicBezTo>
                      <a:pt x="126724" y="11917"/>
                      <a:pt x="89511" y="28575"/>
                      <a:pt x="89511" y="28575"/>
                    </a:cubicBezTo>
                    <a:cubicBezTo>
                      <a:pt x="37615" y="184262"/>
                      <a:pt x="82745" y="39553"/>
                      <a:pt x="70461" y="457200"/>
                    </a:cubicBezTo>
                    <a:cubicBezTo>
                      <a:pt x="56105" y="945298"/>
                      <a:pt x="77962" y="579893"/>
                      <a:pt x="51411" y="752475"/>
                    </a:cubicBezTo>
                    <a:cubicBezTo>
                      <a:pt x="47519" y="777775"/>
                      <a:pt x="47439" y="803687"/>
                      <a:pt x="41886" y="828675"/>
                    </a:cubicBezTo>
                    <a:cubicBezTo>
                      <a:pt x="34695" y="861034"/>
                      <a:pt x="22836" y="892175"/>
                      <a:pt x="13311" y="923925"/>
                    </a:cubicBezTo>
                    <a:cubicBezTo>
                      <a:pt x="10136" y="946150"/>
                      <a:pt x="3786" y="968149"/>
                      <a:pt x="3786" y="990600"/>
                    </a:cubicBezTo>
                    <a:cubicBezTo>
                      <a:pt x="3786" y="1355688"/>
                      <a:pt x="8406" y="1226441"/>
                      <a:pt x="22836" y="1457325"/>
                    </a:cubicBezTo>
                    <a:cubicBezTo>
                      <a:pt x="33486" y="1627731"/>
                      <a:pt x="35433" y="1724310"/>
                      <a:pt x="41886" y="1905000"/>
                    </a:cubicBezTo>
                    <a:cubicBezTo>
                      <a:pt x="38711" y="1987550"/>
                      <a:pt x="44044" y="2070869"/>
                      <a:pt x="32361" y="2152650"/>
                    </a:cubicBezTo>
                    <a:cubicBezTo>
                      <a:pt x="18820" y="2247434"/>
                      <a:pt x="-20347" y="2099301"/>
                      <a:pt x="13311" y="2200275"/>
                    </a:cubicBezTo>
                    <a:cubicBezTo>
                      <a:pt x="38711" y="2197100"/>
                      <a:pt x="64211" y="2194642"/>
                      <a:pt x="89511" y="2190750"/>
                    </a:cubicBezTo>
                    <a:cubicBezTo>
                      <a:pt x="105512" y="2188288"/>
                      <a:pt x="121193" y="2184038"/>
                      <a:pt x="137136" y="2181225"/>
                    </a:cubicBezTo>
                    <a:lnTo>
                      <a:pt x="251436" y="2162175"/>
                    </a:lnTo>
                    <a:cubicBezTo>
                      <a:pt x="270486" y="2159000"/>
                      <a:pt x="289467" y="2155381"/>
                      <a:pt x="308586" y="2152650"/>
                    </a:cubicBezTo>
                    <a:cubicBezTo>
                      <a:pt x="353036" y="2146300"/>
                      <a:pt x="397907" y="2142406"/>
                      <a:pt x="441936" y="2133600"/>
                    </a:cubicBezTo>
                    <a:cubicBezTo>
                      <a:pt x="457811" y="2130425"/>
                      <a:pt x="473855" y="2128002"/>
                      <a:pt x="489561" y="2124075"/>
                    </a:cubicBezTo>
                    <a:cubicBezTo>
                      <a:pt x="499301" y="2121640"/>
                      <a:pt x="508258" y="2116346"/>
                      <a:pt x="518136" y="2114550"/>
                    </a:cubicBezTo>
                    <a:cubicBezTo>
                      <a:pt x="543321" y="2109971"/>
                      <a:pt x="568936" y="2108200"/>
                      <a:pt x="594336" y="2105025"/>
                    </a:cubicBezTo>
                    <a:cubicBezTo>
                      <a:pt x="626157" y="2094418"/>
                      <a:pt x="625131" y="2093948"/>
                      <a:pt x="661011" y="2085975"/>
                    </a:cubicBezTo>
                    <a:cubicBezTo>
                      <a:pt x="676815" y="2082463"/>
                      <a:pt x="693017" y="2080710"/>
                      <a:pt x="708636" y="2076450"/>
                    </a:cubicBezTo>
                    <a:cubicBezTo>
                      <a:pt x="728009" y="2071166"/>
                      <a:pt x="749078" y="2068539"/>
                      <a:pt x="765786" y="2057400"/>
                    </a:cubicBezTo>
                    <a:cubicBezTo>
                      <a:pt x="802715" y="2032781"/>
                      <a:pt x="783501" y="2041970"/>
                      <a:pt x="822936" y="2028825"/>
                    </a:cubicBezTo>
                    <a:cubicBezTo>
                      <a:pt x="832461" y="2019300"/>
                      <a:pt x="839736" y="2006792"/>
                      <a:pt x="851511" y="2000250"/>
                    </a:cubicBezTo>
                    <a:cubicBezTo>
                      <a:pt x="869064" y="1990498"/>
                      <a:pt x="888970" y="1985138"/>
                      <a:pt x="908661" y="1981200"/>
                    </a:cubicBezTo>
                    <a:cubicBezTo>
                      <a:pt x="924536" y="1978025"/>
                      <a:pt x="940317" y="1974337"/>
                      <a:pt x="956286" y="1971675"/>
                    </a:cubicBezTo>
                    <a:cubicBezTo>
                      <a:pt x="978431" y="1967984"/>
                      <a:pt x="1000872" y="1966166"/>
                      <a:pt x="1022961" y="1962150"/>
                    </a:cubicBezTo>
                    <a:cubicBezTo>
                      <a:pt x="1058277" y="1955729"/>
                      <a:pt x="1058248" y="1952516"/>
                      <a:pt x="1089636" y="1943100"/>
                    </a:cubicBezTo>
                    <a:cubicBezTo>
                      <a:pt x="1111776" y="1936458"/>
                      <a:pt x="1133887" y="1929656"/>
                      <a:pt x="1156311" y="1924050"/>
                    </a:cubicBezTo>
                    <a:cubicBezTo>
                      <a:pt x="1182735" y="1917444"/>
                      <a:pt x="1245873" y="1905264"/>
                      <a:pt x="1280136" y="1895475"/>
                    </a:cubicBezTo>
                    <a:cubicBezTo>
                      <a:pt x="1289790" y="1892717"/>
                      <a:pt x="1299057" y="1888708"/>
                      <a:pt x="1308711" y="1885950"/>
                    </a:cubicBezTo>
                    <a:cubicBezTo>
                      <a:pt x="1321298" y="1882354"/>
                      <a:pt x="1334224" y="1880021"/>
                      <a:pt x="1346811" y="1876425"/>
                    </a:cubicBezTo>
                    <a:cubicBezTo>
                      <a:pt x="1356465" y="1873667"/>
                      <a:pt x="1365391" y="1867852"/>
                      <a:pt x="1375386" y="1866900"/>
                    </a:cubicBezTo>
                    <a:cubicBezTo>
                      <a:pt x="1432366" y="1861473"/>
                      <a:pt x="1489686" y="1860550"/>
                      <a:pt x="1546836" y="1857375"/>
                    </a:cubicBezTo>
                    <a:cubicBezTo>
                      <a:pt x="1565886" y="1854200"/>
                      <a:pt x="1584806" y="1850107"/>
                      <a:pt x="1603986" y="1847850"/>
                    </a:cubicBezTo>
                    <a:cubicBezTo>
                      <a:pt x="1638815" y="1843752"/>
                      <a:pt x="1674000" y="1842960"/>
                      <a:pt x="1708761" y="1838325"/>
                    </a:cubicBezTo>
                    <a:cubicBezTo>
                      <a:pt x="1721737" y="1836595"/>
                      <a:pt x="1733994" y="1831212"/>
                      <a:pt x="1746861" y="1828800"/>
                    </a:cubicBezTo>
                    <a:cubicBezTo>
                      <a:pt x="1784825" y="1821682"/>
                      <a:pt x="1823061" y="1816100"/>
                      <a:pt x="1861161" y="1809750"/>
                    </a:cubicBezTo>
                    <a:cubicBezTo>
                      <a:pt x="1880211" y="1806575"/>
                      <a:pt x="1899575" y="1804909"/>
                      <a:pt x="1918311" y="1800225"/>
                    </a:cubicBezTo>
                    <a:cubicBezTo>
                      <a:pt x="1966151" y="1788265"/>
                      <a:pt x="1943992" y="1794840"/>
                      <a:pt x="1984986" y="1781175"/>
                    </a:cubicBezTo>
                    <a:cubicBezTo>
                      <a:pt x="2001041" y="1757093"/>
                      <a:pt x="2007927" y="1752193"/>
                      <a:pt x="2013561" y="1724025"/>
                    </a:cubicBezTo>
                    <a:cubicBezTo>
                      <a:pt x="2014806" y="1717798"/>
                      <a:pt x="2013561" y="1676400"/>
                      <a:pt x="2013561" y="1666875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Freeform: Shape 10">
                <a:extLst>
                  <a:ext uri="{FF2B5EF4-FFF2-40B4-BE49-F238E27FC236}">
                    <a16:creationId xmlns:a16="http://schemas.microsoft.com/office/drawing/2014/main" id="{74FF237C-30CD-5237-B11E-C3FD411F5503}"/>
                  </a:ext>
                </a:extLst>
              </p:cNvPr>
              <p:cNvSpPr/>
              <p:nvPr/>
            </p:nvSpPr>
            <p:spPr>
              <a:xfrm>
                <a:off x="1450235" y="1845737"/>
                <a:ext cx="1419837" cy="2211559"/>
              </a:xfrm>
              <a:custGeom>
                <a:avLst/>
                <a:gdLst>
                  <a:gd name="connsiteX0" fmla="*/ 1409811 w 1419837"/>
                  <a:gd name="connsiteY0" fmla="*/ 1238250 h 2181225"/>
                  <a:gd name="connsiteX1" fmla="*/ 1409811 w 1419837"/>
                  <a:gd name="connsiteY1" fmla="*/ 1238250 h 2181225"/>
                  <a:gd name="connsiteX2" fmla="*/ 1409811 w 1419837"/>
                  <a:gd name="connsiteY2" fmla="*/ 1028700 h 2181225"/>
                  <a:gd name="connsiteX3" fmla="*/ 1390761 w 1419837"/>
                  <a:gd name="connsiteY3" fmla="*/ 971550 h 2181225"/>
                  <a:gd name="connsiteX4" fmla="*/ 1381236 w 1419837"/>
                  <a:gd name="connsiteY4" fmla="*/ 914400 h 2181225"/>
                  <a:gd name="connsiteX5" fmla="*/ 1371711 w 1419837"/>
                  <a:gd name="connsiteY5" fmla="*/ 762000 h 2181225"/>
                  <a:gd name="connsiteX6" fmla="*/ 1352661 w 1419837"/>
                  <a:gd name="connsiteY6" fmla="*/ 714375 h 2181225"/>
                  <a:gd name="connsiteX7" fmla="*/ 1333611 w 1419837"/>
                  <a:gd name="connsiteY7" fmla="*/ 590550 h 2181225"/>
                  <a:gd name="connsiteX8" fmla="*/ 1314561 w 1419837"/>
                  <a:gd name="connsiteY8" fmla="*/ 552450 h 2181225"/>
                  <a:gd name="connsiteX9" fmla="*/ 1295511 w 1419837"/>
                  <a:gd name="connsiteY9" fmla="*/ 419100 h 2181225"/>
                  <a:gd name="connsiteX10" fmla="*/ 1276461 w 1419837"/>
                  <a:gd name="connsiteY10" fmla="*/ 352425 h 2181225"/>
                  <a:gd name="connsiteX11" fmla="*/ 1266936 w 1419837"/>
                  <a:gd name="connsiteY11" fmla="*/ 314325 h 2181225"/>
                  <a:gd name="connsiteX12" fmla="*/ 1228836 w 1419837"/>
                  <a:gd name="connsiteY12" fmla="*/ 257175 h 2181225"/>
                  <a:gd name="connsiteX13" fmla="*/ 1171686 w 1419837"/>
                  <a:gd name="connsiteY13" fmla="*/ 219075 h 2181225"/>
                  <a:gd name="connsiteX14" fmla="*/ 1152636 w 1419837"/>
                  <a:gd name="connsiteY14" fmla="*/ 190500 h 2181225"/>
                  <a:gd name="connsiteX15" fmla="*/ 1143111 w 1419837"/>
                  <a:gd name="connsiteY15" fmla="*/ 161925 h 2181225"/>
                  <a:gd name="connsiteX16" fmla="*/ 1114536 w 1419837"/>
                  <a:gd name="connsiteY16" fmla="*/ 152400 h 2181225"/>
                  <a:gd name="connsiteX17" fmla="*/ 1105011 w 1419837"/>
                  <a:gd name="connsiteY17" fmla="*/ 123825 h 2181225"/>
                  <a:gd name="connsiteX18" fmla="*/ 1047861 w 1419837"/>
                  <a:gd name="connsiteY18" fmla="*/ 85725 h 2181225"/>
                  <a:gd name="connsiteX19" fmla="*/ 1009761 w 1419837"/>
                  <a:gd name="connsiteY19" fmla="*/ 57150 h 2181225"/>
                  <a:gd name="connsiteX20" fmla="*/ 990711 w 1419837"/>
                  <a:gd name="connsiteY20" fmla="*/ 28575 h 2181225"/>
                  <a:gd name="connsiteX21" fmla="*/ 933561 w 1419837"/>
                  <a:gd name="connsiteY21" fmla="*/ 0 h 2181225"/>
                  <a:gd name="connsiteX22" fmla="*/ 419211 w 1419837"/>
                  <a:gd name="connsiteY22" fmla="*/ 9525 h 2181225"/>
                  <a:gd name="connsiteX23" fmla="*/ 371586 w 1419837"/>
                  <a:gd name="connsiteY23" fmla="*/ 57150 h 2181225"/>
                  <a:gd name="connsiteX24" fmla="*/ 343011 w 1419837"/>
                  <a:gd name="connsiteY24" fmla="*/ 66675 h 2181225"/>
                  <a:gd name="connsiteX25" fmla="*/ 323961 w 1419837"/>
                  <a:gd name="connsiteY25" fmla="*/ 95250 h 2181225"/>
                  <a:gd name="connsiteX26" fmla="*/ 266811 w 1419837"/>
                  <a:gd name="connsiteY26" fmla="*/ 114300 h 2181225"/>
                  <a:gd name="connsiteX27" fmla="*/ 219186 w 1419837"/>
                  <a:gd name="connsiteY27" fmla="*/ 152400 h 2181225"/>
                  <a:gd name="connsiteX28" fmla="*/ 162036 w 1419837"/>
                  <a:gd name="connsiteY28" fmla="*/ 190500 h 2181225"/>
                  <a:gd name="connsiteX29" fmla="*/ 95361 w 1419837"/>
                  <a:gd name="connsiteY29" fmla="*/ 257175 h 2181225"/>
                  <a:gd name="connsiteX30" fmla="*/ 66786 w 1419837"/>
                  <a:gd name="connsiteY30" fmla="*/ 314325 h 2181225"/>
                  <a:gd name="connsiteX31" fmla="*/ 9636 w 1419837"/>
                  <a:gd name="connsiteY31" fmla="*/ 352425 h 2181225"/>
                  <a:gd name="connsiteX32" fmla="*/ 111 w 1419837"/>
                  <a:gd name="connsiteY32" fmla="*/ 381000 h 2181225"/>
                  <a:gd name="connsiteX33" fmla="*/ 38211 w 1419837"/>
                  <a:gd name="connsiteY33" fmla="*/ 476250 h 2181225"/>
                  <a:gd name="connsiteX34" fmla="*/ 47736 w 1419837"/>
                  <a:gd name="connsiteY34" fmla="*/ 523875 h 2181225"/>
                  <a:gd name="connsiteX35" fmla="*/ 57261 w 1419837"/>
                  <a:gd name="connsiteY35" fmla="*/ 552450 h 2181225"/>
                  <a:gd name="connsiteX36" fmla="*/ 66786 w 1419837"/>
                  <a:gd name="connsiteY36" fmla="*/ 600075 h 2181225"/>
                  <a:gd name="connsiteX37" fmla="*/ 85836 w 1419837"/>
                  <a:gd name="connsiteY37" fmla="*/ 666750 h 2181225"/>
                  <a:gd name="connsiteX38" fmla="*/ 114411 w 1419837"/>
                  <a:gd name="connsiteY38" fmla="*/ 752475 h 2181225"/>
                  <a:gd name="connsiteX39" fmla="*/ 152511 w 1419837"/>
                  <a:gd name="connsiteY39" fmla="*/ 857250 h 2181225"/>
                  <a:gd name="connsiteX40" fmla="*/ 190611 w 1419837"/>
                  <a:gd name="connsiteY40" fmla="*/ 942975 h 2181225"/>
                  <a:gd name="connsiteX41" fmla="*/ 209661 w 1419837"/>
                  <a:gd name="connsiteY41" fmla="*/ 1047750 h 2181225"/>
                  <a:gd name="connsiteX42" fmla="*/ 228711 w 1419837"/>
                  <a:gd name="connsiteY42" fmla="*/ 1085850 h 2181225"/>
                  <a:gd name="connsiteX43" fmla="*/ 238236 w 1419837"/>
                  <a:gd name="connsiteY43" fmla="*/ 1152525 h 2181225"/>
                  <a:gd name="connsiteX44" fmla="*/ 247761 w 1419837"/>
                  <a:gd name="connsiteY44" fmla="*/ 1200150 h 2181225"/>
                  <a:gd name="connsiteX45" fmla="*/ 276336 w 1419837"/>
                  <a:gd name="connsiteY45" fmla="*/ 1352550 h 2181225"/>
                  <a:gd name="connsiteX46" fmla="*/ 304911 w 1419837"/>
                  <a:gd name="connsiteY46" fmla="*/ 1390650 h 2181225"/>
                  <a:gd name="connsiteX47" fmla="*/ 314436 w 1419837"/>
                  <a:gd name="connsiteY47" fmla="*/ 1419225 h 2181225"/>
                  <a:gd name="connsiteX48" fmla="*/ 323961 w 1419837"/>
                  <a:gd name="connsiteY48" fmla="*/ 1476375 h 2181225"/>
                  <a:gd name="connsiteX49" fmla="*/ 343011 w 1419837"/>
                  <a:gd name="connsiteY49" fmla="*/ 1504950 h 2181225"/>
                  <a:gd name="connsiteX50" fmla="*/ 362061 w 1419837"/>
                  <a:gd name="connsiteY50" fmla="*/ 1571625 h 2181225"/>
                  <a:gd name="connsiteX51" fmla="*/ 371586 w 1419837"/>
                  <a:gd name="connsiteY51" fmla="*/ 1600200 h 2181225"/>
                  <a:gd name="connsiteX52" fmla="*/ 381111 w 1419837"/>
                  <a:gd name="connsiteY52" fmla="*/ 1638300 h 2181225"/>
                  <a:gd name="connsiteX53" fmla="*/ 400161 w 1419837"/>
                  <a:gd name="connsiteY53" fmla="*/ 1685925 h 2181225"/>
                  <a:gd name="connsiteX54" fmla="*/ 428736 w 1419837"/>
                  <a:gd name="connsiteY54" fmla="*/ 1771650 h 2181225"/>
                  <a:gd name="connsiteX55" fmla="*/ 438261 w 1419837"/>
                  <a:gd name="connsiteY55" fmla="*/ 1800225 h 2181225"/>
                  <a:gd name="connsiteX56" fmla="*/ 447786 w 1419837"/>
                  <a:gd name="connsiteY56" fmla="*/ 1828800 h 2181225"/>
                  <a:gd name="connsiteX57" fmla="*/ 476361 w 1419837"/>
                  <a:gd name="connsiteY57" fmla="*/ 1924050 h 2181225"/>
                  <a:gd name="connsiteX58" fmla="*/ 485886 w 1419837"/>
                  <a:gd name="connsiteY58" fmla="*/ 1952625 h 2181225"/>
                  <a:gd name="connsiteX59" fmla="*/ 495411 w 1419837"/>
                  <a:gd name="connsiteY59" fmla="*/ 1981200 h 2181225"/>
                  <a:gd name="connsiteX60" fmla="*/ 514461 w 1419837"/>
                  <a:gd name="connsiteY60" fmla="*/ 2066925 h 2181225"/>
                  <a:gd name="connsiteX61" fmla="*/ 523986 w 1419837"/>
                  <a:gd name="connsiteY61" fmla="*/ 2095500 h 2181225"/>
                  <a:gd name="connsiteX62" fmla="*/ 543036 w 1419837"/>
                  <a:gd name="connsiteY62" fmla="*/ 2124075 h 2181225"/>
                  <a:gd name="connsiteX63" fmla="*/ 600186 w 1419837"/>
                  <a:gd name="connsiteY63" fmla="*/ 2181225 h 2181225"/>
                  <a:gd name="connsiteX64" fmla="*/ 809736 w 1419837"/>
                  <a:gd name="connsiteY64" fmla="*/ 2171700 h 2181225"/>
                  <a:gd name="connsiteX65" fmla="*/ 838311 w 1419837"/>
                  <a:gd name="connsiteY65" fmla="*/ 2162175 h 2181225"/>
                  <a:gd name="connsiteX66" fmla="*/ 885936 w 1419837"/>
                  <a:gd name="connsiteY66" fmla="*/ 2076450 h 2181225"/>
                  <a:gd name="connsiteX67" fmla="*/ 914511 w 1419837"/>
                  <a:gd name="connsiteY67" fmla="*/ 1790700 h 2181225"/>
                  <a:gd name="connsiteX68" fmla="*/ 943086 w 1419837"/>
                  <a:gd name="connsiteY68" fmla="*/ 1704975 h 2181225"/>
                  <a:gd name="connsiteX69" fmla="*/ 952611 w 1419837"/>
                  <a:gd name="connsiteY69" fmla="*/ 1676400 h 2181225"/>
                  <a:gd name="connsiteX70" fmla="*/ 990711 w 1419837"/>
                  <a:gd name="connsiteY70" fmla="*/ 1619250 h 2181225"/>
                  <a:gd name="connsiteX71" fmla="*/ 1038336 w 1419837"/>
                  <a:gd name="connsiteY71" fmla="*/ 1533525 h 2181225"/>
                  <a:gd name="connsiteX72" fmla="*/ 1076436 w 1419837"/>
                  <a:gd name="connsiteY72" fmla="*/ 1476375 h 2181225"/>
                  <a:gd name="connsiteX73" fmla="*/ 1095486 w 1419837"/>
                  <a:gd name="connsiteY73" fmla="*/ 1447800 h 2181225"/>
                  <a:gd name="connsiteX74" fmla="*/ 1124061 w 1419837"/>
                  <a:gd name="connsiteY74" fmla="*/ 1428750 h 2181225"/>
                  <a:gd name="connsiteX75" fmla="*/ 1143111 w 1419837"/>
                  <a:gd name="connsiteY75" fmla="*/ 1400175 h 2181225"/>
                  <a:gd name="connsiteX76" fmla="*/ 1200261 w 1419837"/>
                  <a:gd name="connsiteY76" fmla="*/ 1362075 h 2181225"/>
                  <a:gd name="connsiteX77" fmla="*/ 1219311 w 1419837"/>
                  <a:gd name="connsiteY77" fmla="*/ 1333500 h 2181225"/>
                  <a:gd name="connsiteX78" fmla="*/ 1314561 w 1419837"/>
                  <a:gd name="connsiteY78" fmla="*/ 1304925 h 2181225"/>
                  <a:gd name="connsiteX79" fmla="*/ 1409811 w 1419837"/>
                  <a:gd name="connsiteY79" fmla="*/ 1238250 h 2181225"/>
                  <a:gd name="connsiteX0" fmla="*/ 1409811 w 1419837"/>
                  <a:gd name="connsiteY0" fmla="*/ 1268584 h 2211559"/>
                  <a:gd name="connsiteX1" fmla="*/ 1409811 w 1419837"/>
                  <a:gd name="connsiteY1" fmla="*/ 1268584 h 2211559"/>
                  <a:gd name="connsiteX2" fmla="*/ 1409811 w 1419837"/>
                  <a:gd name="connsiteY2" fmla="*/ 1059034 h 2211559"/>
                  <a:gd name="connsiteX3" fmla="*/ 1390761 w 1419837"/>
                  <a:gd name="connsiteY3" fmla="*/ 1001884 h 2211559"/>
                  <a:gd name="connsiteX4" fmla="*/ 1381236 w 1419837"/>
                  <a:gd name="connsiteY4" fmla="*/ 944734 h 2211559"/>
                  <a:gd name="connsiteX5" fmla="*/ 1371711 w 1419837"/>
                  <a:gd name="connsiteY5" fmla="*/ 792334 h 2211559"/>
                  <a:gd name="connsiteX6" fmla="*/ 1352661 w 1419837"/>
                  <a:gd name="connsiteY6" fmla="*/ 744709 h 2211559"/>
                  <a:gd name="connsiteX7" fmla="*/ 1333611 w 1419837"/>
                  <a:gd name="connsiteY7" fmla="*/ 620884 h 2211559"/>
                  <a:gd name="connsiteX8" fmla="*/ 1314561 w 1419837"/>
                  <a:gd name="connsiteY8" fmla="*/ 582784 h 2211559"/>
                  <a:gd name="connsiteX9" fmla="*/ 1295511 w 1419837"/>
                  <a:gd name="connsiteY9" fmla="*/ 449434 h 2211559"/>
                  <a:gd name="connsiteX10" fmla="*/ 1276461 w 1419837"/>
                  <a:gd name="connsiteY10" fmla="*/ 382759 h 2211559"/>
                  <a:gd name="connsiteX11" fmla="*/ 1266936 w 1419837"/>
                  <a:gd name="connsiteY11" fmla="*/ 344659 h 2211559"/>
                  <a:gd name="connsiteX12" fmla="*/ 1228836 w 1419837"/>
                  <a:gd name="connsiteY12" fmla="*/ 287509 h 2211559"/>
                  <a:gd name="connsiteX13" fmla="*/ 1171686 w 1419837"/>
                  <a:gd name="connsiteY13" fmla="*/ 249409 h 2211559"/>
                  <a:gd name="connsiteX14" fmla="*/ 1152636 w 1419837"/>
                  <a:gd name="connsiteY14" fmla="*/ 220834 h 2211559"/>
                  <a:gd name="connsiteX15" fmla="*/ 1143111 w 1419837"/>
                  <a:gd name="connsiteY15" fmla="*/ 192259 h 2211559"/>
                  <a:gd name="connsiteX16" fmla="*/ 1114536 w 1419837"/>
                  <a:gd name="connsiteY16" fmla="*/ 182734 h 2211559"/>
                  <a:gd name="connsiteX17" fmla="*/ 1105011 w 1419837"/>
                  <a:gd name="connsiteY17" fmla="*/ 154159 h 2211559"/>
                  <a:gd name="connsiteX18" fmla="*/ 1047861 w 1419837"/>
                  <a:gd name="connsiteY18" fmla="*/ 116059 h 2211559"/>
                  <a:gd name="connsiteX19" fmla="*/ 1009761 w 1419837"/>
                  <a:gd name="connsiteY19" fmla="*/ 87484 h 2211559"/>
                  <a:gd name="connsiteX20" fmla="*/ 990711 w 1419837"/>
                  <a:gd name="connsiteY20" fmla="*/ 58909 h 2211559"/>
                  <a:gd name="connsiteX21" fmla="*/ 933561 w 1419837"/>
                  <a:gd name="connsiteY21" fmla="*/ 30334 h 2211559"/>
                  <a:gd name="connsiteX22" fmla="*/ 654161 w 1419837"/>
                  <a:gd name="connsiteY22" fmla="*/ 1759 h 2211559"/>
                  <a:gd name="connsiteX23" fmla="*/ 371586 w 1419837"/>
                  <a:gd name="connsiteY23" fmla="*/ 87484 h 2211559"/>
                  <a:gd name="connsiteX24" fmla="*/ 343011 w 1419837"/>
                  <a:gd name="connsiteY24" fmla="*/ 97009 h 2211559"/>
                  <a:gd name="connsiteX25" fmla="*/ 323961 w 1419837"/>
                  <a:gd name="connsiteY25" fmla="*/ 125584 h 2211559"/>
                  <a:gd name="connsiteX26" fmla="*/ 266811 w 1419837"/>
                  <a:gd name="connsiteY26" fmla="*/ 144634 h 2211559"/>
                  <a:gd name="connsiteX27" fmla="*/ 219186 w 1419837"/>
                  <a:gd name="connsiteY27" fmla="*/ 182734 h 2211559"/>
                  <a:gd name="connsiteX28" fmla="*/ 162036 w 1419837"/>
                  <a:gd name="connsiteY28" fmla="*/ 220834 h 2211559"/>
                  <a:gd name="connsiteX29" fmla="*/ 95361 w 1419837"/>
                  <a:gd name="connsiteY29" fmla="*/ 287509 h 2211559"/>
                  <a:gd name="connsiteX30" fmla="*/ 66786 w 1419837"/>
                  <a:gd name="connsiteY30" fmla="*/ 344659 h 2211559"/>
                  <a:gd name="connsiteX31" fmla="*/ 9636 w 1419837"/>
                  <a:gd name="connsiteY31" fmla="*/ 382759 h 2211559"/>
                  <a:gd name="connsiteX32" fmla="*/ 111 w 1419837"/>
                  <a:gd name="connsiteY32" fmla="*/ 411334 h 2211559"/>
                  <a:gd name="connsiteX33" fmla="*/ 38211 w 1419837"/>
                  <a:gd name="connsiteY33" fmla="*/ 506584 h 2211559"/>
                  <a:gd name="connsiteX34" fmla="*/ 47736 w 1419837"/>
                  <a:gd name="connsiteY34" fmla="*/ 554209 h 2211559"/>
                  <a:gd name="connsiteX35" fmla="*/ 57261 w 1419837"/>
                  <a:gd name="connsiteY35" fmla="*/ 582784 h 2211559"/>
                  <a:gd name="connsiteX36" fmla="*/ 66786 w 1419837"/>
                  <a:gd name="connsiteY36" fmla="*/ 630409 h 2211559"/>
                  <a:gd name="connsiteX37" fmla="*/ 85836 w 1419837"/>
                  <a:gd name="connsiteY37" fmla="*/ 697084 h 2211559"/>
                  <a:gd name="connsiteX38" fmla="*/ 114411 w 1419837"/>
                  <a:gd name="connsiteY38" fmla="*/ 782809 h 2211559"/>
                  <a:gd name="connsiteX39" fmla="*/ 152511 w 1419837"/>
                  <a:gd name="connsiteY39" fmla="*/ 887584 h 2211559"/>
                  <a:gd name="connsiteX40" fmla="*/ 190611 w 1419837"/>
                  <a:gd name="connsiteY40" fmla="*/ 973309 h 2211559"/>
                  <a:gd name="connsiteX41" fmla="*/ 209661 w 1419837"/>
                  <a:gd name="connsiteY41" fmla="*/ 1078084 h 2211559"/>
                  <a:gd name="connsiteX42" fmla="*/ 228711 w 1419837"/>
                  <a:gd name="connsiteY42" fmla="*/ 1116184 h 2211559"/>
                  <a:gd name="connsiteX43" fmla="*/ 238236 w 1419837"/>
                  <a:gd name="connsiteY43" fmla="*/ 1182859 h 2211559"/>
                  <a:gd name="connsiteX44" fmla="*/ 247761 w 1419837"/>
                  <a:gd name="connsiteY44" fmla="*/ 1230484 h 2211559"/>
                  <a:gd name="connsiteX45" fmla="*/ 276336 w 1419837"/>
                  <a:gd name="connsiteY45" fmla="*/ 1382884 h 2211559"/>
                  <a:gd name="connsiteX46" fmla="*/ 304911 w 1419837"/>
                  <a:gd name="connsiteY46" fmla="*/ 1420984 h 2211559"/>
                  <a:gd name="connsiteX47" fmla="*/ 314436 w 1419837"/>
                  <a:gd name="connsiteY47" fmla="*/ 1449559 h 2211559"/>
                  <a:gd name="connsiteX48" fmla="*/ 323961 w 1419837"/>
                  <a:gd name="connsiteY48" fmla="*/ 1506709 h 2211559"/>
                  <a:gd name="connsiteX49" fmla="*/ 343011 w 1419837"/>
                  <a:gd name="connsiteY49" fmla="*/ 1535284 h 2211559"/>
                  <a:gd name="connsiteX50" fmla="*/ 362061 w 1419837"/>
                  <a:gd name="connsiteY50" fmla="*/ 1601959 h 2211559"/>
                  <a:gd name="connsiteX51" fmla="*/ 371586 w 1419837"/>
                  <a:gd name="connsiteY51" fmla="*/ 1630534 h 2211559"/>
                  <a:gd name="connsiteX52" fmla="*/ 381111 w 1419837"/>
                  <a:gd name="connsiteY52" fmla="*/ 1668634 h 2211559"/>
                  <a:gd name="connsiteX53" fmla="*/ 400161 w 1419837"/>
                  <a:gd name="connsiteY53" fmla="*/ 1716259 h 2211559"/>
                  <a:gd name="connsiteX54" fmla="*/ 428736 w 1419837"/>
                  <a:gd name="connsiteY54" fmla="*/ 1801984 h 2211559"/>
                  <a:gd name="connsiteX55" fmla="*/ 438261 w 1419837"/>
                  <a:gd name="connsiteY55" fmla="*/ 1830559 h 2211559"/>
                  <a:gd name="connsiteX56" fmla="*/ 447786 w 1419837"/>
                  <a:gd name="connsiteY56" fmla="*/ 1859134 h 2211559"/>
                  <a:gd name="connsiteX57" fmla="*/ 476361 w 1419837"/>
                  <a:gd name="connsiteY57" fmla="*/ 1954384 h 2211559"/>
                  <a:gd name="connsiteX58" fmla="*/ 485886 w 1419837"/>
                  <a:gd name="connsiteY58" fmla="*/ 1982959 h 2211559"/>
                  <a:gd name="connsiteX59" fmla="*/ 495411 w 1419837"/>
                  <a:gd name="connsiteY59" fmla="*/ 2011534 h 2211559"/>
                  <a:gd name="connsiteX60" fmla="*/ 514461 w 1419837"/>
                  <a:gd name="connsiteY60" fmla="*/ 2097259 h 2211559"/>
                  <a:gd name="connsiteX61" fmla="*/ 523986 w 1419837"/>
                  <a:gd name="connsiteY61" fmla="*/ 2125834 h 2211559"/>
                  <a:gd name="connsiteX62" fmla="*/ 543036 w 1419837"/>
                  <a:gd name="connsiteY62" fmla="*/ 2154409 h 2211559"/>
                  <a:gd name="connsiteX63" fmla="*/ 600186 w 1419837"/>
                  <a:gd name="connsiteY63" fmla="*/ 2211559 h 2211559"/>
                  <a:gd name="connsiteX64" fmla="*/ 809736 w 1419837"/>
                  <a:gd name="connsiteY64" fmla="*/ 2202034 h 2211559"/>
                  <a:gd name="connsiteX65" fmla="*/ 838311 w 1419837"/>
                  <a:gd name="connsiteY65" fmla="*/ 2192509 h 2211559"/>
                  <a:gd name="connsiteX66" fmla="*/ 885936 w 1419837"/>
                  <a:gd name="connsiteY66" fmla="*/ 2106784 h 2211559"/>
                  <a:gd name="connsiteX67" fmla="*/ 914511 w 1419837"/>
                  <a:gd name="connsiteY67" fmla="*/ 1821034 h 2211559"/>
                  <a:gd name="connsiteX68" fmla="*/ 943086 w 1419837"/>
                  <a:gd name="connsiteY68" fmla="*/ 1735309 h 2211559"/>
                  <a:gd name="connsiteX69" fmla="*/ 952611 w 1419837"/>
                  <a:gd name="connsiteY69" fmla="*/ 1706734 h 2211559"/>
                  <a:gd name="connsiteX70" fmla="*/ 990711 w 1419837"/>
                  <a:gd name="connsiteY70" fmla="*/ 1649584 h 2211559"/>
                  <a:gd name="connsiteX71" fmla="*/ 1038336 w 1419837"/>
                  <a:gd name="connsiteY71" fmla="*/ 1563859 h 2211559"/>
                  <a:gd name="connsiteX72" fmla="*/ 1076436 w 1419837"/>
                  <a:gd name="connsiteY72" fmla="*/ 1506709 h 2211559"/>
                  <a:gd name="connsiteX73" fmla="*/ 1095486 w 1419837"/>
                  <a:gd name="connsiteY73" fmla="*/ 1478134 h 2211559"/>
                  <a:gd name="connsiteX74" fmla="*/ 1124061 w 1419837"/>
                  <a:gd name="connsiteY74" fmla="*/ 1459084 h 2211559"/>
                  <a:gd name="connsiteX75" fmla="*/ 1143111 w 1419837"/>
                  <a:gd name="connsiteY75" fmla="*/ 1430509 h 2211559"/>
                  <a:gd name="connsiteX76" fmla="*/ 1200261 w 1419837"/>
                  <a:gd name="connsiteY76" fmla="*/ 1392409 h 2211559"/>
                  <a:gd name="connsiteX77" fmla="*/ 1219311 w 1419837"/>
                  <a:gd name="connsiteY77" fmla="*/ 1363834 h 2211559"/>
                  <a:gd name="connsiteX78" fmla="*/ 1314561 w 1419837"/>
                  <a:gd name="connsiteY78" fmla="*/ 1335259 h 2211559"/>
                  <a:gd name="connsiteX79" fmla="*/ 1409811 w 1419837"/>
                  <a:gd name="connsiteY79" fmla="*/ 1268584 h 22115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419837" h="2211559">
                    <a:moveTo>
                      <a:pt x="1409811" y="1268584"/>
                    </a:moveTo>
                    <a:lnTo>
                      <a:pt x="1409811" y="1268584"/>
                    </a:lnTo>
                    <a:cubicBezTo>
                      <a:pt x="1419330" y="1173396"/>
                      <a:pt x="1426551" y="1159476"/>
                      <a:pt x="1409811" y="1059034"/>
                    </a:cubicBezTo>
                    <a:cubicBezTo>
                      <a:pt x="1406510" y="1039227"/>
                      <a:pt x="1394062" y="1021691"/>
                      <a:pt x="1390761" y="1001884"/>
                    </a:cubicBezTo>
                    <a:lnTo>
                      <a:pt x="1381236" y="944734"/>
                    </a:lnTo>
                    <a:cubicBezTo>
                      <a:pt x="1378061" y="893934"/>
                      <a:pt x="1378909" y="842722"/>
                      <a:pt x="1371711" y="792334"/>
                    </a:cubicBezTo>
                    <a:cubicBezTo>
                      <a:pt x="1369293" y="775408"/>
                      <a:pt x="1356506" y="761369"/>
                      <a:pt x="1352661" y="744709"/>
                    </a:cubicBezTo>
                    <a:cubicBezTo>
                      <a:pt x="1343909" y="706783"/>
                      <a:pt x="1346397" y="659243"/>
                      <a:pt x="1333611" y="620884"/>
                    </a:cubicBezTo>
                    <a:cubicBezTo>
                      <a:pt x="1329121" y="607414"/>
                      <a:pt x="1320911" y="595484"/>
                      <a:pt x="1314561" y="582784"/>
                    </a:cubicBezTo>
                    <a:cubicBezTo>
                      <a:pt x="1308708" y="535960"/>
                      <a:pt x="1304666" y="495211"/>
                      <a:pt x="1295511" y="449434"/>
                    </a:cubicBezTo>
                    <a:cubicBezTo>
                      <a:pt x="1285585" y="399806"/>
                      <a:pt x="1288565" y="425124"/>
                      <a:pt x="1276461" y="382759"/>
                    </a:cubicBezTo>
                    <a:cubicBezTo>
                      <a:pt x="1272865" y="370172"/>
                      <a:pt x="1272790" y="356368"/>
                      <a:pt x="1266936" y="344659"/>
                    </a:cubicBezTo>
                    <a:cubicBezTo>
                      <a:pt x="1256697" y="324181"/>
                      <a:pt x="1247886" y="300209"/>
                      <a:pt x="1228836" y="287509"/>
                    </a:cubicBezTo>
                    <a:lnTo>
                      <a:pt x="1171686" y="249409"/>
                    </a:lnTo>
                    <a:cubicBezTo>
                      <a:pt x="1165336" y="239884"/>
                      <a:pt x="1157756" y="231073"/>
                      <a:pt x="1152636" y="220834"/>
                    </a:cubicBezTo>
                    <a:cubicBezTo>
                      <a:pt x="1148146" y="211854"/>
                      <a:pt x="1150211" y="199359"/>
                      <a:pt x="1143111" y="192259"/>
                    </a:cubicBezTo>
                    <a:cubicBezTo>
                      <a:pt x="1136011" y="185159"/>
                      <a:pt x="1124061" y="185909"/>
                      <a:pt x="1114536" y="182734"/>
                    </a:cubicBezTo>
                    <a:cubicBezTo>
                      <a:pt x="1111361" y="173209"/>
                      <a:pt x="1112111" y="161259"/>
                      <a:pt x="1105011" y="154159"/>
                    </a:cubicBezTo>
                    <a:cubicBezTo>
                      <a:pt x="1088822" y="137970"/>
                      <a:pt x="1066177" y="129796"/>
                      <a:pt x="1047861" y="116059"/>
                    </a:cubicBezTo>
                    <a:cubicBezTo>
                      <a:pt x="1035161" y="106534"/>
                      <a:pt x="1020986" y="98709"/>
                      <a:pt x="1009761" y="87484"/>
                    </a:cubicBezTo>
                    <a:cubicBezTo>
                      <a:pt x="1001666" y="79389"/>
                      <a:pt x="998806" y="67004"/>
                      <a:pt x="990711" y="58909"/>
                    </a:cubicBezTo>
                    <a:cubicBezTo>
                      <a:pt x="972247" y="40445"/>
                      <a:pt x="989653" y="39859"/>
                      <a:pt x="933561" y="30334"/>
                    </a:cubicBezTo>
                    <a:cubicBezTo>
                      <a:pt x="877469" y="20809"/>
                      <a:pt x="825403" y="-7254"/>
                      <a:pt x="654161" y="1759"/>
                    </a:cubicBezTo>
                    <a:cubicBezTo>
                      <a:pt x="623574" y="3369"/>
                      <a:pt x="423444" y="71609"/>
                      <a:pt x="371586" y="87484"/>
                    </a:cubicBezTo>
                    <a:cubicBezTo>
                      <a:pt x="319728" y="103359"/>
                      <a:pt x="352536" y="93834"/>
                      <a:pt x="343011" y="97009"/>
                    </a:cubicBezTo>
                    <a:cubicBezTo>
                      <a:pt x="336661" y="106534"/>
                      <a:pt x="333669" y="119517"/>
                      <a:pt x="323961" y="125584"/>
                    </a:cubicBezTo>
                    <a:cubicBezTo>
                      <a:pt x="306933" y="136227"/>
                      <a:pt x="266811" y="144634"/>
                      <a:pt x="266811" y="144634"/>
                    </a:cubicBezTo>
                    <a:cubicBezTo>
                      <a:pt x="231612" y="197432"/>
                      <a:pt x="267900" y="155671"/>
                      <a:pt x="219186" y="182734"/>
                    </a:cubicBezTo>
                    <a:cubicBezTo>
                      <a:pt x="199172" y="193853"/>
                      <a:pt x="162036" y="220834"/>
                      <a:pt x="162036" y="220834"/>
                    </a:cubicBezTo>
                    <a:cubicBezTo>
                      <a:pt x="118367" y="286338"/>
                      <a:pt x="145656" y="270744"/>
                      <a:pt x="95361" y="287509"/>
                    </a:cubicBezTo>
                    <a:cubicBezTo>
                      <a:pt x="88567" y="307892"/>
                      <a:pt x="84164" y="329453"/>
                      <a:pt x="66786" y="344659"/>
                    </a:cubicBezTo>
                    <a:cubicBezTo>
                      <a:pt x="49556" y="359736"/>
                      <a:pt x="9636" y="382759"/>
                      <a:pt x="9636" y="382759"/>
                    </a:cubicBezTo>
                    <a:cubicBezTo>
                      <a:pt x="6461" y="392284"/>
                      <a:pt x="-998" y="401355"/>
                      <a:pt x="111" y="411334"/>
                    </a:cubicBezTo>
                    <a:cubicBezTo>
                      <a:pt x="3474" y="441600"/>
                      <a:pt x="24448" y="479058"/>
                      <a:pt x="38211" y="506584"/>
                    </a:cubicBezTo>
                    <a:cubicBezTo>
                      <a:pt x="41386" y="522459"/>
                      <a:pt x="43809" y="538503"/>
                      <a:pt x="47736" y="554209"/>
                    </a:cubicBezTo>
                    <a:cubicBezTo>
                      <a:pt x="50171" y="563949"/>
                      <a:pt x="54826" y="573044"/>
                      <a:pt x="57261" y="582784"/>
                    </a:cubicBezTo>
                    <a:cubicBezTo>
                      <a:pt x="61188" y="598490"/>
                      <a:pt x="62859" y="614703"/>
                      <a:pt x="66786" y="630409"/>
                    </a:cubicBezTo>
                    <a:cubicBezTo>
                      <a:pt x="72392" y="652833"/>
                      <a:pt x="80639" y="674562"/>
                      <a:pt x="85836" y="697084"/>
                    </a:cubicBezTo>
                    <a:cubicBezTo>
                      <a:pt x="103953" y="775591"/>
                      <a:pt x="80671" y="732199"/>
                      <a:pt x="114411" y="782809"/>
                    </a:cubicBezTo>
                    <a:cubicBezTo>
                      <a:pt x="133558" y="878543"/>
                      <a:pt x="109533" y="780139"/>
                      <a:pt x="152511" y="887584"/>
                    </a:cubicBezTo>
                    <a:cubicBezTo>
                      <a:pt x="191753" y="985690"/>
                      <a:pt x="119624" y="854998"/>
                      <a:pt x="190611" y="973309"/>
                    </a:cubicBezTo>
                    <a:cubicBezTo>
                      <a:pt x="192210" y="982904"/>
                      <a:pt x="205223" y="1064771"/>
                      <a:pt x="209661" y="1078084"/>
                    </a:cubicBezTo>
                    <a:cubicBezTo>
                      <a:pt x="214151" y="1091554"/>
                      <a:pt x="222361" y="1103484"/>
                      <a:pt x="228711" y="1116184"/>
                    </a:cubicBezTo>
                    <a:cubicBezTo>
                      <a:pt x="231886" y="1138409"/>
                      <a:pt x="234545" y="1160714"/>
                      <a:pt x="238236" y="1182859"/>
                    </a:cubicBezTo>
                    <a:cubicBezTo>
                      <a:pt x="240898" y="1198828"/>
                      <a:pt x="245299" y="1214483"/>
                      <a:pt x="247761" y="1230484"/>
                    </a:cubicBezTo>
                    <a:cubicBezTo>
                      <a:pt x="255569" y="1281238"/>
                      <a:pt x="256155" y="1334450"/>
                      <a:pt x="276336" y="1382884"/>
                    </a:cubicBezTo>
                    <a:cubicBezTo>
                      <a:pt x="282442" y="1397538"/>
                      <a:pt x="295386" y="1408284"/>
                      <a:pt x="304911" y="1420984"/>
                    </a:cubicBezTo>
                    <a:cubicBezTo>
                      <a:pt x="308086" y="1430509"/>
                      <a:pt x="312258" y="1439758"/>
                      <a:pt x="314436" y="1449559"/>
                    </a:cubicBezTo>
                    <a:cubicBezTo>
                      <a:pt x="318626" y="1468412"/>
                      <a:pt x="317854" y="1488387"/>
                      <a:pt x="323961" y="1506709"/>
                    </a:cubicBezTo>
                    <a:cubicBezTo>
                      <a:pt x="327581" y="1517569"/>
                      <a:pt x="337891" y="1525045"/>
                      <a:pt x="343011" y="1535284"/>
                    </a:cubicBezTo>
                    <a:cubicBezTo>
                      <a:pt x="350624" y="1550509"/>
                      <a:pt x="357992" y="1587717"/>
                      <a:pt x="362061" y="1601959"/>
                    </a:cubicBezTo>
                    <a:cubicBezTo>
                      <a:pt x="364819" y="1611613"/>
                      <a:pt x="368828" y="1620880"/>
                      <a:pt x="371586" y="1630534"/>
                    </a:cubicBezTo>
                    <a:cubicBezTo>
                      <a:pt x="375182" y="1643121"/>
                      <a:pt x="376971" y="1656215"/>
                      <a:pt x="381111" y="1668634"/>
                    </a:cubicBezTo>
                    <a:cubicBezTo>
                      <a:pt x="386518" y="1684854"/>
                      <a:pt x="394410" y="1700157"/>
                      <a:pt x="400161" y="1716259"/>
                    </a:cubicBezTo>
                    <a:cubicBezTo>
                      <a:pt x="410292" y="1744625"/>
                      <a:pt x="419211" y="1773409"/>
                      <a:pt x="428736" y="1801984"/>
                    </a:cubicBezTo>
                    <a:lnTo>
                      <a:pt x="438261" y="1830559"/>
                    </a:lnTo>
                    <a:cubicBezTo>
                      <a:pt x="441436" y="1840084"/>
                      <a:pt x="445351" y="1849394"/>
                      <a:pt x="447786" y="1859134"/>
                    </a:cubicBezTo>
                    <a:cubicBezTo>
                      <a:pt x="462181" y="1916715"/>
                      <a:pt x="453171" y="1884815"/>
                      <a:pt x="476361" y="1954384"/>
                    </a:cubicBezTo>
                    <a:lnTo>
                      <a:pt x="485886" y="1982959"/>
                    </a:lnTo>
                    <a:cubicBezTo>
                      <a:pt x="489061" y="1992484"/>
                      <a:pt x="493442" y="2001689"/>
                      <a:pt x="495411" y="2011534"/>
                    </a:cubicBezTo>
                    <a:cubicBezTo>
                      <a:pt x="501958" y="2044270"/>
                      <a:pt x="505493" y="2065872"/>
                      <a:pt x="514461" y="2097259"/>
                    </a:cubicBezTo>
                    <a:cubicBezTo>
                      <a:pt x="517219" y="2106913"/>
                      <a:pt x="519496" y="2116854"/>
                      <a:pt x="523986" y="2125834"/>
                    </a:cubicBezTo>
                    <a:cubicBezTo>
                      <a:pt x="529106" y="2136073"/>
                      <a:pt x="535431" y="2145853"/>
                      <a:pt x="543036" y="2154409"/>
                    </a:cubicBezTo>
                    <a:cubicBezTo>
                      <a:pt x="560934" y="2174545"/>
                      <a:pt x="600186" y="2211559"/>
                      <a:pt x="600186" y="2211559"/>
                    </a:cubicBezTo>
                    <a:cubicBezTo>
                      <a:pt x="670036" y="2208384"/>
                      <a:pt x="740037" y="2207610"/>
                      <a:pt x="809736" y="2202034"/>
                    </a:cubicBezTo>
                    <a:cubicBezTo>
                      <a:pt x="819744" y="2201233"/>
                      <a:pt x="831211" y="2199609"/>
                      <a:pt x="838311" y="2192509"/>
                    </a:cubicBezTo>
                    <a:cubicBezTo>
                      <a:pt x="871063" y="2159757"/>
                      <a:pt x="873958" y="2142717"/>
                      <a:pt x="885936" y="2106784"/>
                    </a:cubicBezTo>
                    <a:cubicBezTo>
                      <a:pt x="889921" y="2058967"/>
                      <a:pt x="906754" y="1844306"/>
                      <a:pt x="914511" y="1821034"/>
                    </a:cubicBezTo>
                    <a:lnTo>
                      <a:pt x="943086" y="1735309"/>
                    </a:lnTo>
                    <a:cubicBezTo>
                      <a:pt x="946261" y="1725784"/>
                      <a:pt x="947042" y="1715088"/>
                      <a:pt x="952611" y="1706734"/>
                    </a:cubicBezTo>
                    <a:cubicBezTo>
                      <a:pt x="965311" y="1687684"/>
                      <a:pt x="983471" y="1671304"/>
                      <a:pt x="990711" y="1649584"/>
                    </a:cubicBezTo>
                    <a:cubicBezTo>
                      <a:pt x="1007476" y="1599289"/>
                      <a:pt x="994667" y="1629363"/>
                      <a:pt x="1038336" y="1563859"/>
                    </a:cubicBezTo>
                    <a:lnTo>
                      <a:pt x="1076436" y="1506709"/>
                    </a:lnTo>
                    <a:cubicBezTo>
                      <a:pt x="1082786" y="1497184"/>
                      <a:pt x="1085961" y="1484484"/>
                      <a:pt x="1095486" y="1478134"/>
                    </a:cubicBezTo>
                    <a:lnTo>
                      <a:pt x="1124061" y="1459084"/>
                    </a:lnTo>
                    <a:cubicBezTo>
                      <a:pt x="1130411" y="1449559"/>
                      <a:pt x="1134496" y="1438047"/>
                      <a:pt x="1143111" y="1430509"/>
                    </a:cubicBezTo>
                    <a:cubicBezTo>
                      <a:pt x="1160341" y="1415432"/>
                      <a:pt x="1200261" y="1392409"/>
                      <a:pt x="1200261" y="1392409"/>
                    </a:cubicBezTo>
                    <a:cubicBezTo>
                      <a:pt x="1206611" y="1382884"/>
                      <a:pt x="1209603" y="1369901"/>
                      <a:pt x="1219311" y="1363834"/>
                    </a:cubicBezTo>
                    <a:cubicBezTo>
                      <a:pt x="1234771" y="1354172"/>
                      <a:pt x="1292255" y="1340835"/>
                      <a:pt x="1314561" y="1335259"/>
                    </a:cubicBezTo>
                    <a:cubicBezTo>
                      <a:pt x="1374353" y="1295398"/>
                      <a:pt x="1393936" y="1279697"/>
                      <a:pt x="1409811" y="1268584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Freeform: Shape 8">
                <a:extLst>
                  <a:ext uri="{FF2B5EF4-FFF2-40B4-BE49-F238E27FC236}">
                    <a16:creationId xmlns:a16="http://schemas.microsoft.com/office/drawing/2014/main" id="{6AC87438-6612-E3CE-D747-540B97B90AB2}"/>
                  </a:ext>
                </a:extLst>
              </p:cNvPr>
              <p:cNvSpPr/>
              <p:nvPr/>
            </p:nvSpPr>
            <p:spPr>
              <a:xfrm>
                <a:off x="1011721" y="2228496"/>
                <a:ext cx="1160749" cy="1848189"/>
              </a:xfrm>
              <a:custGeom>
                <a:avLst/>
                <a:gdLst>
                  <a:gd name="connsiteX0" fmla="*/ 1143475 w 1160749"/>
                  <a:gd name="connsiteY0" fmla="*/ 733425 h 1848189"/>
                  <a:gd name="connsiteX1" fmla="*/ 1105375 w 1160749"/>
                  <a:gd name="connsiteY1" fmla="*/ 628650 h 1848189"/>
                  <a:gd name="connsiteX2" fmla="*/ 1095850 w 1160749"/>
                  <a:gd name="connsiteY2" fmla="*/ 600075 h 1848189"/>
                  <a:gd name="connsiteX3" fmla="*/ 1086325 w 1160749"/>
                  <a:gd name="connsiteY3" fmla="*/ 571500 h 1848189"/>
                  <a:gd name="connsiteX4" fmla="*/ 1067275 w 1160749"/>
                  <a:gd name="connsiteY4" fmla="*/ 542925 h 1848189"/>
                  <a:gd name="connsiteX5" fmla="*/ 1057750 w 1160749"/>
                  <a:gd name="connsiteY5" fmla="*/ 514350 h 1848189"/>
                  <a:gd name="connsiteX6" fmla="*/ 991075 w 1160749"/>
                  <a:gd name="connsiteY6" fmla="*/ 438150 h 1848189"/>
                  <a:gd name="connsiteX7" fmla="*/ 914875 w 1160749"/>
                  <a:gd name="connsiteY7" fmla="*/ 352425 h 1848189"/>
                  <a:gd name="connsiteX8" fmla="*/ 886300 w 1160749"/>
                  <a:gd name="connsiteY8" fmla="*/ 323850 h 1848189"/>
                  <a:gd name="connsiteX9" fmla="*/ 848200 w 1160749"/>
                  <a:gd name="connsiteY9" fmla="*/ 314325 h 1848189"/>
                  <a:gd name="connsiteX10" fmla="*/ 810100 w 1160749"/>
                  <a:gd name="connsiteY10" fmla="*/ 266700 h 1848189"/>
                  <a:gd name="connsiteX11" fmla="*/ 724375 w 1160749"/>
                  <a:gd name="connsiteY11" fmla="*/ 200025 h 1848189"/>
                  <a:gd name="connsiteX12" fmla="*/ 676750 w 1160749"/>
                  <a:gd name="connsiteY12" fmla="*/ 161925 h 1848189"/>
                  <a:gd name="connsiteX13" fmla="*/ 657700 w 1160749"/>
                  <a:gd name="connsiteY13" fmla="*/ 133350 h 1848189"/>
                  <a:gd name="connsiteX14" fmla="*/ 600550 w 1160749"/>
                  <a:gd name="connsiteY14" fmla="*/ 95250 h 1848189"/>
                  <a:gd name="connsiteX15" fmla="*/ 571975 w 1160749"/>
                  <a:gd name="connsiteY15" fmla="*/ 66675 h 1848189"/>
                  <a:gd name="connsiteX16" fmla="*/ 543400 w 1160749"/>
                  <a:gd name="connsiteY16" fmla="*/ 57150 h 1848189"/>
                  <a:gd name="connsiteX17" fmla="*/ 467200 w 1160749"/>
                  <a:gd name="connsiteY17" fmla="*/ 9525 h 1848189"/>
                  <a:gd name="connsiteX18" fmla="*/ 438625 w 1160749"/>
                  <a:gd name="connsiteY18" fmla="*/ 0 h 1848189"/>
                  <a:gd name="connsiteX19" fmla="*/ 400525 w 1160749"/>
                  <a:gd name="connsiteY19" fmla="*/ 38100 h 1848189"/>
                  <a:gd name="connsiteX20" fmla="*/ 371950 w 1160749"/>
                  <a:gd name="connsiteY20" fmla="*/ 47625 h 1848189"/>
                  <a:gd name="connsiteX21" fmla="*/ 343375 w 1160749"/>
                  <a:gd name="connsiteY21" fmla="*/ 66675 h 1848189"/>
                  <a:gd name="connsiteX22" fmla="*/ 305275 w 1160749"/>
                  <a:gd name="connsiteY22" fmla="*/ 123825 h 1848189"/>
                  <a:gd name="connsiteX23" fmla="*/ 286225 w 1160749"/>
                  <a:gd name="connsiteY23" fmla="*/ 152400 h 1848189"/>
                  <a:gd name="connsiteX24" fmla="*/ 257650 w 1160749"/>
                  <a:gd name="connsiteY24" fmla="*/ 171450 h 1848189"/>
                  <a:gd name="connsiteX25" fmla="*/ 238600 w 1160749"/>
                  <a:gd name="connsiteY25" fmla="*/ 200025 h 1848189"/>
                  <a:gd name="connsiteX26" fmla="*/ 229075 w 1160749"/>
                  <a:gd name="connsiteY26" fmla="*/ 228600 h 1848189"/>
                  <a:gd name="connsiteX27" fmla="*/ 190975 w 1160749"/>
                  <a:gd name="connsiteY27" fmla="*/ 285750 h 1848189"/>
                  <a:gd name="connsiteX28" fmla="*/ 171925 w 1160749"/>
                  <a:gd name="connsiteY28" fmla="*/ 314325 h 1848189"/>
                  <a:gd name="connsiteX29" fmla="*/ 162400 w 1160749"/>
                  <a:gd name="connsiteY29" fmla="*/ 342900 h 1848189"/>
                  <a:gd name="connsiteX30" fmla="*/ 143350 w 1160749"/>
                  <a:gd name="connsiteY30" fmla="*/ 457200 h 1848189"/>
                  <a:gd name="connsiteX31" fmla="*/ 124300 w 1160749"/>
                  <a:gd name="connsiteY31" fmla="*/ 514350 h 1848189"/>
                  <a:gd name="connsiteX32" fmla="*/ 95725 w 1160749"/>
                  <a:gd name="connsiteY32" fmla="*/ 609600 h 1848189"/>
                  <a:gd name="connsiteX33" fmla="*/ 86200 w 1160749"/>
                  <a:gd name="connsiteY33" fmla="*/ 638175 h 1848189"/>
                  <a:gd name="connsiteX34" fmla="*/ 76675 w 1160749"/>
                  <a:gd name="connsiteY34" fmla="*/ 666750 h 1848189"/>
                  <a:gd name="connsiteX35" fmla="*/ 67150 w 1160749"/>
                  <a:gd name="connsiteY35" fmla="*/ 714375 h 1848189"/>
                  <a:gd name="connsiteX36" fmla="*/ 38575 w 1160749"/>
                  <a:gd name="connsiteY36" fmla="*/ 809625 h 1848189"/>
                  <a:gd name="connsiteX37" fmla="*/ 29050 w 1160749"/>
                  <a:gd name="connsiteY37" fmla="*/ 838200 h 1848189"/>
                  <a:gd name="connsiteX38" fmla="*/ 10000 w 1160749"/>
                  <a:gd name="connsiteY38" fmla="*/ 914400 h 1848189"/>
                  <a:gd name="connsiteX39" fmla="*/ 10000 w 1160749"/>
                  <a:gd name="connsiteY39" fmla="*/ 1257300 h 1848189"/>
                  <a:gd name="connsiteX40" fmla="*/ 48100 w 1160749"/>
                  <a:gd name="connsiteY40" fmla="*/ 1314450 h 1848189"/>
                  <a:gd name="connsiteX41" fmla="*/ 95725 w 1160749"/>
                  <a:gd name="connsiteY41" fmla="*/ 1371600 h 1848189"/>
                  <a:gd name="connsiteX42" fmla="*/ 124300 w 1160749"/>
                  <a:gd name="connsiteY42" fmla="*/ 1409700 h 1848189"/>
                  <a:gd name="connsiteX43" fmla="*/ 152875 w 1160749"/>
                  <a:gd name="connsiteY43" fmla="*/ 1428750 h 1848189"/>
                  <a:gd name="connsiteX44" fmla="*/ 210025 w 1160749"/>
                  <a:gd name="connsiteY44" fmla="*/ 1476375 h 1848189"/>
                  <a:gd name="connsiteX45" fmla="*/ 248125 w 1160749"/>
                  <a:gd name="connsiteY45" fmla="*/ 1533525 h 1848189"/>
                  <a:gd name="connsiteX46" fmla="*/ 267175 w 1160749"/>
                  <a:gd name="connsiteY46" fmla="*/ 1562100 h 1848189"/>
                  <a:gd name="connsiteX47" fmla="*/ 276700 w 1160749"/>
                  <a:gd name="connsiteY47" fmla="*/ 1590675 h 1848189"/>
                  <a:gd name="connsiteX48" fmla="*/ 305275 w 1160749"/>
                  <a:gd name="connsiteY48" fmla="*/ 1609725 h 1848189"/>
                  <a:gd name="connsiteX49" fmla="*/ 324325 w 1160749"/>
                  <a:gd name="connsiteY49" fmla="*/ 1638300 h 1848189"/>
                  <a:gd name="connsiteX50" fmla="*/ 352900 w 1160749"/>
                  <a:gd name="connsiteY50" fmla="*/ 1657350 h 1848189"/>
                  <a:gd name="connsiteX51" fmla="*/ 391000 w 1160749"/>
                  <a:gd name="connsiteY51" fmla="*/ 1695450 h 1848189"/>
                  <a:gd name="connsiteX52" fmla="*/ 410050 w 1160749"/>
                  <a:gd name="connsiteY52" fmla="*/ 1724025 h 1848189"/>
                  <a:gd name="connsiteX53" fmla="*/ 438625 w 1160749"/>
                  <a:gd name="connsiteY53" fmla="*/ 1733550 h 1848189"/>
                  <a:gd name="connsiteX54" fmla="*/ 467200 w 1160749"/>
                  <a:gd name="connsiteY54" fmla="*/ 1752600 h 1848189"/>
                  <a:gd name="connsiteX55" fmla="*/ 495775 w 1160749"/>
                  <a:gd name="connsiteY55" fmla="*/ 1762125 h 1848189"/>
                  <a:gd name="connsiteX56" fmla="*/ 524350 w 1160749"/>
                  <a:gd name="connsiteY56" fmla="*/ 1781175 h 1848189"/>
                  <a:gd name="connsiteX57" fmla="*/ 619600 w 1160749"/>
                  <a:gd name="connsiteY57" fmla="*/ 1790700 h 1848189"/>
                  <a:gd name="connsiteX58" fmla="*/ 676750 w 1160749"/>
                  <a:gd name="connsiteY58" fmla="*/ 1809750 h 1848189"/>
                  <a:gd name="connsiteX59" fmla="*/ 714850 w 1160749"/>
                  <a:gd name="connsiteY59" fmla="*/ 1819275 h 1848189"/>
                  <a:gd name="connsiteX60" fmla="*/ 772000 w 1160749"/>
                  <a:gd name="connsiteY60" fmla="*/ 1838325 h 1848189"/>
                  <a:gd name="connsiteX61" fmla="*/ 829150 w 1160749"/>
                  <a:gd name="connsiteY61" fmla="*/ 1847850 h 1848189"/>
                  <a:gd name="connsiteX62" fmla="*/ 1019650 w 1160749"/>
                  <a:gd name="connsiteY62" fmla="*/ 1828800 h 1848189"/>
                  <a:gd name="connsiteX63" fmla="*/ 1048225 w 1160749"/>
                  <a:gd name="connsiteY63" fmla="*/ 1809750 h 1848189"/>
                  <a:gd name="connsiteX64" fmla="*/ 1067275 w 1160749"/>
                  <a:gd name="connsiteY64" fmla="*/ 1466850 h 1848189"/>
                  <a:gd name="connsiteX65" fmla="*/ 1086325 w 1160749"/>
                  <a:gd name="connsiteY65" fmla="*/ 1333500 h 1848189"/>
                  <a:gd name="connsiteX66" fmla="*/ 1095850 w 1160749"/>
                  <a:gd name="connsiteY66" fmla="*/ 1257300 h 1848189"/>
                  <a:gd name="connsiteX67" fmla="*/ 1124425 w 1160749"/>
                  <a:gd name="connsiteY67" fmla="*/ 1114425 h 1848189"/>
                  <a:gd name="connsiteX68" fmla="*/ 1133950 w 1160749"/>
                  <a:gd name="connsiteY68" fmla="*/ 1038225 h 1848189"/>
                  <a:gd name="connsiteX69" fmla="*/ 1153000 w 1160749"/>
                  <a:gd name="connsiteY69" fmla="*/ 962025 h 1848189"/>
                  <a:gd name="connsiteX70" fmla="*/ 1143475 w 1160749"/>
                  <a:gd name="connsiteY70" fmla="*/ 733425 h 1848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1160749" h="1848189">
                    <a:moveTo>
                      <a:pt x="1143475" y="733425"/>
                    </a:moveTo>
                    <a:cubicBezTo>
                      <a:pt x="1116967" y="667156"/>
                      <a:pt x="1129832" y="702020"/>
                      <a:pt x="1105375" y="628650"/>
                    </a:cubicBezTo>
                    <a:lnTo>
                      <a:pt x="1095850" y="600075"/>
                    </a:lnTo>
                    <a:cubicBezTo>
                      <a:pt x="1092675" y="590550"/>
                      <a:pt x="1091894" y="579854"/>
                      <a:pt x="1086325" y="571500"/>
                    </a:cubicBezTo>
                    <a:cubicBezTo>
                      <a:pt x="1079975" y="561975"/>
                      <a:pt x="1072395" y="553164"/>
                      <a:pt x="1067275" y="542925"/>
                    </a:cubicBezTo>
                    <a:cubicBezTo>
                      <a:pt x="1062785" y="533945"/>
                      <a:pt x="1062626" y="523127"/>
                      <a:pt x="1057750" y="514350"/>
                    </a:cubicBezTo>
                    <a:cubicBezTo>
                      <a:pt x="1025066" y="455519"/>
                      <a:pt x="1032817" y="465978"/>
                      <a:pt x="991075" y="438150"/>
                    </a:cubicBezTo>
                    <a:cubicBezTo>
                      <a:pt x="957081" y="387159"/>
                      <a:pt x="980120" y="417670"/>
                      <a:pt x="914875" y="352425"/>
                    </a:cubicBezTo>
                    <a:cubicBezTo>
                      <a:pt x="905350" y="342900"/>
                      <a:pt x="899368" y="327117"/>
                      <a:pt x="886300" y="323850"/>
                    </a:cubicBezTo>
                    <a:lnTo>
                      <a:pt x="848200" y="314325"/>
                    </a:lnTo>
                    <a:cubicBezTo>
                      <a:pt x="831646" y="264662"/>
                      <a:pt x="850916" y="302981"/>
                      <a:pt x="810100" y="266700"/>
                    </a:cubicBezTo>
                    <a:cubicBezTo>
                      <a:pt x="733001" y="198167"/>
                      <a:pt x="783297" y="219666"/>
                      <a:pt x="724375" y="200025"/>
                    </a:cubicBezTo>
                    <a:cubicBezTo>
                      <a:pt x="669780" y="118133"/>
                      <a:pt x="742475" y="214505"/>
                      <a:pt x="676750" y="161925"/>
                    </a:cubicBezTo>
                    <a:cubicBezTo>
                      <a:pt x="667811" y="154774"/>
                      <a:pt x="666315" y="140888"/>
                      <a:pt x="657700" y="133350"/>
                    </a:cubicBezTo>
                    <a:cubicBezTo>
                      <a:pt x="640470" y="118273"/>
                      <a:pt x="616739" y="111439"/>
                      <a:pt x="600550" y="95250"/>
                    </a:cubicBezTo>
                    <a:cubicBezTo>
                      <a:pt x="591025" y="85725"/>
                      <a:pt x="583183" y="74147"/>
                      <a:pt x="571975" y="66675"/>
                    </a:cubicBezTo>
                    <a:cubicBezTo>
                      <a:pt x="563621" y="61106"/>
                      <a:pt x="552925" y="60325"/>
                      <a:pt x="543400" y="57150"/>
                    </a:cubicBezTo>
                    <a:cubicBezTo>
                      <a:pt x="513211" y="11867"/>
                      <a:pt x="535210" y="32195"/>
                      <a:pt x="467200" y="9525"/>
                    </a:cubicBezTo>
                    <a:lnTo>
                      <a:pt x="438625" y="0"/>
                    </a:lnTo>
                    <a:cubicBezTo>
                      <a:pt x="362425" y="25400"/>
                      <a:pt x="451325" y="-12700"/>
                      <a:pt x="400525" y="38100"/>
                    </a:cubicBezTo>
                    <a:cubicBezTo>
                      <a:pt x="393425" y="45200"/>
                      <a:pt x="380930" y="43135"/>
                      <a:pt x="371950" y="47625"/>
                    </a:cubicBezTo>
                    <a:cubicBezTo>
                      <a:pt x="361711" y="52745"/>
                      <a:pt x="352900" y="60325"/>
                      <a:pt x="343375" y="66675"/>
                    </a:cubicBezTo>
                    <a:lnTo>
                      <a:pt x="305275" y="123825"/>
                    </a:lnTo>
                    <a:cubicBezTo>
                      <a:pt x="298925" y="133350"/>
                      <a:pt x="295750" y="146050"/>
                      <a:pt x="286225" y="152400"/>
                    </a:cubicBezTo>
                    <a:lnTo>
                      <a:pt x="257650" y="171450"/>
                    </a:lnTo>
                    <a:cubicBezTo>
                      <a:pt x="251300" y="180975"/>
                      <a:pt x="243720" y="189786"/>
                      <a:pt x="238600" y="200025"/>
                    </a:cubicBezTo>
                    <a:cubicBezTo>
                      <a:pt x="234110" y="209005"/>
                      <a:pt x="233951" y="219823"/>
                      <a:pt x="229075" y="228600"/>
                    </a:cubicBezTo>
                    <a:cubicBezTo>
                      <a:pt x="217956" y="248614"/>
                      <a:pt x="203675" y="266700"/>
                      <a:pt x="190975" y="285750"/>
                    </a:cubicBezTo>
                    <a:cubicBezTo>
                      <a:pt x="184625" y="295275"/>
                      <a:pt x="175545" y="303465"/>
                      <a:pt x="171925" y="314325"/>
                    </a:cubicBezTo>
                    <a:lnTo>
                      <a:pt x="162400" y="342900"/>
                    </a:lnTo>
                    <a:cubicBezTo>
                      <a:pt x="158311" y="371521"/>
                      <a:pt x="151707" y="426559"/>
                      <a:pt x="143350" y="457200"/>
                    </a:cubicBezTo>
                    <a:cubicBezTo>
                      <a:pt x="138066" y="476573"/>
                      <a:pt x="129170" y="494869"/>
                      <a:pt x="124300" y="514350"/>
                    </a:cubicBezTo>
                    <a:cubicBezTo>
                      <a:pt x="109905" y="571931"/>
                      <a:pt x="118915" y="540031"/>
                      <a:pt x="95725" y="609600"/>
                    </a:cubicBezTo>
                    <a:lnTo>
                      <a:pt x="86200" y="638175"/>
                    </a:lnTo>
                    <a:cubicBezTo>
                      <a:pt x="83025" y="647700"/>
                      <a:pt x="78644" y="656905"/>
                      <a:pt x="76675" y="666750"/>
                    </a:cubicBezTo>
                    <a:cubicBezTo>
                      <a:pt x="73500" y="682625"/>
                      <a:pt x="70662" y="698571"/>
                      <a:pt x="67150" y="714375"/>
                    </a:cubicBezTo>
                    <a:cubicBezTo>
                      <a:pt x="57553" y="757561"/>
                      <a:pt x="54404" y="762137"/>
                      <a:pt x="38575" y="809625"/>
                    </a:cubicBezTo>
                    <a:cubicBezTo>
                      <a:pt x="35400" y="819150"/>
                      <a:pt x="31485" y="828460"/>
                      <a:pt x="29050" y="838200"/>
                    </a:cubicBezTo>
                    <a:lnTo>
                      <a:pt x="10000" y="914400"/>
                    </a:lnTo>
                    <a:cubicBezTo>
                      <a:pt x="5307" y="1003564"/>
                      <a:pt x="-9941" y="1165572"/>
                      <a:pt x="10000" y="1257300"/>
                    </a:cubicBezTo>
                    <a:cubicBezTo>
                      <a:pt x="14864" y="1279673"/>
                      <a:pt x="35400" y="1295400"/>
                      <a:pt x="48100" y="1314450"/>
                    </a:cubicBezTo>
                    <a:cubicBezTo>
                      <a:pt x="90204" y="1377605"/>
                      <a:pt x="40720" y="1307428"/>
                      <a:pt x="95725" y="1371600"/>
                    </a:cubicBezTo>
                    <a:cubicBezTo>
                      <a:pt x="106056" y="1383653"/>
                      <a:pt x="113075" y="1398475"/>
                      <a:pt x="124300" y="1409700"/>
                    </a:cubicBezTo>
                    <a:cubicBezTo>
                      <a:pt x="132395" y="1417795"/>
                      <a:pt x="144081" y="1421421"/>
                      <a:pt x="152875" y="1428750"/>
                    </a:cubicBezTo>
                    <a:cubicBezTo>
                      <a:pt x="226214" y="1489866"/>
                      <a:pt x="139079" y="1429077"/>
                      <a:pt x="210025" y="1476375"/>
                    </a:cubicBezTo>
                    <a:cubicBezTo>
                      <a:pt x="226764" y="1526593"/>
                      <a:pt x="208487" y="1485959"/>
                      <a:pt x="248125" y="1533525"/>
                    </a:cubicBezTo>
                    <a:cubicBezTo>
                      <a:pt x="255454" y="1542319"/>
                      <a:pt x="262055" y="1551861"/>
                      <a:pt x="267175" y="1562100"/>
                    </a:cubicBezTo>
                    <a:cubicBezTo>
                      <a:pt x="271665" y="1571080"/>
                      <a:pt x="270428" y="1582835"/>
                      <a:pt x="276700" y="1590675"/>
                    </a:cubicBezTo>
                    <a:cubicBezTo>
                      <a:pt x="283851" y="1599614"/>
                      <a:pt x="295750" y="1603375"/>
                      <a:pt x="305275" y="1609725"/>
                    </a:cubicBezTo>
                    <a:cubicBezTo>
                      <a:pt x="311625" y="1619250"/>
                      <a:pt x="316230" y="1630205"/>
                      <a:pt x="324325" y="1638300"/>
                    </a:cubicBezTo>
                    <a:cubicBezTo>
                      <a:pt x="332420" y="1646395"/>
                      <a:pt x="345749" y="1648411"/>
                      <a:pt x="352900" y="1657350"/>
                    </a:cubicBezTo>
                    <a:cubicBezTo>
                      <a:pt x="389845" y="1703532"/>
                      <a:pt x="328655" y="1674668"/>
                      <a:pt x="391000" y="1695450"/>
                    </a:cubicBezTo>
                    <a:cubicBezTo>
                      <a:pt x="397350" y="1704975"/>
                      <a:pt x="401111" y="1716874"/>
                      <a:pt x="410050" y="1724025"/>
                    </a:cubicBezTo>
                    <a:cubicBezTo>
                      <a:pt x="417890" y="1730297"/>
                      <a:pt x="429645" y="1729060"/>
                      <a:pt x="438625" y="1733550"/>
                    </a:cubicBezTo>
                    <a:cubicBezTo>
                      <a:pt x="448864" y="1738670"/>
                      <a:pt x="456961" y="1747480"/>
                      <a:pt x="467200" y="1752600"/>
                    </a:cubicBezTo>
                    <a:cubicBezTo>
                      <a:pt x="476180" y="1757090"/>
                      <a:pt x="486795" y="1757635"/>
                      <a:pt x="495775" y="1762125"/>
                    </a:cubicBezTo>
                    <a:cubicBezTo>
                      <a:pt x="506014" y="1767245"/>
                      <a:pt x="513196" y="1778601"/>
                      <a:pt x="524350" y="1781175"/>
                    </a:cubicBezTo>
                    <a:cubicBezTo>
                      <a:pt x="555441" y="1788350"/>
                      <a:pt x="587850" y="1787525"/>
                      <a:pt x="619600" y="1790700"/>
                    </a:cubicBezTo>
                    <a:cubicBezTo>
                      <a:pt x="638650" y="1797050"/>
                      <a:pt x="657269" y="1804880"/>
                      <a:pt x="676750" y="1809750"/>
                    </a:cubicBezTo>
                    <a:cubicBezTo>
                      <a:pt x="689450" y="1812925"/>
                      <a:pt x="702311" y="1815513"/>
                      <a:pt x="714850" y="1819275"/>
                    </a:cubicBezTo>
                    <a:cubicBezTo>
                      <a:pt x="734084" y="1825045"/>
                      <a:pt x="752193" y="1835024"/>
                      <a:pt x="772000" y="1838325"/>
                    </a:cubicBezTo>
                    <a:lnTo>
                      <a:pt x="829150" y="1847850"/>
                    </a:lnTo>
                    <a:cubicBezTo>
                      <a:pt x="838613" y="1847293"/>
                      <a:pt x="969954" y="1853648"/>
                      <a:pt x="1019650" y="1828800"/>
                    </a:cubicBezTo>
                    <a:cubicBezTo>
                      <a:pt x="1029889" y="1823680"/>
                      <a:pt x="1038700" y="1816100"/>
                      <a:pt x="1048225" y="1809750"/>
                    </a:cubicBezTo>
                    <a:cubicBezTo>
                      <a:pt x="1070399" y="1610187"/>
                      <a:pt x="1047211" y="1838026"/>
                      <a:pt x="1067275" y="1466850"/>
                    </a:cubicBezTo>
                    <a:cubicBezTo>
                      <a:pt x="1077473" y="1278194"/>
                      <a:pt x="1069320" y="1435533"/>
                      <a:pt x="1086325" y="1333500"/>
                    </a:cubicBezTo>
                    <a:cubicBezTo>
                      <a:pt x="1090533" y="1308251"/>
                      <a:pt x="1092467" y="1282673"/>
                      <a:pt x="1095850" y="1257300"/>
                    </a:cubicBezTo>
                    <a:cubicBezTo>
                      <a:pt x="1118951" y="1084043"/>
                      <a:pt x="1088416" y="1306474"/>
                      <a:pt x="1124425" y="1114425"/>
                    </a:cubicBezTo>
                    <a:cubicBezTo>
                      <a:pt x="1129142" y="1089266"/>
                      <a:pt x="1129233" y="1063384"/>
                      <a:pt x="1133950" y="1038225"/>
                    </a:cubicBezTo>
                    <a:cubicBezTo>
                      <a:pt x="1138775" y="1012492"/>
                      <a:pt x="1153000" y="962025"/>
                      <a:pt x="1153000" y="962025"/>
                    </a:cubicBezTo>
                    <a:cubicBezTo>
                      <a:pt x="1166000" y="832023"/>
                      <a:pt x="1162525" y="898683"/>
                      <a:pt x="1143475" y="733425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DE23D2F-2DC6-F770-E05D-4F771E42F4BF}"/>
                </a:ext>
              </a:extLst>
            </p:cNvPr>
            <p:cNvGrpSpPr/>
            <p:nvPr/>
          </p:nvGrpSpPr>
          <p:grpSpPr>
            <a:xfrm>
              <a:off x="1093522" y="1976643"/>
              <a:ext cx="2893695" cy="1604971"/>
              <a:chOff x="1471301" y="2067515"/>
              <a:chExt cx="2893695" cy="1604971"/>
            </a:xfrm>
          </p:grpSpPr>
          <p:sp>
            <p:nvSpPr>
              <p:cNvPr id="7" name="Freeform: Shape 3">
                <a:extLst>
                  <a:ext uri="{FF2B5EF4-FFF2-40B4-BE49-F238E27FC236}">
                    <a16:creationId xmlns:a16="http://schemas.microsoft.com/office/drawing/2014/main" id="{F78940BD-1795-72AF-A1A9-44A0E102F332}"/>
                  </a:ext>
                </a:extLst>
              </p:cNvPr>
              <p:cNvSpPr/>
              <p:nvPr/>
            </p:nvSpPr>
            <p:spPr>
              <a:xfrm>
                <a:off x="1926596" y="2067515"/>
                <a:ext cx="466725" cy="876300"/>
              </a:xfrm>
              <a:custGeom>
                <a:avLst/>
                <a:gdLst>
                  <a:gd name="connsiteX0" fmla="*/ 466725 w 466725"/>
                  <a:gd name="connsiteY0" fmla="*/ 876300 h 876300"/>
                  <a:gd name="connsiteX1" fmla="*/ 400050 w 466725"/>
                  <a:gd name="connsiteY1" fmla="*/ 590550 h 876300"/>
                  <a:gd name="connsiteX2" fmla="*/ 390525 w 466725"/>
                  <a:gd name="connsiteY2" fmla="*/ 409575 h 876300"/>
                  <a:gd name="connsiteX3" fmla="*/ 371475 w 466725"/>
                  <a:gd name="connsiteY3" fmla="*/ 314325 h 876300"/>
                  <a:gd name="connsiteX4" fmla="*/ 352425 w 466725"/>
                  <a:gd name="connsiteY4" fmla="*/ 266700 h 876300"/>
                  <a:gd name="connsiteX5" fmla="*/ 342900 w 466725"/>
                  <a:gd name="connsiteY5" fmla="*/ 238125 h 876300"/>
                  <a:gd name="connsiteX6" fmla="*/ 304800 w 466725"/>
                  <a:gd name="connsiteY6" fmla="*/ 180975 h 876300"/>
                  <a:gd name="connsiteX7" fmla="*/ 285750 w 466725"/>
                  <a:gd name="connsiteY7" fmla="*/ 152400 h 876300"/>
                  <a:gd name="connsiteX8" fmla="*/ 266700 w 466725"/>
                  <a:gd name="connsiteY8" fmla="*/ 123825 h 876300"/>
                  <a:gd name="connsiteX9" fmla="*/ 238125 w 466725"/>
                  <a:gd name="connsiteY9" fmla="*/ 114300 h 876300"/>
                  <a:gd name="connsiteX10" fmla="*/ 209550 w 466725"/>
                  <a:gd name="connsiteY10" fmla="*/ 85725 h 876300"/>
                  <a:gd name="connsiteX11" fmla="*/ 152400 w 466725"/>
                  <a:gd name="connsiteY11" fmla="*/ 66675 h 876300"/>
                  <a:gd name="connsiteX12" fmla="*/ 123825 w 466725"/>
                  <a:gd name="connsiteY12" fmla="*/ 57150 h 876300"/>
                  <a:gd name="connsiteX13" fmla="*/ 66675 w 466725"/>
                  <a:gd name="connsiteY13" fmla="*/ 19050 h 876300"/>
                  <a:gd name="connsiteX14" fmla="*/ 38100 w 466725"/>
                  <a:gd name="connsiteY14" fmla="*/ 9525 h 876300"/>
                  <a:gd name="connsiteX15" fmla="*/ 0 w 466725"/>
                  <a:gd name="connsiteY15" fmla="*/ 0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6725" h="876300">
                    <a:moveTo>
                      <a:pt x="466725" y="876300"/>
                    </a:moveTo>
                    <a:cubicBezTo>
                      <a:pt x="444500" y="781050"/>
                      <a:pt x="415810" y="687080"/>
                      <a:pt x="400050" y="590550"/>
                    </a:cubicBezTo>
                    <a:cubicBezTo>
                      <a:pt x="390316" y="530931"/>
                      <a:pt x="395342" y="469791"/>
                      <a:pt x="390525" y="409575"/>
                    </a:cubicBezTo>
                    <a:cubicBezTo>
                      <a:pt x="389044" y="391063"/>
                      <a:pt x="378773" y="336218"/>
                      <a:pt x="371475" y="314325"/>
                    </a:cubicBezTo>
                    <a:cubicBezTo>
                      <a:pt x="366068" y="298105"/>
                      <a:pt x="358428" y="282709"/>
                      <a:pt x="352425" y="266700"/>
                    </a:cubicBezTo>
                    <a:cubicBezTo>
                      <a:pt x="348900" y="257299"/>
                      <a:pt x="347776" y="246902"/>
                      <a:pt x="342900" y="238125"/>
                    </a:cubicBezTo>
                    <a:cubicBezTo>
                      <a:pt x="331781" y="218111"/>
                      <a:pt x="317500" y="200025"/>
                      <a:pt x="304800" y="180975"/>
                    </a:cubicBezTo>
                    <a:lnTo>
                      <a:pt x="285750" y="152400"/>
                    </a:lnTo>
                    <a:cubicBezTo>
                      <a:pt x="279400" y="142875"/>
                      <a:pt x="277560" y="127445"/>
                      <a:pt x="266700" y="123825"/>
                    </a:cubicBezTo>
                    <a:lnTo>
                      <a:pt x="238125" y="114300"/>
                    </a:lnTo>
                    <a:cubicBezTo>
                      <a:pt x="228600" y="104775"/>
                      <a:pt x="221325" y="92267"/>
                      <a:pt x="209550" y="85725"/>
                    </a:cubicBezTo>
                    <a:cubicBezTo>
                      <a:pt x="191997" y="75973"/>
                      <a:pt x="171450" y="73025"/>
                      <a:pt x="152400" y="66675"/>
                    </a:cubicBezTo>
                    <a:cubicBezTo>
                      <a:pt x="142875" y="63500"/>
                      <a:pt x="132179" y="62719"/>
                      <a:pt x="123825" y="57150"/>
                    </a:cubicBezTo>
                    <a:cubicBezTo>
                      <a:pt x="104775" y="44450"/>
                      <a:pt x="88395" y="26290"/>
                      <a:pt x="66675" y="19050"/>
                    </a:cubicBezTo>
                    <a:cubicBezTo>
                      <a:pt x="57150" y="15875"/>
                      <a:pt x="47754" y="12283"/>
                      <a:pt x="38100" y="9525"/>
                    </a:cubicBezTo>
                    <a:cubicBezTo>
                      <a:pt x="25513" y="5929"/>
                      <a:pt x="0" y="0"/>
                      <a:pt x="0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Freeform: Shape 4">
                <a:extLst>
                  <a:ext uri="{FF2B5EF4-FFF2-40B4-BE49-F238E27FC236}">
                    <a16:creationId xmlns:a16="http://schemas.microsoft.com/office/drawing/2014/main" id="{7164C521-0321-9741-9997-6506D00EB7DC}"/>
                  </a:ext>
                </a:extLst>
              </p:cNvPr>
              <p:cNvSpPr/>
              <p:nvPr/>
            </p:nvSpPr>
            <p:spPr>
              <a:xfrm>
                <a:off x="2538101" y="3224514"/>
                <a:ext cx="438150" cy="447972"/>
              </a:xfrm>
              <a:custGeom>
                <a:avLst/>
                <a:gdLst>
                  <a:gd name="connsiteX0" fmla="*/ 0 w 438150"/>
                  <a:gd name="connsiteY0" fmla="*/ 447973 h 447973"/>
                  <a:gd name="connsiteX1" fmla="*/ 171450 w 438150"/>
                  <a:gd name="connsiteY1" fmla="*/ 286048 h 447973"/>
                  <a:gd name="connsiteX2" fmla="*/ 190500 w 438150"/>
                  <a:gd name="connsiteY2" fmla="*/ 257473 h 447973"/>
                  <a:gd name="connsiteX3" fmla="*/ 247650 w 438150"/>
                  <a:gd name="connsiteY3" fmla="*/ 219373 h 447973"/>
                  <a:gd name="connsiteX4" fmla="*/ 295275 w 438150"/>
                  <a:gd name="connsiteY4" fmla="*/ 162223 h 447973"/>
                  <a:gd name="connsiteX5" fmla="*/ 323850 w 438150"/>
                  <a:gd name="connsiteY5" fmla="*/ 143173 h 447973"/>
                  <a:gd name="connsiteX6" fmla="*/ 400050 w 438150"/>
                  <a:gd name="connsiteY6" fmla="*/ 28873 h 447973"/>
                  <a:gd name="connsiteX7" fmla="*/ 438150 w 438150"/>
                  <a:gd name="connsiteY7" fmla="*/ 298 h 447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38150" h="447973">
                    <a:moveTo>
                      <a:pt x="0" y="447973"/>
                    </a:moveTo>
                    <a:cubicBezTo>
                      <a:pt x="57150" y="393998"/>
                      <a:pt x="127845" y="351455"/>
                      <a:pt x="171450" y="286048"/>
                    </a:cubicBezTo>
                    <a:cubicBezTo>
                      <a:pt x="177800" y="276523"/>
                      <a:pt x="181885" y="265011"/>
                      <a:pt x="190500" y="257473"/>
                    </a:cubicBezTo>
                    <a:cubicBezTo>
                      <a:pt x="207730" y="242396"/>
                      <a:pt x="247650" y="219373"/>
                      <a:pt x="247650" y="219373"/>
                    </a:cubicBezTo>
                    <a:cubicBezTo>
                      <a:pt x="266381" y="191276"/>
                      <a:pt x="267773" y="185142"/>
                      <a:pt x="295275" y="162223"/>
                    </a:cubicBezTo>
                    <a:cubicBezTo>
                      <a:pt x="304069" y="154894"/>
                      <a:pt x="314325" y="149523"/>
                      <a:pt x="323850" y="143173"/>
                    </a:cubicBezTo>
                    <a:lnTo>
                      <a:pt x="400050" y="28873"/>
                    </a:lnTo>
                    <a:cubicBezTo>
                      <a:pt x="422622" y="-4986"/>
                      <a:pt x="407652" y="298"/>
                      <a:pt x="438150" y="298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Freeform: Shape 12">
                <a:extLst>
                  <a:ext uri="{FF2B5EF4-FFF2-40B4-BE49-F238E27FC236}">
                    <a16:creationId xmlns:a16="http://schemas.microsoft.com/office/drawing/2014/main" id="{0B4367F7-6D6D-3908-C3AE-3626277F8FB2}"/>
                  </a:ext>
                </a:extLst>
              </p:cNvPr>
              <p:cNvSpPr/>
              <p:nvPr/>
            </p:nvSpPr>
            <p:spPr>
              <a:xfrm>
                <a:off x="1471301" y="2980718"/>
                <a:ext cx="678180" cy="350773"/>
              </a:xfrm>
              <a:custGeom>
                <a:avLst/>
                <a:gdLst>
                  <a:gd name="connsiteX0" fmla="*/ 0 w 678180"/>
                  <a:gd name="connsiteY0" fmla="*/ 350773 h 350773"/>
                  <a:gd name="connsiteX1" fmla="*/ 38100 w 678180"/>
                  <a:gd name="connsiteY1" fmla="*/ 327913 h 350773"/>
                  <a:gd name="connsiteX2" fmla="*/ 53340 w 678180"/>
                  <a:gd name="connsiteY2" fmla="*/ 305053 h 350773"/>
                  <a:gd name="connsiteX3" fmla="*/ 76200 w 678180"/>
                  <a:gd name="connsiteY3" fmla="*/ 289813 h 350773"/>
                  <a:gd name="connsiteX4" fmla="*/ 114300 w 678180"/>
                  <a:gd name="connsiteY4" fmla="*/ 221233 h 350773"/>
                  <a:gd name="connsiteX5" fmla="*/ 137160 w 678180"/>
                  <a:gd name="connsiteY5" fmla="*/ 205993 h 350773"/>
                  <a:gd name="connsiteX6" fmla="*/ 152400 w 678180"/>
                  <a:gd name="connsiteY6" fmla="*/ 183133 h 350773"/>
                  <a:gd name="connsiteX7" fmla="*/ 198120 w 678180"/>
                  <a:gd name="connsiteY7" fmla="*/ 160273 h 350773"/>
                  <a:gd name="connsiteX8" fmla="*/ 220980 w 678180"/>
                  <a:gd name="connsiteY8" fmla="*/ 145033 h 350773"/>
                  <a:gd name="connsiteX9" fmla="*/ 243840 w 678180"/>
                  <a:gd name="connsiteY9" fmla="*/ 137413 h 350773"/>
                  <a:gd name="connsiteX10" fmla="*/ 266700 w 678180"/>
                  <a:gd name="connsiteY10" fmla="*/ 122173 h 350773"/>
                  <a:gd name="connsiteX11" fmla="*/ 342900 w 678180"/>
                  <a:gd name="connsiteY11" fmla="*/ 91693 h 350773"/>
                  <a:gd name="connsiteX12" fmla="*/ 365760 w 678180"/>
                  <a:gd name="connsiteY12" fmla="*/ 76453 h 350773"/>
                  <a:gd name="connsiteX13" fmla="*/ 434340 w 678180"/>
                  <a:gd name="connsiteY13" fmla="*/ 53593 h 350773"/>
                  <a:gd name="connsiteX14" fmla="*/ 457200 w 678180"/>
                  <a:gd name="connsiteY14" fmla="*/ 45973 h 350773"/>
                  <a:gd name="connsiteX15" fmla="*/ 480060 w 678180"/>
                  <a:gd name="connsiteY15" fmla="*/ 38353 h 350773"/>
                  <a:gd name="connsiteX16" fmla="*/ 525780 w 678180"/>
                  <a:gd name="connsiteY16" fmla="*/ 15493 h 350773"/>
                  <a:gd name="connsiteX17" fmla="*/ 632460 w 678180"/>
                  <a:gd name="connsiteY17" fmla="*/ 7873 h 350773"/>
                  <a:gd name="connsiteX18" fmla="*/ 678180 w 678180"/>
                  <a:gd name="connsiteY18" fmla="*/ 253 h 3507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78180" h="350773">
                    <a:moveTo>
                      <a:pt x="0" y="350773"/>
                    </a:moveTo>
                    <a:cubicBezTo>
                      <a:pt x="12700" y="343153"/>
                      <a:pt x="26855" y="337552"/>
                      <a:pt x="38100" y="327913"/>
                    </a:cubicBezTo>
                    <a:cubicBezTo>
                      <a:pt x="45053" y="321953"/>
                      <a:pt x="46864" y="311529"/>
                      <a:pt x="53340" y="305053"/>
                    </a:cubicBezTo>
                    <a:cubicBezTo>
                      <a:pt x="59816" y="298577"/>
                      <a:pt x="68580" y="294893"/>
                      <a:pt x="76200" y="289813"/>
                    </a:cubicBezTo>
                    <a:cubicBezTo>
                      <a:pt x="84141" y="265991"/>
                      <a:pt x="91841" y="236205"/>
                      <a:pt x="114300" y="221233"/>
                    </a:cubicBezTo>
                    <a:lnTo>
                      <a:pt x="137160" y="205993"/>
                    </a:lnTo>
                    <a:cubicBezTo>
                      <a:pt x="142240" y="198373"/>
                      <a:pt x="145924" y="189609"/>
                      <a:pt x="152400" y="183133"/>
                    </a:cubicBezTo>
                    <a:cubicBezTo>
                      <a:pt x="174238" y="161295"/>
                      <a:pt x="173330" y="172668"/>
                      <a:pt x="198120" y="160273"/>
                    </a:cubicBezTo>
                    <a:cubicBezTo>
                      <a:pt x="206311" y="156177"/>
                      <a:pt x="212789" y="149129"/>
                      <a:pt x="220980" y="145033"/>
                    </a:cubicBezTo>
                    <a:cubicBezTo>
                      <a:pt x="228164" y="141441"/>
                      <a:pt x="236656" y="141005"/>
                      <a:pt x="243840" y="137413"/>
                    </a:cubicBezTo>
                    <a:cubicBezTo>
                      <a:pt x="252031" y="133317"/>
                      <a:pt x="258694" y="126621"/>
                      <a:pt x="266700" y="122173"/>
                    </a:cubicBezTo>
                    <a:cubicBezTo>
                      <a:pt x="311771" y="97133"/>
                      <a:pt x="302046" y="101907"/>
                      <a:pt x="342900" y="91693"/>
                    </a:cubicBezTo>
                    <a:cubicBezTo>
                      <a:pt x="350520" y="86613"/>
                      <a:pt x="357391" y="80172"/>
                      <a:pt x="365760" y="76453"/>
                    </a:cubicBezTo>
                    <a:lnTo>
                      <a:pt x="434340" y="53593"/>
                    </a:lnTo>
                    <a:lnTo>
                      <a:pt x="457200" y="45973"/>
                    </a:lnTo>
                    <a:cubicBezTo>
                      <a:pt x="464820" y="43433"/>
                      <a:pt x="473377" y="42808"/>
                      <a:pt x="480060" y="38353"/>
                    </a:cubicBezTo>
                    <a:cubicBezTo>
                      <a:pt x="495472" y="28078"/>
                      <a:pt x="506626" y="17746"/>
                      <a:pt x="525780" y="15493"/>
                    </a:cubicBezTo>
                    <a:cubicBezTo>
                      <a:pt x="561186" y="11328"/>
                      <a:pt x="596900" y="10413"/>
                      <a:pt x="632460" y="7873"/>
                    </a:cubicBezTo>
                    <a:cubicBezTo>
                      <a:pt x="662549" y="-2157"/>
                      <a:pt x="647288" y="253"/>
                      <a:pt x="678180" y="253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Freeform: Shape 14">
                <a:extLst>
                  <a:ext uri="{FF2B5EF4-FFF2-40B4-BE49-F238E27FC236}">
                    <a16:creationId xmlns:a16="http://schemas.microsoft.com/office/drawing/2014/main" id="{DDD94E44-209E-E17B-A9AD-D72B22A17C23}"/>
                  </a:ext>
                </a:extLst>
              </p:cNvPr>
              <p:cNvSpPr/>
              <p:nvPr/>
            </p:nvSpPr>
            <p:spPr>
              <a:xfrm>
                <a:off x="2888621" y="3118131"/>
                <a:ext cx="1417320" cy="450527"/>
              </a:xfrm>
              <a:custGeom>
                <a:avLst/>
                <a:gdLst>
                  <a:gd name="connsiteX0" fmla="*/ 0 w 1417320"/>
                  <a:gd name="connsiteY0" fmla="*/ 0 h 450527"/>
                  <a:gd name="connsiteX1" fmla="*/ 76200 w 1417320"/>
                  <a:gd name="connsiteY1" fmla="*/ 106680 h 450527"/>
                  <a:gd name="connsiteX2" fmla="*/ 99060 w 1417320"/>
                  <a:gd name="connsiteY2" fmla="*/ 114300 h 450527"/>
                  <a:gd name="connsiteX3" fmla="*/ 121920 w 1417320"/>
                  <a:gd name="connsiteY3" fmla="*/ 129540 h 450527"/>
                  <a:gd name="connsiteX4" fmla="*/ 167640 w 1417320"/>
                  <a:gd name="connsiteY4" fmla="*/ 144780 h 450527"/>
                  <a:gd name="connsiteX5" fmla="*/ 190500 w 1417320"/>
                  <a:gd name="connsiteY5" fmla="*/ 152400 h 450527"/>
                  <a:gd name="connsiteX6" fmla="*/ 274320 w 1417320"/>
                  <a:gd name="connsiteY6" fmla="*/ 175260 h 450527"/>
                  <a:gd name="connsiteX7" fmla="*/ 297180 w 1417320"/>
                  <a:gd name="connsiteY7" fmla="*/ 182880 h 450527"/>
                  <a:gd name="connsiteX8" fmla="*/ 320040 w 1417320"/>
                  <a:gd name="connsiteY8" fmla="*/ 190500 h 450527"/>
                  <a:gd name="connsiteX9" fmla="*/ 342900 w 1417320"/>
                  <a:gd name="connsiteY9" fmla="*/ 205740 h 450527"/>
                  <a:gd name="connsiteX10" fmla="*/ 388620 w 1417320"/>
                  <a:gd name="connsiteY10" fmla="*/ 220980 h 450527"/>
                  <a:gd name="connsiteX11" fmla="*/ 457200 w 1417320"/>
                  <a:gd name="connsiteY11" fmla="*/ 266700 h 450527"/>
                  <a:gd name="connsiteX12" fmla="*/ 480060 w 1417320"/>
                  <a:gd name="connsiteY12" fmla="*/ 281940 h 450527"/>
                  <a:gd name="connsiteX13" fmla="*/ 502920 w 1417320"/>
                  <a:gd name="connsiteY13" fmla="*/ 289560 h 450527"/>
                  <a:gd name="connsiteX14" fmla="*/ 525780 w 1417320"/>
                  <a:gd name="connsiteY14" fmla="*/ 304800 h 450527"/>
                  <a:gd name="connsiteX15" fmla="*/ 548640 w 1417320"/>
                  <a:gd name="connsiteY15" fmla="*/ 312420 h 450527"/>
                  <a:gd name="connsiteX16" fmla="*/ 624840 w 1417320"/>
                  <a:gd name="connsiteY16" fmla="*/ 327660 h 450527"/>
                  <a:gd name="connsiteX17" fmla="*/ 731520 w 1417320"/>
                  <a:gd name="connsiteY17" fmla="*/ 358140 h 450527"/>
                  <a:gd name="connsiteX18" fmla="*/ 822960 w 1417320"/>
                  <a:gd name="connsiteY18" fmla="*/ 365760 h 450527"/>
                  <a:gd name="connsiteX19" fmla="*/ 883920 w 1417320"/>
                  <a:gd name="connsiteY19" fmla="*/ 373380 h 450527"/>
                  <a:gd name="connsiteX20" fmla="*/ 960120 w 1417320"/>
                  <a:gd name="connsiteY20" fmla="*/ 381000 h 450527"/>
                  <a:gd name="connsiteX21" fmla="*/ 1036320 w 1417320"/>
                  <a:gd name="connsiteY21" fmla="*/ 403860 h 450527"/>
                  <a:gd name="connsiteX22" fmla="*/ 1059180 w 1417320"/>
                  <a:gd name="connsiteY22" fmla="*/ 419100 h 450527"/>
                  <a:gd name="connsiteX23" fmla="*/ 1173480 w 1417320"/>
                  <a:gd name="connsiteY23" fmla="*/ 434340 h 450527"/>
                  <a:gd name="connsiteX24" fmla="*/ 1226820 w 1417320"/>
                  <a:gd name="connsiteY24" fmla="*/ 441960 h 450527"/>
                  <a:gd name="connsiteX25" fmla="*/ 1257300 w 1417320"/>
                  <a:gd name="connsiteY25" fmla="*/ 449580 h 450527"/>
                  <a:gd name="connsiteX26" fmla="*/ 1417320 w 1417320"/>
                  <a:gd name="connsiteY26" fmla="*/ 449580 h 4505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417320" h="450527">
                    <a:moveTo>
                      <a:pt x="0" y="0"/>
                    </a:moveTo>
                    <a:cubicBezTo>
                      <a:pt x="25400" y="35560"/>
                      <a:pt x="47580" y="73657"/>
                      <a:pt x="76200" y="106680"/>
                    </a:cubicBezTo>
                    <a:cubicBezTo>
                      <a:pt x="81461" y="112750"/>
                      <a:pt x="91876" y="110708"/>
                      <a:pt x="99060" y="114300"/>
                    </a:cubicBezTo>
                    <a:cubicBezTo>
                      <a:pt x="107251" y="118396"/>
                      <a:pt x="113551" y="125821"/>
                      <a:pt x="121920" y="129540"/>
                    </a:cubicBezTo>
                    <a:cubicBezTo>
                      <a:pt x="136600" y="136064"/>
                      <a:pt x="152400" y="139700"/>
                      <a:pt x="167640" y="144780"/>
                    </a:cubicBezTo>
                    <a:cubicBezTo>
                      <a:pt x="175260" y="147320"/>
                      <a:pt x="182624" y="150825"/>
                      <a:pt x="190500" y="152400"/>
                    </a:cubicBezTo>
                    <a:cubicBezTo>
                      <a:pt x="244352" y="163170"/>
                      <a:pt x="216313" y="155924"/>
                      <a:pt x="274320" y="175260"/>
                    </a:cubicBezTo>
                    <a:lnTo>
                      <a:pt x="297180" y="182880"/>
                    </a:lnTo>
                    <a:cubicBezTo>
                      <a:pt x="304800" y="185420"/>
                      <a:pt x="313357" y="186045"/>
                      <a:pt x="320040" y="190500"/>
                    </a:cubicBezTo>
                    <a:cubicBezTo>
                      <a:pt x="327660" y="195580"/>
                      <a:pt x="334531" y="202021"/>
                      <a:pt x="342900" y="205740"/>
                    </a:cubicBezTo>
                    <a:cubicBezTo>
                      <a:pt x="357580" y="212264"/>
                      <a:pt x="375254" y="212069"/>
                      <a:pt x="388620" y="220980"/>
                    </a:cubicBezTo>
                    <a:lnTo>
                      <a:pt x="457200" y="266700"/>
                    </a:lnTo>
                    <a:cubicBezTo>
                      <a:pt x="464820" y="271780"/>
                      <a:pt x="471372" y="279044"/>
                      <a:pt x="480060" y="281940"/>
                    </a:cubicBezTo>
                    <a:cubicBezTo>
                      <a:pt x="487680" y="284480"/>
                      <a:pt x="495736" y="285968"/>
                      <a:pt x="502920" y="289560"/>
                    </a:cubicBezTo>
                    <a:cubicBezTo>
                      <a:pt x="511111" y="293656"/>
                      <a:pt x="517589" y="300704"/>
                      <a:pt x="525780" y="304800"/>
                    </a:cubicBezTo>
                    <a:cubicBezTo>
                      <a:pt x="532964" y="308392"/>
                      <a:pt x="540814" y="310614"/>
                      <a:pt x="548640" y="312420"/>
                    </a:cubicBezTo>
                    <a:cubicBezTo>
                      <a:pt x="573880" y="318245"/>
                      <a:pt x="600266" y="319469"/>
                      <a:pt x="624840" y="327660"/>
                    </a:cubicBezTo>
                    <a:cubicBezTo>
                      <a:pt x="651292" y="336477"/>
                      <a:pt x="706005" y="356014"/>
                      <a:pt x="731520" y="358140"/>
                    </a:cubicBezTo>
                    <a:lnTo>
                      <a:pt x="822960" y="365760"/>
                    </a:lnTo>
                    <a:cubicBezTo>
                      <a:pt x="843337" y="367798"/>
                      <a:pt x="863567" y="371119"/>
                      <a:pt x="883920" y="373380"/>
                    </a:cubicBezTo>
                    <a:cubicBezTo>
                      <a:pt x="909291" y="376199"/>
                      <a:pt x="934720" y="378460"/>
                      <a:pt x="960120" y="381000"/>
                    </a:cubicBezTo>
                    <a:cubicBezTo>
                      <a:pt x="1015775" y="399552"/>
                      <a:pt x="990255" y="392344"/>
                      <a:pt x="1036320" y="403860"/>
                    </a:cubicBezTo>
                    <a:cubicBezTo>
                      <a:pt x="1043940" y="408940"/>
                      <a:pt x="1050762" y="415492"/>
                      <a:pt x="1059180" y="419100"/>
                    </a:cubicBezTo>
                    <a:cubicBezTo>
                      <a:pt x="1086662" y="430878"/>
                      <a:pt x="1160176" y="432862"/>
                      <a:pt x="1173480" y="434340"/>
                    </a:cubicBezTo>
                    <a:cubicBezTo>
                      <a:pt x="1191331" y="436323"/>
                      <a:pt x="1209149" y="438747"/>
                      <a:pt x="1226820" y="441960"/>
                    </a:cubicBezTo>
                    <a:cubicBezTo>
                      <a:pt x="1237124" y="443833"/>
                      <a:pt x="1246836" y="449161"/>
                      <a:pt x="1257300" y="449580"/>
                    </a:cubicBezTo>
                    <a:cubicBezTo>
                      <a:pt x="1310597" y="451712"/>
                      <a:pt x="1363980" y="449580"/>
                      <a:pt x="1417320" y="44958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Multiplication Sign 17">
                <a:extLst>
                  <a:ext uri="{FF2B5EF4-FFF2-40B4-BE49-F238E27FC236}">
                    <a16:creationId xmlns:a16="http://schemas.microsoft.com/office/drawing/2014/main" id="{D5E167F2-F70B-D916-5040-B5A3D21247A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69958" y="2871921"/>
                <a:ext cx="180000" cy="180000"/>
              </a:xfrm>
              <a:prstGeom prst="mathMultiply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Multiplication Sign 18">
                <a:extLst>
                  <a:ext uri="{FF2B5EF4-FFF2-40B4-BE49-F238E27FC236}">
                    <a16:creationId xmlns:a16="http://schemas.microsoft.com/office/drawing/2014/main" id="{1F6AEC9D-0ACB-2F8E-DC9E-88DF3541200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74320" y="3033869"/>
                <a:ext cx="180000" cy="180000"/>
              </a:xfrm>
              <a:prstGeom prst="mathMultiply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Multiplication Sign 19">
                <a:extLst>
                  <a:ext uri="{FF2B5EF4-FFF2-40B4-BE49-F238E27FC236}">
                    <a16:creationId xmlns:a16="http://schemas.microsoft.com/office/drawing/2014/main" id="{92740CEB-2910-B38B-598A-FFC568C1412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184996" y="3459799"/>
                <a:ext cx="180000" cy="180000"/>
              </a:xfrm>
              <a:prstGeom prst="mathMultiply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" name="Freeform: Shape 13">
                <a:extLst>
                  <a:ext uri="{FF2B5EF4-FFF2-40B4-BE49-F238E27FC236}">
                    <a16:creationId xmlns:a16="http://schemas.microsoft.com/office/drawing/2014/main" id="{7BCE5E4B-43FF-DE05-5AE7-572FC7F48332}"/>
                  </a:ext>
                </a:extLst>
              </p:cNvPr>
              <p:cNvSpPr/>
              <p:nvPr/>
            </p:nvSpPr>
            <p:spPr>
              <a:xfrm>
                <a:off x="2149481" y="2935251"/>
                <a:ext cx="740407" cy="190503"/>
              </a:xfrm>
              <a:custGeom>
                <a:avLst/>
                <a:gdLst>
                  <a:gd name="connsiteX0" fmla="*/ 0 w 740407"/>
                  <a:gd name="connsiteY0" fmla="*/ 45720 h 190503"/>
                  <a:gd name="connsiteX1" fmla="*/ 60960 w 740407"/>
                  <a:gd name="connsiteY1" fmla="*/ 30480 h 190503"/>
                  <a:gd name="connsiteX2" fmla="*/ 83820 w 740407"/>
                  <a:gd name="connsiteY2" fmla="*/ 15240 h 190503"/>
                  <a:gd name="connsiteX3" fmla="*/ 129540 w 740407"/>
                  <a:gd name="connsiteY3" fmla="*/ 0 h 190503"/>
                  <a:gd name="connsiteX4" fmla="*/ 274320 w 740407"/>
                  <a:gd name="connsiteY4" fmla="*/ 15240 h 190503"/>
                  <a:gd name="connsiteX5" fmla="*/ 320040 w 740407"/>
                  <a:gd name="connsiteY5" fmla="*/ 30480 h 190503"/>
                  <a:gd name="connsiteX6" fmla="*/ 342900 w 740407"/>
                  <a:gd name="connsiteY6" fmla="*/ 38100 h 190503"/>
                  <a:gd name="connsiteX7" fmla="*/ 365760 w 740407"/>
                  <a:gd name="connsiteY7" fmla="*/ 53340 h 190503"/>
                  <a:gd name="connsiteX8" fmla="*/ 411480 w 740407"/>
                  <a:gd name="connsiteY8" fmla="*/ 68580 h 190503"/>
                  <a:gd name="connsiteX9" fmla="*/ 457200 w 740407"/>
                  <a:gd name="connsiteY9" fmla="*/ 99060 h 190503"/>
                  <a:gd name="connsiteX10" fmla="*/ 480060 w 740407"/>
                  <a:gd name="connsiteY10" fmla="*/ 106680 h 190503"/>
                  <a:gd name="connsiteX11" fmla="*/ 510540 w 740407"/>
                  <a:gd name="connsiteY11" fmla="*/ 121920 h 190503"/>
                  <a:gd name="connsiteX12" fmla="*/ 571500 w 740407"/>
                  <a:gd name="connsiteY12" fmla="*/ 137160 h 190503"/>
                  <a:gd name="connsiteX13" fmla="*/ 617220 w 740407"/>
                  <a:gd name="connsiteY13" fmla="*/ 152400 h 190503"/>
                  <a:gd name="connsiteX14" fmla="*/ 640080 w 740407"/>
                  <a:gd name="connsiteY14" fmla="*/ 160020 h 190503"/>
                  <a:gd name="connsiteX15" fmla="*/ 670560 w 740407"/>
                  <a:gd name="connsiteY15" fmla="*/ 167640 h 190503"/>
                  <a:gd name="connsiteX16" fmla="*/ 693420 w 740407"/>
                  <a:gd name="connsiteY16" fmla="*/ 182880 h 190503"/>
                  <a:gd name="connsiteX17" fmla="*/ 731520 w 740407"/>
                  <a:gd name="connsiteY17" fmla="*/ 190500 h 190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740407" h="190503">
                    <a:moveTo>
                      <a:pt x="0" y="45720"/>
                    </a:moveTo>
                    <a:cubicBezTo>
                      <a:pt x="14491" y="42822"/>
                      <a:pt x="45339" y="38290"/>
                      <a:pt x="60960" y="30480"/>
                    </a:cubicBezTo>
                    <a:cubicBezTo>
                      <a:pt x="69151" y="26384"/>
                      <a:pt x="75451" y="18959"/>
                      <a:pt x="83820" y="15240"/>
                    </a:cubicBezTo>
                    <a:cubicBezTo>
                      <a:pt x="98500" y="8716"/>
                      <a:pt x="129540" y="0"/>
                      <a:pt x="129540" y="0"/>
                    </a:cubicBezTo>
                    <a:cubicBezTo>
                      <a:pt x="201532" y="4799"/>
                      <a:pt x="221265" y="-676"/>
                      <a:pt x="274320" y="15240"/>
                    </a:cubicBezTo>
                    <a:cubicBezTo>
                      <a:pt x="289707" y="19856"/>
                      <a:pt x="304800" y="25400"/>
                      <a:pt x="320040" y="30480"/>
                    </a:cubicBezTo>
                    <a:cubicBezTo>
                      <a:pt x="327660" y="33020"/>
                      <a:pt x="336217" y="33645"/>
                      <a:pt x="342900" y="38100"/>
                    </a:cubicBezTo>
                    <a:cubicBezTo>
                      <a:pt x="350520" y="43180"/>
                      <a:pt x="357391" y="49621"/>
                      <a:pt x="365760" y="53340"/>
                    </a:cubicBezTo>
                    <a:cubicBezTo>
                      <a:pt x="380440" y="59864"/>
                      <a:pt x="398114" y="59669"/>
                      <a:pt x="411480" y="68580"/>
                    </a:cubicBezTo>
                    <a:cubicBezTo>
                      <a:pt x="426720" y="78740"/>
                      <a:pt x="439824" y="93268"/>
                      <a:pt x="457200" y="99060"/>
                    </a:cubicBezTo>
                    <a:cubicBezTo>
                      <a:pt x="464820" y="101600"/>
                      <a:pt x="472677" y="103516"/>
                      <a:pt x="480060" y="106680"/>
                    </a:cubicBezTo>
                    <a:cubicBezTo>
                      <a:pt x="490501" y="111155"/>
                      <a:pt x="499764" y="118328"/>
                      <a:pt x="510540" y="121920"/>
                    </a:cubicBezTo>
                    <a:cubicBezTo>
                      <a:pt x="530411" y="128544"/>
                      <a:pt x="551629" y="130536"/>
                      <a:pt x="571500" y="137160"/>
                    </a:cubicBezTo>
                    <a:lnTo>
                      <a:pt x="617220" y="152400"/>
                    </a:lnTo>
                    <a:cubicBezTo>
                      <a:pt x="624840" y="154940"/>
                      <a:pt x="632288" y="158072"/>
                      <a:pt x="640080" y="160020"/>
                    </a:cubicBezTo>
                    <a:lnTo>
                      <a:pt x="670560" y="167640"/>
                    </a:lnTo>
                    <a:cubicBezTo>
                      <a:pt x="678180" y="172720"/>
                      <a:pt x="684732" y="179984"/>
                      <a:pt x="693420" y="182880"/>
                    </a:cubicBezTo>
                    <a:cubicBezTo>
                      <a:pt x="717533" y="190918"/>
                      <a:pt x="758554" y="190500"/>
                      <a:pt x="731520" y="19050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1F40820A-2BDD-C255-11C6-1B8CA45EDBE5}"/>
              </a:ext>
            </a:extLst>
          </p:cNvPr>
          <p:cNvSpPr txBox="1"/>
          <p:nvPr/>
        </p:nvSpPr>
        <p:spPr>
          <a:xfrm>
            <a:off x="670559" y="1318478"/>
            <a:ext cx="5741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s-ES" sz="2400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Modelos de aprendizaje profundo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466F64-21F0-7ABD-AB79-321BABC08AEE}"/>
              </a:ext>
            </a:extLst>
          </p:cNvPr>
          <p:cNvSpPr txBox="1"/>
          <p:nvPr/>
        </p:nvSpPr>
        <p:spPr>
          <a:xfrm>
            <a:off x="670559" y="966488"/>
            <a:ext cx="9996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La </a:t>
            </a:r>
            <a:r>
              <a:rPr lang="es-ES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calibración</a:t>
            </a: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 estima los parámetros del modelo de las subcuencas </a:t>
            </a:r>
            <a:r>
              <a:rPr lang="es-ES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aforadas</a:t>
            </a: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8570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141" grpId="0" animBg="1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79B186B6-CFD2-4934-BC76-51CEF13D2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94641" y="6467452"/>
            <a:ext cx="369651" cy="365125"/>
          </a:xfrm>
        </p:spPr>
        <p:txBody>
          <a:bodyPr/>
          <a:lstStyle/>
          <a:p>
            <a:fld id="{E7872BEF-DB94-6840-8AB0-1579DB081167}" type="slidenum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9</a:t>
            </a:fld>
            <a:endParaRPr lang="en-GB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7295D5-37BB-4A87-A8F2-C6E8095473BA}"/>
              </a:ext>
            </a:extLst>
          </p:cNvPr>
          <p:cNvSpPr/>
          <p:nvPr/>
        </p:nvSpPr>
        <p:spPr>
          <a:xfrm>
            <a:off x="948469" y="4412213"/>
            <a:ext cx="63820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Otros métodos</a:t>
            </a: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: funciones lineales, redes neuronales (SOM)…</a:t>
            </a:r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97E569ED-01DB-41FA-BAD2-6E4BCCF39139}"/>
              </a:ext>
            </a:extLst>
          </p:cNvPr>
          <p:cNvGrpSpPr/>
          <p:nvPr/>
        </p:nvGrpSpPr>
        <p:grpSpPr>
          <a:xfrm>
            <a:off x="3120698" y="2920471"/>
            <a:ext cx="1023549" cy="1297267"/>
            <a:chOff x="2842788" y="2812891"/>
            <a:chExt cx="1023549" cy="12972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4BA96553-95CE-468E-88E1-5C68503520F0}"/>
                    </a:ext>
                  </a:extLst>
                </p:cNvPr>
                <p:cNvSpPr txBox="1"/>
                <p:nvPr/>
              </p:nvSpPr>
              <p:spPr>
                <a:xfrm>
                  <a:off x="2842788" y="2812891"/>
                  <a:ext cx="100758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{"/>
                            <m:endChr m:val="}"/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i="1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4BA96553-95CE-468E-88E1-5C68503520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2788" y="2812891"/>
                  <a:ext cx="1007584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4819" b="-1521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7AE724D5-9115-43B6-B946-F8D79F2BDE1C}"/>
                    </a:ext>
                  </a:extLst>
                </p:cNvPr>
                <p:cNvSpPr txBox="1"/>
                <p:nvPr/>
              </p:nvSpPr>
              <p:spPr>
                <a:xfrm>
                  <a:off x="2842788" y="3148659"/>
                  <a:ext cx="10235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{"/>
                            <m:endChr m:val="}"/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i="1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7AE724D5-9115-43B6-B946-F8D79F2BDE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2788" y="3148659"/>
                  <a:ext cx="1023549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4762" b="-1555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E3779329-BF9E-4CCC-A049-90101604A4AB}"/>
                    </a:ext>
                  </a:extLst>
                </p:cNvPr>
                <p:cNvSpPr txBox="1"/>
                <p:nvPr/>
              </p:nvSpPr>
              <p:spPr>
                <a:xfrm>
                  <a:off x="2842788" y="3509993"/>
                  <a:ext cx="10235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begChr m:val="{"/>
                            <m:endChr m:val="}"/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i="1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E3779329-BF9E-4CCC-A049-90101604A4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2788" y="3509993"/>
                  <a:ext cx="1023549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4762" b="-1555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5D00EBCF-4337-4652-9295-D28A60957026}"/>
                    </a:ext>
                  </a:extLst>
                </p:cNvPr>
                <p:cNvSpPr txBox="1"/>
                <p:nvPr/>
              </p:nvSpPr>
              <p:spPr>
                <a:xfrm>
                  <a:off x="2842788" y="3833159"/>
                  <a:ext cx="86042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begChr m:val="{"/>
                            <m:endChr m:val="}"/>
                            <m:ctrlPr>
                              <a:rPr lang="en-GB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s-ES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s-E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?</m:t>
                            </m:r>
                          </m:e>
                        </m:d>
                      </m:oMath>
                    </m:oMathPara>
                  </a14:m>
                  <a:endParaRPr lang="en-GB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5D00EBCF-4337-4652-9295-D28A609570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2788" y="3833159"/>
                  <a:ext cx="860427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5674" b="-1777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DEE124F7-29F0-43FD-992D-D63E119C11C7}"/>
              </a:ext>
            </a:extLst>
          </p:cNvPr>
          <p:cNvGrpSpPr/>
          <p:nvPr/>
        </p:nvGrpSpPr>
        <p:grpSpPr>
          <a:xfrm>
            <a:off x="5282905" y="2540950"/>
            <a:ext cx="1260002" cy="1724009"/>
            <a:chOff x="5004995" y="2433370"/>
            <a:chExt cx="1260002" cy="172400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E2A4B3F-3743-4F3D-B51F-4E7E9CD4A61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04997" y="2897379"/>
              <a:ext cx="1260000" cy="1260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0" name="Multiplication Sign 69">
              <a:extLst>
                <a:ext uri="{FF2B5EF4-FFF2-40B4-BE49-F238E27FC236}">
                  <a16:creationId xmlns:a16="http://schemas.microsoft.com/office/drawing/2014/main" id="{4912A8AB-C45C-42EF-89CA-411AAAB8DE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66673" y="3732501"/>
              <a:ext cx="180000" cy="180000"/>
            </a:xfrm>
            <a:prstGeom prst="mathMultiply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Multiplication Sign 71">
              <a:extLst>
                <a:ext uri="{FF2B5EF4-FFF2-40B4-BE49-F238E27FC236}">
                  <a16:creationId xmlns:a16="http://schemas.microsoft.com/office/drawing/2014/main" id="{794BDC25-395F-49B5-8BFC-0E95AD1C5F9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9169" y="3547044"/>
              <a:ext cx="180000" cy="180000"/>
            </a:xfrm>
            <a:prstGeom prst="mathMultiply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3" name="Multiplication Sign 72">
              <a:extLst>
                <a:ext uri="{FF2B5EF4-FFF2-40B4-BE49-F238E27FC236}">
                  <a16:creationId xmlns:a16="http://schemas.microsoft.com/office/drawing/2014/main" id="{99710DE9-1323-42C8-ABEA-3532CA2072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87312" y="2951391"/>
              <a:ext cx="180000" cy="180000"/>
            </a:xfrm>
            <a:prstGeom prst="mathMultiply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4" name="Multiplication Sign 73">
              <a:extLst>
                <a:ext uri="{FF2B5EF4-FFF2-40B4-BE49-F238E27FC236}">
                  <a16:creationId xmlns:a16="http://schemas.microsoft.com/office/drawing/2014/main" id="{AADB138A-7F4C-4E1A-80F8-E3A186528FA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05998" y="3454358"/>
              <a:ext cx="180000" cy="180000"/>
            </a:xfrm>
            <a:prstGeom prst="mathMultiply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050BC0B-34E0-4989-A5D5-78D4438006D1}"/>
                    </a:ext>
                  </a:extLst>
                </p:cNvPr>
                <p:cNvSpPr txBox="1"/>
                <p:nvPr/>
              </p:nvSpPr>
              <p:spPr>
                <a:xfrm>
                  <a:off x="5284238" y="2884298"/>
                  <a:ext cx="180000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1600" dirty="0"/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050BC0B-34E0-4989-A5D5-78D4438006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4238" y="2884298"/>
                  <a:ext cx="180000" cy="246221"/>
                </a:xfrm>
                <a:prstGeom prst="rect">
                  <a:avLst/>
                </a:prstGeom>
                <a:blipFill>
                  <a:blip r:embed="rId6"/>
                  <a:stretch>
                    <a:fillRect l="-36667" r="-30000" b="-15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946BAC01-37A9-4BDD-94C1-93F8BAB68CA2}"/>
                    </a:ext>
                  </a:extLst>
                </p:cNvPr>
                <p:cNvSpPr txBox="1"/>
                <p:nvPr/>
              </p:nvSpPr>
              <p:spPr>
                <a:xfrm>
                  <a:off x="5048566" y="3871001"/>
                  <a:ext cx="180000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946BAC01-37A9-4BDD-94C1-93F8BAB68C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8566" y="3871001"/>
                  <a:ext cx="180000" cy="246221"/>
                </a:xfrm>
                <a:prstGeom prst="rect">
                  <a:avLst/>
                </a:prstGeom>
                <a:blipFill>
                  <a:blip r:embed="rId7"/>
                  <a:stretch>
                    <a:fillRect l="-36667" r="-33333" b="-15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9B490E25-7BB9-4320-8A56-543D3694B6B8}"/>
                    </a:ext>
                  </a:extLst>
                </p:cNvPr>
                <p:cNvSpPr txBox="1"/>
                <p:nvPr/>
              </p:nvSpPr>
              <p:spPr>
                <a:xfrm>
                  <a:off x="5932738" y="3641181"/>
                  <a:ext cx="180000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9B490E25-7BB9-4320-8A56-543D3694B6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2738" y="3641181"/>
                  <a:ext cx="180000" cy="246221"/>
                </a:xfrm>
                <a:prstGeom prst="rect">
                  <a:avLst/>
                </a:prstGeom>
                <a:blipFill>
                  <a:blip r:embed="rId8"/>
                  <a:stretch>
                    <a:fillRect l="-36667" r="-33333" b="-1219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A610EB80-4D07-494E-8BB4-4D8079306311}"/>
                    </a:ext>
                  </a:extLst>
                </p:cNvPr>
                <p:cNvSpPr txBox="1"/>
                <p:nvPr/>
              </p:nvSpPr>
              <p:spPr>
                <a:xfrm>
                  <a:off x="5682339" y="3271316"/>
                  <a:ext cx="180000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60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sz="16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GB" sz="1600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A610EB80-4D07-494E-8BB4-4D80793063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2339" y="3271316"/>
                  <a:ext cx="180000" cy="246221"/>
                </a:xfrm>
                <a:prstGeom prst="rect">
                  <a:avLst/>
                </a:prstGeom>
                <a:blipFill>
                  <a:blip r:embed="rId9"/>
                  <a:stretch>
                    <a:fillRect l="-41379" r="-20690" b="-1463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FE17BB-B70D-4DB5-B7E3-9BC3393B1388}"/>
                </a:ext>
              </a:extLst>
            </p:cNvPr>
            <p:cNvSpPr txBox="1"/>
            <p:nvPr/>
          </p:nvSpPr>
          <p:spPr>
            <a:xfrm>
              <a:off x="5004995" y="2433370"/>
              <a:ext cx="1260001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s-ES" sz="15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Espacio de atributos</a:t>
              </a:r>
              <a:endParaRPr lang="en-GB" sz="15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903949A-732D-48E8-A844-A9BD8B4C6F58}"/>
              </a:ext>
            </a:extLst>
          </p:cNvPr>
          <p:cNvCxnSpPr>
            <a:cxnSpLocks/>
          </p:cNvCxnSpPr>
          <p:nvPr/>
        </p:nvCxnSpPr>
        <p:spPr>
          <a:xfrm>
            <a:off x="4507870" y="3566237"/>
            <a:ext cx="411414" cy="231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2A6BF27-DE13-4DFE-BB69-BFD6747AA173}"/>
              </a:ext>
            </a:extLst>
          </p:cNvPr>
          <p:cNvCxnSpPr>
            <a:cxnSpLocks/>
          </p:cNvCxnSpPr>
          <p:nvPr/>
        </p:nvCxnSpPr>
        <p:spPr>
          <a:xfrm>
            <a:off x="6858739" y="3592607"/>
            <a:ext cx="411414" cy="231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030B53E-D543-4191-8CD6-1708187CE34F}"/>
                  </a:ext>
                </a:extLst>
              </p:cNvPr>
              <p:cNvSpPr txBox="1"/>
              <p:nvPr/>
            </p:nvSpPr>
            <p:spPr>
              <a:xfrm>
                <a:off x="7414475" y="3445444"/>
                <a:ext cx="9581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GB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GB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030B53E-D543-4191-8CD6-1708187CE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4475" y="3445444"/>
                <a:ext cx="958147" cy="276999"/>
              </a:xfrm>
              <a:prstGeom prst="rect">
                <a:avLst/>
              </a:prstGeom>
              <a:blipFill>
                <a:blip r:embed="rId10"/>
                <a:stretch>
                  <a:fillRect l="-5096" b="-173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4E17700-C19A-4FE4-A814-6037051BDED1}"/>
                  </a:ext>
                </a:extLst>
              </p:cNvPr>
              <p:cNvSpPr txBox="1"/>
              <p:nvPr/>
            </p:nvSpPr>
            <p:spPr>
              <a:xfrm>
                <a:off x="2367870" y="5101475"/>
                <a:ext cx="658770" cy="10565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eqArr>
                                <m:eqArr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···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eqArr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4E17700-C19A-4FE4-A814-6037051BD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870" y="5101475"/>
                <a:ext cx="658770" cy="105657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AF8E0477-B6DA-4351-8858-DD7F5E017408}"/>
                  </a:ext>
                </a:extLst>
              </p:cNvPr>
              <p:cNvSpPr txBox="1"/>
              <p:nvPr/>
            </p:nvSpPr>
            <p:spPr>
              <a:xfrm>
                <a:off x="6472971" y="5117879"/>
                <a:ext cx="658770" cy="10588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b="0" i="1" smtClean="0"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eqArr>
                                <m:eqArr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i="1">
                                          <a:latin typeface="Cambria Math" panose="02040503050406030204" pitchFamily="18" charset="0"/>
                                        </a:rPr>
                                        <m:t>θ</m:t>
                                      </m:r>
                                    </m:e>
                                    <m:sub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···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i="1">
                                          <a:latin typeface="Cambria Math" panose="02040503050406030204" pitchFamily="18" charset="0"/>
                                        </a:rPr>
                                        <m:t>θ</m:t>
                                      </m:r>
                                    </m:e>
                                    <m:sub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eqArr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AF8E0477-B6DA-4351-8858-DD7F5E017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2971" y="5117879"/>
                <a:ext cx="658770" cy="105888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68B5FCB2-D3AC-45C0-9CE8-11FF9B558483}"/>
                  </a:ext>
                </a:extLst>
              </p:cNvPr>
              <p:cNvSpPr txBox="1"/>
              <p:nvPr/>
            </p:nvSpPr>
            <p:spPr>
              <a:xfrm>
                <a:off x="5173259" y="4989799"/>
                <a:ext cx="651076" cy="13150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̂"/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i="1">
                                          <a:latin typeface="Cambria Math" panose="02040503050406030204" pitchFamily="18" charset="0"/>
                                        </a:rPr>
                                        <m:t>θ</m:t>
                                      </m:r>
                                    </m:e>
                                    <m:sub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acc>
                            </m:num>
                            <m:den>
                              <m:eqArr>
                                <m:eqArr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i="1">
                                              <a:latin typeface="Cambria Math" panose="02040503050406030204" pitchFamily="18" charset="0"/>
                                            </a:rPr>
                                            <m:t>θ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···</m:t>
                                  </m:r>
                                </m:e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i="1">
                                              <a:latin typeface="Cambria Math" panose="02040503050406030204" pitchFamily="18" charset="0"/>
                                            </a:rPr>
                                            <m:t>θ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eqArr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68B5FCB2-D3AC-45C0-9CE8-11FF9B558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259" y="4989799"/>
                <a:ext cx="651076" cy="131504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0" name="Group 149">
            <a:extLst>
              <a:ext uri="{FF2B5EF4-FFF2-40B4-BE49-F238E27FC236}">
                <a16:creationId xmlns:a16="http://schemas.microsoft.com/office/drawing/2014/main" id="{7E0CE267-3213-4758-82BC-72476EAAAA23}"/>
              </a:ext>
            </a:extLst>
          </p:cNvPr>
          <p:cNvGrpSpPr/>
          <p:nvPr/>
        </p:nvGrpSpPr>
        <p:grpSpPr>
          <a:xfrm>
            <a:off x="3632472" y="5173888"/>
            <a:ext cx="795522" cy="952040"/>
            <a:chOff x="2842788" y="4879032"/>
            <a:chExt cx="795522" cy="95204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3687AB1-B24F-48EC-8AEB-6620ABD8AD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2788" y="4879032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A6FF4F7F-877B-4C3D-B982-C5D12D1763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2788" y="5146854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8E9084AA-D733-4F88-9AA7-DBBFDF7FBF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2788" y="5419250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60282864-E755-4347-A16C-FC52E4E11B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2788" y="5687072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191D4C07-C2F4-451E-8EA3-43C4B82D4F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68549" y="4980291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2451D794-BB9F-47E4-8C2A-C382A87B2D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68549" y="5248113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00EA43F3-51C6-4669-A598-30CAB0359B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68549" y="5520509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FF7980F4-2BB4-4E48-8409-41BB654507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94310" y="5124291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D3537C36-0F9F-4000-8BBF-075B1846EE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94310" y="5392113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81D4C45-3BD6-4D4A-BF06-7AE93EF8A7E4}"/>
                </a:ext>
              </a:extLst>
            </p:cNvPr>
            <p:cNvCxnSpPr>
              <a:cxnSpLocks/>
              <a:stCxn id="25" idx="6"/>
              <a:endCxn id="99" idx="2"/>
            </p:cNvCxnSpPr>
            <p:nvPr/>
          </p:nvCxnSpPr>
          <p:spPr>
            <a:xfrm>
              <a:off x="2986788" y="4951032"/>
              <a:ext cx="181761" cy="369081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C3F583D8-A834-4910-A2ED-AC9D59505227}"/>
                </a:ext>
              </a:extLst>
            </p:cNvPr>
            <p:cNvCxnSpPr>
              <a:cxnSpLocks/>
              <a:stCxn id="25" idx="6"/>
              <a:endCxn id="98" idx="2"/>
            </p:cNvCxnSpPr>
            <p:nvPr/>
          </p:nvCxnSpPr>
          <p:spPr>
            <a:xfrm>
              <a:off x="2986788" y="4951032"/>
              <a:ext cx="181761" cy="10125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E7B199EF-F561-4246-9146-2459E35FCE5C}"/>
                </a:ext>
              </a:extLst>
            </p:cNvPr>
            <p:cNvCxnSpPr>
              <a:cxnSpLocks/>
              <a:stCxn id="25" idx="6"/>
              <a:endCxn id="100" idx="2"/>
            </p:cNvCxnSpPr>
            <p:nvPr/>
          </p:nvCxnSpPr>
          <p:spPr>
            <a:xfrm>
              <a:off x="2986788" y="4951032"/>
              <a:ext cx="181761" cy="641477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0E510D32-31DB-4A0E-9454-5FCD7EA06A64}"/>
                </a:ext>
              </a:extLst>
            </p:cNvPr>
            <p:cNvCxnSpPr>
              <a:cxnSpLocks/>
              <a:stCxn id="94" idx="6"/>
              <a:endCxn id="98" idx="2"/>
            </p:cNvCxnSpPr>
            <p:nvPr/>
          </p:nvCxnSpPr>
          <p:spPr>
            <a:xfrm flipV="1">
              <a:off x="2986788" y="5052291"/>
              <a:ext cx="181761" cy="166563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0A290D13-C547-4E01-B100-D1EC5C8440B6}"/>
                </a:ext>
              </a:extLst>
            </p:cNvPr>
            <p:cNvCxnSpPr>
              <a:cxnSpLocks/>
              <a:stCxn id="94" idx="6"/>
              <a:endCxn id="99" idx="2"/>
            </p:cNvCxnSpPr>
            <p:nvPr/>
          </p:nvCxnSpPr>
          <p:spPr>
            <a:xfrm>
              <a:off x="2986788" y="5218854"/>
              <a:ext cx="181761" cy="10125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9D52A7FA-F5EB-48F1-A841-0608F7BCD911}"/>
                </a:ext>
              </a:extLst>
            </p:cNvPr>
            <p:cNvCxnSpPr>
              <a:cxnSpLocks/>
              <a:stCxn id="94" idx="6"/>
              <a:endCxn id="100" idx="2"/>
            </p:cNvCxnSpPr>
            <p:nvPr/>
          </p:nvCxnSpPr>
          <p:spPr>
            <a:xfrm>
              <a:off x="2986788" y="5218854"/>
              <a:ext cx="181761" cy="373655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30012C65-CDA3-4188-BC6C-3931CC27A0CC}"/>
                </a:ext>
              </a:extLst>
            </p:cNvPr>
            <p:cNvCxnSpPr>
              <a:cxnSpLocks/>
              <a:stCxn id="96" idx="6"/>
              <a:endCxn id="100" idx="2"/>
            </p:cNvCxnSpPr>
            <p:nvPr/>
          </p:nvCxnSpPr>
          <p:spPr>
            <a:xfrm>
              <a:off x="2986788" y="5491250"/>
              <a:ext cx="181761" cy="10125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9F383E40-8365-47BF-8CA7-428D59062135}"/>
                </a:ext>
              </a:extLst>
            </p:cNvPr>
            <p:cNvCxnSpPr>
              <a:cxnSpLocks/>
              <a:stCxn id="96" idx="6"/>
              <a:endCxn id="99" idx="2"/>
            </p:cNvCxnSpPr>
            <p:nvPr/>
          </p:nvCxnSpPr>
          <p:spPr>
            <a:xfrm flipV="1">
              <a:off x="2986788" y="5320113"/>
              <a:ext cx="181761" cy="171137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2D5C9856-0BBC-431E-9CD1-5819D729864E}"/>
                </a:ext>
              </a:extLst>
            </p:cNvPr>
            <p:cNvCxnSpPr>
              <a:cxnSpLocks/>
              <a:stCxn id="96" idx="6"/>
              <a:endCxn id="98" idx="2"/>
            </p:cNvCxnSpPr>
            <p:nvPr/>
          </p:nvCxnSpPr>
          <p:spPr>
            <a:xfrm flipV="1">
              <a:off x="2986788" y="5052291"/>
              <a:ext cx="181761" cy="43895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6001D002-8374-4E09-962E-C6A4EF8E3962}"/>
                </a:ext>
              </a:extLst>
            </p:cNvPr>
            <p:cNvCxnSpPr>
              <a:cxnSpLocks/>
              <a:stCxn id="97" idx="6"/>
              <a:endCxn id="100" idx="2"/>
            </p:cNvCxnSpPr>
            <p:nvPr/>
          </p:nvCxnSpPr>
          <p:spPr>
            <a:xfrm flipV="1">
              <a:off x="2986788" y="5592509"/>
              <a:ext cx="181761" cy="166563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6D17DE9A-2A78-4EEB-92EB-5B7C54718938}"/>
                </a:ext>
              </a:extLst>
            </p:cNvPr>
            <p:cNvCxnSpPr>
              <a:cxnSpLocks/>
              <a:stCxn id="97" idx="6"/>
              <a:endCxn id="99" idx="2"/>
            </p:cNvCxnSpPr>
            <p:nvPr/>
          </p:nvCxnSpPr>
          <p:spPr>
            <a:xfrm flipV="1">
              <a:off x="2986788" y="5320113"/>
              <a:ext cx="181761" cy="43895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C006B153-276F-460F-8225-D04140DE7AC1}"/>
                </a:ext>
              </a:extLst>
            </p:cNvPr>
            <p:cNvCxnSpPr>
              <a:cxnSpLocks/>
              <a:stCxn id="97" idx="6"/>
              <a:endCxn id="98" idx="2"/>
            </p:cNvCxnSpPr>
            <p:nvPr/>
          </p:nvCxnSpPr>
          <p:spPr>
            <a:xfrm flipV="1">
              <a:off x="2986788" y="5052291"/>
              <a:ext cx="181761" cy="706781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9AF2F19C-5A54-478A-9E1C-91B17FD503F0}"/>
                </a:ext>
              </a:extLst>
            </p:cNvPr>
            <p:cNvCxnSpPr>
              <a:cxnSpLocks/>
              <a:stCxn id="98" idx="6"/>
              <a:endCxn id="102" idx="2"/>
            </p:cNvCxnSpPr>
            <p:nvPr/>
          </p:nvCxnSpPr>
          <p:spPr>
            <a:xfrm>
              <a:off x="3312549" y="5052291"/>
              <a:ext cx="181761" cy="14400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F702E8FA-EB03-4132-9063-34662E89F9F7}"/>
                </a:ext>
              </a:extLst>
            </p:cNvPr>
            <p:cNvCxnSpPr>
              <a:cxnSpLocks/>
              <a:stCxn id="98" idx="6"/>
              <a:endCxn id="103" idx="2"/>
            </p:cNvCxnSpPr>
            <p:nvPr/>
          </p:nvCxnSpPr>
          <p:spPr>
            <a:xfrm>
              <a:off x="3312549" y="5052291"/>
              <a:ext cx="181761" cy="41182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C917C481-6270-4907-85AF-1DA9514766A3}"/>
                </a:ext>
              </a:extLst>
            </p:cNvPr>
            <p:cNvCxnSpPr>
              <a:cxnSpLocks/>
              <a:stCxn id="99" idx="6"/>
              <a:endCxn id="102" idx="2"/>
            </p:cNvCxnSpPr>
            <p:nvPr/>
          </p:nvCxnSpPr>
          <p:spPr>
            <a:xfrm flipV="1">
              <a:off x="3312549" y="5196291"/>
              <a:ext cx="181761" cy="12382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F30B4634-7DBF-4C85-A524-ED4B4A742692}"/>
                </a:ext>
              </a:extLst>
            </p:cNvPr>
            <p:cNvCxnSpPr>
              <a:cxnSpLocks/>
              <a:stCxn id="99" idx="6"/>
              <a:endCxn id="103" idx="2"/>
            </p:cNvCxnSpPr>
            <p:nvPr/>
          </p:nvCxnSpPr>
          <p:spPr>
            <a:xfrm>
              <a:off x="3312549" y="5320113"/>
              <a:ext cx="181761" cy="14400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1CE4BCEC-2A8D-4BD9-BE5A-71316B85D012}"/>
                </a:ext>
              </a:extLst>
            </p:cNvPr>
            <p:cNvCxnSpPr>
              <a:cxnSpLocks/>
              <a:stCxn id="100" idx="6"/>
              <a:endCxn id="102" idx="2"/>
            </p:cNvCxnSpPr>
            <p:nvPr/>
          </p:nvCxnSpPr>
          <p:spPr>
            <a:xfrm flipV="1">
              <a:off x="3312549" y="5196291"/>
              <a:ext cx="181761" cy="396218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E9DED36C-04C5-4E7C-BA49-1B05E379515E}"/>
                </a:ext>
              </a:extLst>
            </p:cNvPr>
            <p:cNvCxnSpPr>
              <a:cxnSpLocks/>
              <a:stCxn id="100" idx="6"/>
              <a:endCxn id="103" idx="2"/>
            </p:cNvCxnSpPr>
            <p:nvPr/>
          </p:nvCxnSpPr>
          <p:spPr>
            <a:xfrm flipV="1">
              <a:off x="3312549" y="5464113"/>
              <a:ext cx="181761" cy="128396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AD1957A3-A5DB-47F1-A6CD-84E0A5AD954D}"/>
              </a:ext>
            </a:extLst>
          </p:cNvPr>
          <p:cNvCxnSpPr>
            <a:cxnSpLocks/>
          </p:cNvCxnSpPr>
          <p:nvPr/>
        </p:nvCxnSpPr>
        <p:spPr>
          <a:xfrm>
            <a:off x="3095351" y="5583392"/>
            <a:ext cx="411414" cy="231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6FE4C663-311B-4AD9-8909-9A20B8BABC52}"/>
              </a:ext>
            </a:extLst>
          </p:cNvPr>
          <p:cNvCxnSpPr>
            <a:cxnSpLocks/>
          </p:cNvCxnSpPr>
          <p:nvPr/>
        </p:nvCxnSpPr>
        <p:spPr>
          <a:xfrm>
            <a:off x="4653991" y="5580108"/>
            <a:ext cx="411414" cy="231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4542F884-5B85-4FDA-B597-9AD6559ECA35}"/>
              </a:ext>
            </a:extLst>
          </p:cNvPr>
          <p:cNvCxnSpPr>
            <a:cxnSpLocks/>
          </p:cNvCxnSpPr>
          <p:nvPr/>
        </p:nvCxnSpPr>
        <p:spPr>
          <a:xfrm>
            <a:off x="5932607" y="5577681"/>
            <a:ext cx="411414" cy="231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4BE4DD10-CF2A-42D5-96C8-D8EA36CC2B0A}"/>
              </a:ext>
            </a:extLst>
          </p:cNvPr>
          <p:cNvSpPr txBox="1"/>
          <p:nvPr/>
        </p:nvSpPr>
        <p:spPr>
          <a:xfrm rot="21302449">
            <a:off x="7736778" y="5029482"/>
            <a:ext cx="18402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1">
                    <a:lumMod val="75000"/>
                  </a:schemeClr>
                </a:solidFill>
                <a:latin typeface="Segoe Print" panose="02000600000000000000" pitchFamily="2" charset="0"/>
              </a:rPr>
              <a:t>Problema </a:t>
            </a:r>
          </a:p>
          <a:p>
            <a:pPr algn="ctr"/>
            <a:r>
              <a:rPr lang="es-ES" dirty="0">
                <a:solidFill>
                  <a:schemeClr val="accent1">
                    <a:lumMod val="75000"/>
                  </a:schemeClr>
                </a:solidFill>
                <a:latin typeface="Segoe Print" panose="02000600000000000000" pitchFamily="2" charset="0"/>
              </a:rPr>
              <a:t>de la equifinalidad</a:t>
            </a:r>
            <a:endParaRPr lang="en-GB" dirty="0">
              <a:solidFill>
                <a:schemeClr val="accent1">
                  <a:lumMod val="75000"/>
                </a:schemeClr>
              </a:solidFill>
              <a:latin typeface="Segoe Print" panose="02000600000000000000" pitchFamily="2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CC0018DC-D723-41D7-8C99-F306E6ADF467}"/>
              </a:ext>
            </a:extLst>
          </p:cNvPr>
          <p:cNvSpPr txBox="1"/>
          <p:nvPr/>
        </p:nvSpPr>
        <p:spPr>
          <a:xfrm>
            <a:off x="948469" y="2166149"/>
            <a:ext cx="9996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GloFAS</a:t>
            </a:r>
            <a:r>
              <a:rPr lang="es-ES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los parámetros se transfieren a partir de la proximidad geográfica y climática.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5E58F2C-0BA9-4085-8918-A34AFD70FEE7}"/>
              </a:ext>
            </a:extLst>
          </p:cNvPr>
          <p:cNvSpPr txBox="1"/>
          <p:nvPr/>
        </p:nvSpPr>
        <p:spPr>
          <a:xfrm>
            <a:off x="670559" y="391886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LISFLOOD-OS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391E0D5A-35C1-4CFD-9E6D-DF280633B61F}"/>
              </a:ext>
            </a:extLst>
          </p:cNvPr>
          <p:cNvSpPr txBox="1"/>
          <p:nvPr/>
        </p:nvSpPr>
        <p:spPr>
          <a:xfrm>
            <a:off x="3372404" y="391883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Google Flood Hub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1768FDF2-21C2-4D78-BEE3-537347559269}"/>
              </a:ext>
            </a:extLst>
          </p:cNvPr>
          <p:cNvSpPr txBox="1"/>
          <p:nvPr/>
        </p:nvSpPr>
        <p:spPr>
          <a:xfrm>
            <a:off x="6072404" y="391883"/>
            <a:ext cx="2700000" cy="46166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s-ES"/>
              <a:t>Ajuste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5712956B-0122-4B18-B1FC-F81D7F1A326A}"/>
              </a:ext>
            </a:extLst>
          </p:cNvPr>
          <p:cNvSpPr txBox="1"/>
          <p:nvPr/>
        </p:nvSpPr>
        <p:spPr>
          <a:xfrm>
            <a:off x="8772404" y="389765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Parameter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76443F-D4F7-5D47-03FF-7A88582BD921}"/>
              </a:ext>
            </a:extLst>
          </p:cNvPr>
          <p:cNvSpPr txBox="1"/>
          <p:nvPr/>
        </p:nvSpPr>
        <p:spPr>
          <a:xfrm>
            <a:off x="670559" y="1318478"/>
            <a:ext cx="5741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s-ES" sz="2400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Modelos basados en procesos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E349FB-DFCA-E509-3B0D-A6DE2C71C01B}"/>
              </a:ext>
            </a:extLst>
          </p:cNvPr>
          <p:cNvSpPr txBox="1"/>
          <p:nvPr/>
        </p:nvSpPr>
        <p:spPr>
          <a:xfrm>
            <a:off x="670559" y="966488"/>
            <a:ext cx="9996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La 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regionalización</a:t>
            </a: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 estima los parámetros del modelo de las subcuencas </a:t>
            </a:r>
            <a:r>
              <a:rPr lang="es-ES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no aforadas</a:t>
            </a: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52EB08-458A-DF33-CDFF-7B1EEFDD3A7C}"/>
              </a:ext>
            </a:extLst>
          </p:cNvPr>
          <p:cNvSpPr txBox="1"/>
          <p:nvPr/>
        </p:nvSpPr>
        <p:spPr>
          <a:xfrm>
            <a:off x="670559" y="1728163"/>
            <a:ext cx="8687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Se transfieren los parámetros de cuencas similares que fueron previamente calibradas.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7103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1" grpId="0"/>
      <p:bldP spid="24" grpId="0"/>
      <p:bldP spid="85" grpId="0"/>
      <p:bldP spid="89" grpId="0"/>
      <p:bldP spid="155" grpId="0"/>
      <p:bldP spid="156" grpId="0"/>
      <p:bldP spid="4" grpId="0"/>
      <p:bldP spid="5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5E570-11A6-DF13-CD29-1480C6CBE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5A8B872F-3B17-83D2-759F-2C1E8EF89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94641" y="6467452"/>
            <a:ext cx="369651" cy="365125"/>
          </a:xfrm>
        </p:spPr>
        <p:txBody>
          <a:bodyPr/>
          <a:lstStyle/>
          <a:p>
            <a:fld id="{E7872BEF-DB94-6840-8AB0-1579DB081167}" type="slidenum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10</a:t>
            </a:fld>
            <a:endParaRPr lang="en-GB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B939D571-82A7-D243-A8D8-F7CF3962D739}"/>
              </a:ext>
            </a:extLst>
          </p:cNvPr>
          <p:cNvSpPr txBox="1"/>
          <p:nvPr/>
        </p:nvSpPr>
        <p:spPr>
          <a:xfrm>
            <a:off x="670559" y="391886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LISFLOOD-OS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869ACDE5-050B-D2FE-09B0-B1F30BE42358}"/>
              </a:ext>
            </a:extLst>
          </p:cNvPr>
          <p:cNvSpPr txBox="1"/>
          <p:nvPr/>
        </p:nvSpPr>
        <p:spPr>
          <a:xfrm>
            <a:off x="3372404" y="391883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Google Flood Hub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6F7712F5-E90A-4D7F-67A7-A9DC00D5C7E9}"/>
              </a:ext>
            </a:extLst>
          </p:cNvPr>
          <p:cNvSpPr txBox="1"/>
          <p:nvPr/>
        </p:nvSpPr>
        <p:spPr>
          <a:xfrm>
            <a:off x="6072404" y="391883"/>
            <a:ext cx="2700000" cy="46166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s-ES"/>
              <a:t>Ajuste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80222F2D-4C60-B59D-99D3-CE2AD7E043EC}"/>
              </a:ext>
            </a:extLst>
          </p:cNvPr>
          <p:cNvSpPr txBox="1"/>
          <p:nvPr/>
        </p:nvSpPr>
        <p:spPr>
          <a:xfrm>
            <a:off x="8772404" y="389765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Parameter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93A3A5-B20D-E0AE-80EE-F8392CA0FF2E}"/>
              </a:ext>
            </a:extLst>
          </p:cNvPr>
          <p:cNvSpPr txBox="1"/>
          <p:nvPr/>
        </p:nvSpPr>
        <p:spPr>
          <a:xfrm>
            <a:off x="670559" y="1318478"/>
            <a:ext cx="5741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s-ES" sz="2400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Modelos de aprendizaje profundo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A69D1B-A95E-3C12-B7DA-E902D92A6794}"/>
              </a:ext>
            </a:extLst>
          </p:cNvPr>
          <p:cNvSpPr txBox="1"/>
          <p:nvPr/>
        </p:nvSpPr>
        <p:spPr>
          <a:xfrm>
            <a:off x="670559" y="966488"/>
            <a:ext cx="9996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La 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regionalización</a:t>
            </a: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 estima los parámetros del modelo de las subcuencas </a:t>
            </a:r>
            <a:r>
              <a:rPr lang="es-ES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no aforadas</a:t>
            </a:r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8E7580-F519-7F9F-9878-419CC54ED7F5}"/>
              </a:ext>
            </a:extLst>
          </p:cNvPr>
          <p:cNvSpPr txBox="1"/>
          <p:nvPr/>
        </p:nvSpPr>
        <p:spPr>
          <a:xfrm>
            <a:off x="670559" y="1728163"/>
            <a:ext cx="81018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Calibri Light" panose="020F0302020204030204" pitchFamily="34" charset="0"/>
                <a:cs typeface="Calibri Light" panose="020F0302020204030204" pitchFamily="34" charset="0"/>
              </a:rPr>
              <a:t>No hay necesidad de regionalizar los parámetros del modelo puesto que no son uno de los datos de entrada del modelo.</a:t>
            </a:r>
            <a:endParaRPr lang="en-GB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036A5B0-5421-C1B2-A4C1-D755C0F9D523}"/>
              </a:ext>
            </a:extLst>
          </p:cNvPr>
          <p:cNvGrpSpPr>
            <a:grpSpLocks noChangeAspect="1"/>
          </p:cNvGrpSpPr>
          <p:nvPr/>
        </p:nvGrpSpPr>
        <p:grpSpPr>
          <a:xfrm>
            <a:off x="5180937" y="3673507"/>
            <a:ext cx="1620000" cy="1620000"/>
            <a:chOff x="3161352" y="1577119"/>
            <a:chExt cx="2076757" cy="2076757"/>
          </a:xfrm>
        </p:grpSpPr>
        <p:sp>
          <p:nvSpPr>
            <p:cNvPr id="11" name="Oval 10">
              <a:hlinkClick r:id="rId2"/>
              <a:extLst>
                <a:ext uri="{FF2B5EF4-FFF2-40B4-BE49-F238E27FC236}">
                  <a16:creationId xmlns:a16="http://schemas.microsoft.com/office/drawing/2014/main" id="{6775080B-66C4-76AC-DE3D-4922065D1D8F}"/>
                </a:ext>
              </a:extLst>
            </p:cNvPr>
            <p:cNvSpPr/>
            <p:nvPr/>
          </p:nvSpPr>
          <p:spPr>
            <a:xfrm>
              <a:off x="3161352" y="1577119"/>
              <a:ext cx="2076757" cy="207675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2" name="Oval 4">
              <a:extLst>
                <a:ext uri="{FF2B5EF4-FFF2-40B4-BE49-F238E27FC236}">
                  <a16:creationId xmlns:a16="http://schemas.microsoft.com/office/drawing/2014/main" id="{24D211D0-3ABB-2B95-13A2-8036136576BB}"/>
                </a:ext>
              </a:extLst>
            </p:cNvPr>
            <p:cNvSpPr txBox="1"/>
            <p:nvPr/>
          </p:nvSpPr>
          <p:spPr>
            <a:xfrm>
              <a:off x="3161352" y="1881253"/>
              <a:ext cx="2003579" cy="146848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</a:pPr>
              <a:r>
                <a:rPr lang="en-GB" sz="2000" kern="1200" dirty="0"/>
                <a:t>(FC) </a:t>
              </a:r>
            </a:p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</a:pPr>
              <a:r>
                <a:rPr lang="en-GB" sz="2000" kern="1200" dirty="0"/>
                <a:t>+</a:t>
              </a:r>
            </a:p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</a:pPr>
              <a:r>
                <a:rPr lang="en-GB" sz="2000" kern="1200" dirty="0"/>
                <a:t> LSTM </a:t>
              </a:r>
            </a:p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</a:pPr>
              <a:r>
                <a:rPr lang="en-GB" sz="2000" kern="1200" dirty="0"/>
                <a:t>+</a:t>
              </a:r>
            </a:p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</a:pPr>
              <a:r>
                <a:rPr lang="en-GB" sz="2000" kern="1200" dirty="0"/>
                <a:t> FC</a:t>
              </a:r>
              <a:endParaRPr lang="en-GB" sz="1600" kern="12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B9AA20-4003-015F-6148-DF079522DB2F}"/>
              </a:ext>
            </a:extLst>
          </p:cNvPr>
          <p:cNvGrpSpPr>
            <a:grpSpLocks noChangeAspect="1"/>
          </p:cNvGrpSpPr>
          <p:nvPr/>
        </p:nvGrpSpPr>
        <p:grpSpPr>
          <a:xfrm>
            <a:off x="3400030" y="2417186"/>
            <a:ext cx="1296000" cy="1296000"/>
            <a:chOff x="366752" y="1816577"/>
            <a:chExt cx="1491473" cy="1491473"/>
          </a:xfrm>
        </p:grpSpPr>
        <p:sp>
          <p:nvSpPr>
            <p:cNvPr id="14" name="Oval 13">
              <a:hlinkClick r:id="rId3" action="ppaction://hlinksldjump"/>
              <a:extLst>
                <a:ext uri="{FF2B5EF4-FFF2-40B4-BE49-F238E27FC236}">
                  <a16:creationId xmlns:a16="http://schemas.microsoft.com/office/drawing/2014/main" id="{78C883F5-FD2B-2FFE-586E-109351C073C8}"/>
                </a:ext>
              </a:extLst>
            </p:cNvPr>
            <p:cNvSpPr/>
            <p:nvPr/>
          </p:nvSpPr>
          <p:spPr>
            <a:xfrm>
              <a:off x="366752" y="1816577"/>
              <a:ext cx="1491473" cy="1491473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5" name="Oval 4">
              <a:extLst>
                <a:ext uri="{FF2B5EF4-FFF2-40B4-BE49-F238E27FC236}">
                  <a16:creationId xmlns:a16="http://schemas.microsoft.com/office/drawing/2014/main" id="{552C59B4-D530-8908-7BC8-041A2D63447E}"/>
                </a:ext>
              </a:extLst>
            </p:cNvPr>
            <p:cNvSpPr txBox="1"/>
            <p:nvPr/>
          </p:nvSpPr>
          <p:spPr>
            <a:xfrm>
              <a:off x="366752" y="2034998"/>
              <a:ext cx="1491473" cy="10546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970" tIns="13970" rIns="13970" bIns="1397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dirty="0" err="1"/>
                <a:t>p</a:t>
              </a:r>
              <a:r>
                <a:rPr lang="en-GB" kern="1200" dirty="0" err="1"/>
                <a:t>ropiedades</a:t>
              </a:r>
              <a:r>
                <a:rPr lang="en-GB" kern="1200" dirty="0"/>
                <a:t> </a:t>
              </a:r>
              <a:r>
                <a:rPr lang="en-GB" kern="1200" dirty="0" err="1"/>
                <a:t>físicas</a:t>
              </a:r>
              <a:endParaRPr lang="en-GB" kern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C2E8A66-C10D-AE06-538A-512E5841732D}"/>
              </a:ext>
            </a:extLst>
          </p:cNvPr>
          <p:cNvGrpSpPr>
            <a:grpSpLocks noChangeAspect="1"/>
          </p:cNvGrpSpPr>
          <p:nvPr/>
        </p:nvGrpSpPr>
        <p:grpSpPr>
          <a:xfrm>
            <a:off x="2741406" y="3835507"/>
            <a:ext cx="1296000" cy="1296000"/>
            <a:chOff x="366752" y="1816577"/>
            <a:chExt cx="1491473" cy="1491473"/>
          </a:xfrm>
        </p:grpSpPr>
        <p:sp>
          <p:nvSpPr>
            <p:cNvPr id="17" name="Oval 16">
              <a:hlinkClick r:id="rId3" action="ppaction://hlinksldjump"/>
              <a:extLst>
                <a:ext uri="{FF2B5EF4-FFF2-40B4-BE49-F238E27FC236}">
                  <a16:creationId xmlns:a16="http://schemas.microsoft.com/office/drawing/2014/main" id="{DB0FF761-6773-0D2D-735F-574367EDEAB7}"/>
                </a:ext>
              </a:extLst>
            </p:cNvPr>
            <p:cNvSpPr/>
            <p:nvPr/>
          </p:nvSpPr>
          <p:spPr>
            <a:xfrm>
              <a:off x="366752" y="1816577"/>
              <a:ext cx="1491473" cy="1491473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8" name="Oval 4">
              <a:extLst>
                <a:ext uri="{FF2B5EF4-FFF2-40B4-BE49-F238E27FC236}">
                  <a16:creationId xmlns:a16="http://schemas.microsoft.com/office/drawing/2014/main" id="{D764D8E8-4344-8327-F32B-017DB4BB90F6}"/>
                </a:ext>
              </a:extLst>
            </p:cNvPr>
            <p:cNvSpPr txBox="1"/>
            <p:nvPr/>
          </p:nvSpPr>
          <p:spPr>
            <a:xfrm>
              <a:off x="366752" y="2034998"/>
              <a:ext cx="1491473" cy="10546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970" tIns="13970" rIns="13970" bIns="1397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</a:pPr>
              <a:r>
                <a:rPr lang="en-GB" kern="1200" dirty="0" err="1"/>
                <a:t>meteoro-logía</a:t>
              </a:r>
              <a:endParaRPr lang="en-GB" sz="1400" kern="12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F2E376B1-FB57-37AE-D380-BF0414281E31}"/>
              </a:ext>
            </a:extLst>
          </p:cNvPr>
          <p:cNvSpPr>
            <a:spLocks noChangeAspect="1"/>
          </p:cNvSpPr>
          <p:nvPr/>
        </p:nvSpPr>
        <p:spPr>
          <a:xfrm>
            <a:off x="7730843" y="3835506"/>
            <a:ext cx="1296000" cy="12960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/>
              <a:t>caudal </a:t>
            </a:r>
            <a:r>
              <a:rPr lang="en-GB" dirty="0"/>
              <a:t>/ </a:t>
            </a:r>
            <a:r>
              <a:rPr lang="en-GB" dirty="0" err="1"/>
              <a:t>calado</a:t>
            </a:r>
            <a:endParaRPr lang="en-GB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13FABDB-14B8-F254-316E-DFBE0C426219}"/>
              </a:ext>
            </a:extLst>
          </p:cNvPr>
          <p:cNvCxnSpPr>
            <a:cxnSpLocks/>
            <a:stCxn id="14" idx="5"/>
            <a:endCxn id="12" idx="1"/>
          </p:cNvCxnSpPr>
          <p:nvPr/>
        </p:nvCxnSpPr>
        <p:spPr>
          <a:xfrm>
            <a:off x="4506235" y="3523391"/>
            <a:ext cx="674702" cy="960116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7B37A6A-5052-B443-43BA-6DB4D5A3A019}"/>
              </a:ext>
            </a:extLst>
          </p:cNvPr>
          <p:cNvCxnSpPr>
            <a:cxnSpLocks/>
            <a:stCxn id="18" idx="3"/>
            <a:endCxn id="12" idx="1"/>
          </p:cNvCxnSpPr>
          <p:nvPr/>
        </p:nvCxnSpPr>
        <p:spPr>
          <a:xfrm flipV="1">
            <a:off x="4037406" y="4483507"/>
            <a:ext cx="1143531" cy="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B481EE8-EA77-32E4-706C-DC200FF5FC02}"/>
              </a:ext>
            </a:extLst>
          </p:cNvPr>
          <p:cNvCxnSpPr>
            <a:stCxn id="11" idx="6"/>
            <a:endCxn id="19" idx="2"/>
          </p:cNvCxnSpPr>
          <p:nvPr/>
        </p:nvCxnSpPr>
        <p:spPr>
          <a:xfrm flipV="1">
            <a:off x="6800937" y="4483506"/>
            <a:ext cx="929906" cy="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2A8F7A3-42CF-666C-8096-77130440D0D2}"/>
              </a:ext>
            </a:extLst>
          </p:cNvPr>
          <p:cNvGrpSpPr>
            <a:grpSpLocks noChangeAspect="1"/>
          </p:cNvGrpSpPr>
          <p:nvPr/>
        </p:nvGrpSpPr>
        <p:grpSpPr>
          <a:xfrm>
            <a:off x="3412912" y="5253828"/>
            <a:ext cx="1296000" cy="1296000"/>
            <a:chOff x="366752" y="1816577"/>
            <a:chExt cx="1491473" cy="1491473"/>
          </a:xfrm>
        </p:grpSpPr>
        <p:sp>
          <p:nvSpPr>
            <p:cNvPr id="26" name="Oval 25">
              <a:hlinkClick r:id="rId3" action="ppaction://hlinksldjump"/>
              <a:extLst>
                <a:ext uri="{FF2B5EF4-FFF2-40B4-BE49-F238E27FC236}">
                  <a16:creationId xmlns:a16="http://schemas.microsoft.com/office/drawing/2014/main" id="{E3E8601D-5EAF-0FAB-9813-BDD6AC624EFE}"/>
                </a:ext>
              </a:extLst>
            </p:cNvPr>
            <p:cNvSpPr/>
            <p:nvPr/>
          </p:nvSpPr>
          <p:spPr>
            <a:xfrm>
              <a:off x="366752" y="1816577"/>
              <a:ext cx="1491473" cy="14914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Oval 4">
              <a:extLst>
                <a:ext uri="{FF2B5EF4-FFF2-40B4-BE49-F238E27FC236}">
                  <a16:creationId xmlns:a16="http://schemas.microsoft.com/office/drawing/2014/main" id="{6F0FE370-DFF7-9404-D12F-C47DD7746733}"/>
                </a:ext>
              </a:extLst>
            </p:cNvPr>
            <p:cNvSpPr txBox="1"/>
            <p:nvPr/>
          </p:nvSpPr>
          <p:spPr>
            <a:xfrm>
              <a:off x="366752" y="2034998"/>
              <a:ext cx="1491473" cy="10546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970" tIns="13970" rIns="13970" bIns="1397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</a:pPr>
              <a:r>
                <a:rPr lang="en-GB" dirty="0">
                  <a:solidFill>
                    <a:schemeClr val="bg2">
                      <a:lumMod val="50000"/>
                    </a:schemeClr>
                  </a:solidFill>
                </a:rPr>
                <a:t>caudal /</a:t>
              </a:r>
            </a:p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</a:pPr>
              <a:r>
                <a:rPr lang="en-GB" dirty="0" err="1">
                  <a:solidFill>
                    <a:schemeClr val="bg2">
                      <a:lumMod val="50000"/>
                    </a:schemeClr>
                  </a:solidFill>
                </a:rPr>
                <a:t>calado</a:t>
              </a:r>
              <a:endParaRPr lang="en-GB" sz="1400" kern="12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946C464-9A1B-F9A4-D19C-825A7B874444}"/>
              </a:ext>
            </a:extLst>
          </p:cNvPr>
          <p:cNvCxnSpPr>
            <a:cxnSpLocks/>
            <a:stCxn id="26" idx="7"/>
            <a:endCxn id="12" idx="1"/>
          </p:cNvCxnSpPr>
          <p:nvPr/>
        </p:nvCxnSpPr>
        <p:spPr>
          <a:xfrm flipV="1">
            <a:off x="4519117" y="4483507"/>
            <a:ext cx="661820" cy="960116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0477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E1BE6-5BB2-83EE-9FCA-0C073EB92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11</a:t>
            </a:fld>
            <a:endParaRPr lang="en-US"/>
          </a:p>
        </p:txBody>
      </p:sp>
      <p:sp>
        <p:nvSpPr>
          <p:cNvPr id="5" name="CuadroTexto 52">
            <a:extLst>
              <a:ext uri="{FF2B5EF4-FFF2-40B4-BE49-F238E27FC236}">
                <a16:creationId xmlns:a16="http://schemas.microsoft.com/office/drawing/2014/main" id="{B12D015F-A646-C883-E777-D4C3A4BAF7D6}"/>
              </a:ext>
            </a:extLst>
          </p:cNvPr>
          <p:cNvSpPr/>
          <p:nvPr/>
        </p:nvSpPr>
        <p:spPr>
          <a:xfrm>
            <a:off x="255032" y="991028"/>
            <a:ext cx="11559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s-ES" sz="2400" dirty="0" err="1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Catchment</a:t>
            </a:r>
            <a:r>
              <a:rPr lang="es-ES" sz="2400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400" dirty="0" err="1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Attributes</a:t>
            </a:r>
            <a:r>
              <a:rPr lang="es-ES" sz="2400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and </a:t>
            </a:r>
            <a:r>
              <a:rPr lang="es-ES" sz="2400" dirty="0" err="1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Meteorology</a:t>
            </a:r>
            <a:r>
              <a:rPr lang="es-ES" sz="2400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400" dirty="0" err="1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for</a:t>
            </a:r>
            <a:r>
              <a:rPr lang="es-ES" sz="2400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400" dirty="0" err="1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Large-sample</a:t>
            </a:r>
            <a:r>
              <a:rPr lang="es-ES" sz="2400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400" dirty="0" err="1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Studies</a:t>
            </a:r>
            <a:r>
              <a:rPr lang="es-ES" sz="2400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- España</a:t>
            </a:r>
          </a:p>
        </p:txBody>
      </p:sp>
      <p:pic>
        <p:nvPicPr>
          <p:cNvPr id="6" name="Imagen 192">
            <a:extLst>
              <a:ext uri="{FF2B5EF4-FFF2-40B4-BE49-F238E27FC236}">
                <a16:creationId xmlns:a16="http://schemas.microsoft.com/office/drawing/2014/main" id="{835C501B-C66D-AD64-F2CF-6DF9495192C1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4108832" y="2325826"/>
            <a:ext cx="8097120" cy="325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CuadroTexto 53">
            <a:extLst>
              <a:ext uri="{FF2B5EF4-FFF2-40B4-BE49-F238E27FC236}">
                <a16:creationId xmlns:a16="http://schemas.microsoft.com/office/drawing/2014/main" id="{CF0E1A71-D298-7237-544B-7197AE5B9B6D}"/>
              </a:ext>
            </a:extLst>
          </p:cNvPr>
          <p:cNvSpPr/>
          <p:nvPr/>
        </p:nvSpPr>
        <p:spPr>
          <a:xfrm>
            <a:off x="255032" y="2282986"/>
            <a:ext cx="4484520" cy="11988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Fuentes: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Caudal: Anuario de Aforos</a:t>
            </a:r>
            <a:r>
              <a:rPr lang="es-ES" dirty="0">
                <a:solidFill>
                  <a:schemeClr val="dk1"/>
                </a:solidFill>
                <a:latin typeface="Calibri light"/>
              </a:rPr>
              <a:t> (2020)</a:t>
            </a: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Meteorología: ERA5 &amp; EMO1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Atributos: </a:t>
            </a:r>
            <a:r>
              <a:rPr lang="es-ES" sz="1800" b="0" u="none" strike="noStrike" dirty="0" err="1">
                <a:solidFill>
                  <a:schemeClr val="dk1"/>
                </a:solidFill>
                <a:effectLst/>
                <a:uFillTx/>
                <a:latin typeface="Calibri light"/>
              </a:rPr>
              <a:t>HydroATLAS</a:t>
            </a: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 &amp; EFAS5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CuadroTexto 54">
            <a:extLst>
              <a:ext uri="{FF2B5EF4-FFF2-40B4-BE49-F238E27FC236}">
                <a16:creationId xmlns:a16="http://schemas.microsoft.com/office/drawing/2014/main" id="{9DF36C95-1841-BC71-A870-7A8ADAD25613}"/>
              </a:ext>
            </a:extLst>
          </p:cNvPr>
          <p:cNvSpPr/>
          <p:nvPr/>
        </p:nvSpPr>
        <p:spPr>
          <a:xfrm>
            <a:off x="258272" y="3504106"/>
            <a:ext cx="4493160" cy="19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Características: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Resolución diaria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1991 - 2020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Cuencas seleccionadas (269):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17480" lvl="2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6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≥ 100 km²</a:t>
            </a:r>
            <a:endParaRPr lang="es-E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17480" lvl="2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600" b="0" u="none" strike="noStrike" dirty="0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≥ </a:t>
            </a:r>
            <a:r>
              <a:rPr lang="es-ES" sz="1600" b="0" u="none" strike="noStrike" dirty="0">
                <a:solidFill>
                  <a:schemeClr val="dk1"/>
                </a:solidFill>
                <a:effectLst/>
                <a:uFillTx/>
                <a:latin typeface="Calibri light"/>
                <a:ea typeface="Aptos"/>
              </a:rPr>
              <a:t>8 años de datos</a:t>
            </a:r>
            <a:endParaRPr lang="es-E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17480" lvl="2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600" b="1" u="none" strike="noStrike" dirty="0">
                <a:solidFill>
                  <a:schemeClr val="dk1"/>
                </a:solidFill>
                <a:effectLst/>
                <a:uFillTx/>
                <a:latin typeface="Calibri light"/>
                <a:ea typeface="Aptos"/>
              </a:rPr>
              <a:t>No alteradas</a:t>
            </a:r>
            <a:endParaRPr lang="es-ES" sz="1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Imagen 195">
            <a:hlinkClick r:id="rId3"/>
            <a:extLst>
              <a:ext uri="{FF2B5EF4-FFF2-40B4-BE49-F238E27FC236}">
                <a16:creationId xmlns:a16="http://schemas.microsoft.com/office/drawing/2014/main" id="{956189DE-0A87-A02A-3E8C-6159860D08ED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9639152" y="992340"/>
            <a:ext cx="2175120" cy="109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Gráfico 11" descr="10.5281/zenodo.15040948">
            <a:extLst>
              <a:ext uri="{FF2B5EF4-FFF2-40B4-BE49-F238E27FC236}">
                <a16:creationId xmlns:a16="http://schemas.microsoft.com/office/drawing/2014/main" id="{21C3EABC-A95A-B14A-4CDD-D02BA593245C}"/>
              </a:ext>
            </a:extLst>
          </p:cNvPr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359139" y="1495310"/>
            <a:ext cx="181872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CuadroTexto 15">
            <a:extLst>
              <a:ext uri="{FF2B5EF4-FFF2-40B4-BE49-F238E27FC236}">
                <a16:creationId xmlns:a16="http://schemas.microsoft.com/office/drawing/2014/main" id="{61D1360D-E0E7-AFD5-8935-11F6CB14AA6F}"/>
              </a:ext>
            </a:extLst>
          </p:cNvPr>
          <p:cNvSpPr/>
          <p:nvPr/>
        </p:nvSpPr>
        <p:spPr>
          <a:xfrm>
            <a:off x="481320" y="6406200"/>
            <a:ext cx="3838320" cy="33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90000" tIns="45000" rIns="90000" bIns="45000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6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github.com/kratzert/Caravan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D4CCD8-8BCF-7AB8-2817-F1A9F476FD5D}"/>
              </a:ext>
            </a:extLst>
          </p:cNvPr>
          <p:cNvSpPr txBox="1"/>
          <p:nvPr/>
        </p:nvSpPr>
        <p:spPr>
          <a:xfrm>
            <a:off x="670559" y="391886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LISFLOOD-OS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9CDC98-AA9E-CDB0-143D-DD3B21F85B37}"/>
              </a:ext>
            </a:extLst>
          </p:cNvPr>
          <p:cNvSpPr txBox="1"/>
          <p:nvPr/>
        </p:nvSpPr>
        <p:spPr>
          <a:xfrm>
            <a:off x="3372404" y="391883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Google Flood Hub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9C80D7-7D54-2D70-C749-152FCD7D4047}"/>
              </a:ext>
            </a:extLst>
          </p:cNvPr>
          <p:cNvSpPr txBox="1"/>
          <p:nvPr/>
        </p:nvSpPr>
        <p:spPr>
          <a:xfrm>
            <a:off x="6072404" y="391883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s-ES"/>
              <a:t>Ajuste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255CA3-F0E6-B717-A174-942FE9D83D9E}"/>
              </a:ext>
            </a:extLst>
          </p:cNvPr>
          <p:cNvSpPr txBox="1"/>
          <p:nvPr/>
        </p:nvSpPr>
        <p:spPr>
          <a:xfrm>
            <a:off x="8772404" y="389765"/>
            <a:ext cx="2700000" cy="46166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CAMELS-ES v1</a:t>
            </a:r>
          </a:p>
        </p:txBody>
      </p:sp>
    </p:spTree>
    <p:extLst>
      <p:ext uri="{BB962C8B-B14F-4D97-AF65-F5344CB8AC3E}">
        <p14:creationId xmlns:p14="http://schemas.microsoft.com/office/powerpoint/2010/main" val="1557105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05F6A-18AB-D722-8A91-C629D7818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65B82-7C5C-973A-1493-FA8F6F01A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12</a:t>
            </a:fld>
            <a:endParaRPr lang="en-US"/>
          </a:p>
        </p:txBody>
      </p:sp>
      <p:sp>
        <p:nvSpPr>
          <p:cNvPr id="11" name="CuadroTexto 15">
            <a:extLst>
              <a:ext uri="{FF2B5EF4-FFF2-40B4-BE49-F238E27FC236}">
                <a16:creationId xmlns:a16="http://schemas.microsoft.com/office/drawing/2014/main" id="{40A4AFE9-7DA3-8297-3B9F-AFBC0F4D2D4F}"/>
              </a:ext>
            </a:extLst>
          </p:cNvPr>
          <p:cNvSpPr/>
          <p:nvPr/>
        </p:nvSpPr>
        <p:spPr>
          <a:xfrm>
            <a:off x="481320" y="6406200"/>
            <a:ext cx="3838320" cy="33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90000" tIns="45000" rIns="90000" bIns="45000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6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github.com/kratzert/Caravan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EE3E2D-2C3A-B811-2C78-D357AD5696D7}"/>
              </a:ext>
            </a:extLst>
          </p:cNvPr>
          <p:cNvSpPr txBox="1"/>
          <p:nvPr/>
        </p:nvSpPr>
        <p:spPr>
          <a:xfrm>
            <a:off x="670559" y="391886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LISFLOOD-OS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EE2466-4F82-82C7-85B8-329B50119F84}"/>
              </a:ext>
            </a:extLst>
          </p:cNvPr>
          <p:cNvSpPr txBox="1"/>
          <p:nvPr/>
        </p:nvSpPr>
        <p:spPr>
          <a:xfrm>
            <a:off x="3372404" y="391883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Google Flood Hub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70928C-E725-6850-2293-8570EAEC9697}"/>
              </a:ext>
            </a:extLst>
          </p:cNvPr>
          <p:cNvSpPr txBox="1"/>
          <p:nvPr/>
        </p:nvSpPr>
        <p:spPr>
          <a:xfrm>
            <a:off x="6072404" y="391883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s-ES"/>
              <a:t>Ajuste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9DD524-C355-690B-2494-3EB0F3A9CBD2}"/>
              </a:ext>
            </a:extLst>
          </p:cNvPr>
          <p:cNvSpPr txBox="1"/>
          <p:nvPr/>
        </p:nvSpPr>
        <p:spPr>
          <a:xfrm>
            <a:off x="8772404" y="389765"/>
            <a:ext cx="2700000" cy="46166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CAMELS-ES</a:t>
            </a:r>
          </a:p>
        </p:txBody>
      </p:sp>
      <p:pic>
        <p:nvPicPr>
          <p:cNvPr id="2" name="Picture 1" descr="A diagram of a machine&#10;&#10;AI-generated content may be incorrect.">
            <a:extLst>
              <a:ext uri="{FF2B5EF4-FFF2-40B4-BE49-F238E27FC236}">
                <a16:creationId xmlns:a16="http://schemas.microsoft.com/office/drawing/2014/main" id="{A7C21A51-AFAB-83F5-05AB-6C4989E60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257" y="2177133"/>
            <a:ext cx="7371046" cy="2855882"/>
          </a:xfrm>
          <a:prstGeom prst="rect">
            <a:avLst/>
          </a:prstGeom>
        </p:spPr>
      </p:pic>
      <p:sp>
        <p:nvSpPr>
          <p:cNvPr id="3" name="CuadroTexto 56">
            <a:extLst>
              <a:ext uri="{FF2B5EF4-FFF2-40B4-BE49-F238E27FC236}">
                <a16:creationId xmlns:a16="http://schemas.microsoft.com/office/drawing/2014/main" id="{F115E06C-53B8-F4DB-3E0E-4AB764B6E910}"/>
              </a:ext>
            </a:extLst>
          </p:cNvPr>
          <p:cNvSpPr/>
          <p:nvPr/>
        </p:nvSpPr>
        <p:spPr>
          <a:xfrm>
            <a:off x="670559" y="1490663"/>
            <a:ext cx="4244760" cy="20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1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Características del LSTM: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 dirty="0" err="1">
                <a:solidFill>
                  <a:schemeClr val="dk1"/>
                </a:solidFill>
                <a:effectLst/>
                <a:uFillTx/>
                <a:latin typeface="Calibri light"/>
              </a:rPr>
              <a:t>Dropout</a:t>
            </a: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: 0.4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 dirty="0" err="1">
                <a:solidFill>
                  <a:schemeClr val="dk1"/>
                </a:solidFill>
                <a:effectLst/>
                <a:uFillTx/>
                <a:latin typeface="Calibri light"/>
              </a:rPr>
              <a:t>Batch</a:t>
            </a: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lang="es-ES" sz="1800" b="0" u="none" strike="noStrike" dirty="0" err="1">
                <a:solidFill>
                  <a:schemeClr val="dk1"/>
                </a:solidFill>
                <a:effectLst/>
                <a:uFillTx/>
                <a:latin typeface="Calibri light"/>
              </a:rPr>
              <a:t>size</a:t>
            </a: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: 256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Límite de gradientes normalizados: 1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Tamaño de la capa densa: 128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Algoritmo de optimización: Adam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Función de coste: NSE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CuadroTexto 56">
            <a:extLst>
              <a:ext uri="{FF2B5EF4-FFF2-40B4-BE49-F238E27FC236}">
                <a16:creationId xmlns:a16="http://schemas.microsoft.com/office/drawing/2014/main" id="{367AA80B-E4BE-17B1-8F1F-E6CCC3484E77}"/>
              </a:ext>
            </a:extLst>
          </p:cNvPr>
          <p:cNvSpPr/>
          <p:nvPr/>
        </p:nvSpPr>
        <p:spPr>
          <a:xfrm>
            <a:off x="670559" y="3617857"/>
            <a:ext cx="4244760" cy="17528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1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Variables de entrada: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dirty="0">
                <a:solidFill>
                  <a:schemeClr val="dk1"/>
                </a:solidFill>
                <a:latin typeface="Calibri light"/>
              </a:rPr>
              <a:t>Atributos estáticos</a:t>
            </a: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:</a:t>
            </a:r>
          </a:p>
          <a:p>
            <a:pPr marL="958680" lvl="2" indent="-285840"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dirty="0" err="1">
                <a:solidFill>
                  <a:schemeClr val="dk1"/>
                </a:solidFill>
                <a:latin typeface="Calibri light"/>
              </a:rPr>
              <a:t>HydroAtlas</a:t>
            </a:r>
            <a:endParaRPr lang="es-ES" dirty="0">
              <a:solidFill>
                <a:schemeClr val="dk1"/>
              </a:solidFill>
              <a:latin typeface="Calibri light"/>
            </a:endParaRPr>
          </a:p>
          <a:p>
            <a:pPr marL="958680" lvl="2" indent="-285840"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dirty="0">
                <a:solidFill>
                  <a:schemeClr val="dk1"/>
                </a:solidFill>
                <a:latin typeface="Calibri light"/>
              </a:rPr>
              <a:t>Índices climáticos: ERA5</a:t>
            </a:r>
          </a:p>
          <a:p>
            <a:pPr marL="501480" lvl="1" indent="-285840"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Dinámicas:</a:t>
            </a:r>
          </a:p>
          <a:p>
            <a:pPr marL="958680" lvl="2" indent="-285840"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Meteorología: ERA5</a:t>
            </a:r>
          </a:p>
        </p:txBody>
      </p:sp>
      <p:sp>
        <p:nvSpPr>
          <p:cNvPr id="18" name="CuadroTexto 56">
            <a:extLst>
              <a:ext uri="{FF2B5EF4-FFF2-40B4-BE49-F238E27FC236}">
                <a16:creationId xmlns:a16="http://schemas.microsoft.com/office/drawing/2014/main" id="{90415BDD-7430-2E33-B0AC-B15207EBB1A0}"/>
              </a:ext>
            </a:extLst>
          </p:cNvPr>
          <p:cNvSpPr/>
          <p:nvPr/>
        </p:nvSpPr>
        <p:spPr>
          <a:xfrm>
            <a:off x="670559" y="5488043"/>
            <a:ext cx="424476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1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Variables objetivo:</a:t>
            </a: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Caudal observado</a:t>
            </a:r>
            <a:endParaRPr lang="es-ES" b="0" u="none" strike="noStrike" dirty="0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9" name="CuadroTexto 52">
            <a:extLst>
              <a:ext uri="{FF2B5EF4-FFF2-40B4-BE49-F238E27FC236}">
                <a16:creationId xmlns:a16="http://schemas.microsoft.com/office/drawing/2014/main" id="{88AC829D-EF74-BB23-B5CE-ADF21B835D80}"/>
              </a:ext>
            </a:extLst>
          </p:cNvPr>
          <p:cNvSpPr/>
          <p:nvPr/>
        </p:nvSpPr>
        <p:spPr>
          <a:xfrm>
            <a:off x="255032" y="991028"/>
            <a:ext cx="11559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s-ES" sz="2400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Modelo hidrológico</a:t>
            </a:r>
          </a:p>
        </p:txBody>
      </p:sp>
    </p:spTree>
    <p:extLst>
      <p:ext uri="{BB962C8B-B14F-4D97-AF65-F5344CB8AC3E}">
        <p14:creationId xmlns:p14="http://schemas.microsoft.com/office/powerpoint/2010/main" val="398872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6FCB6-B1EC-A388-BE76-11A8970FB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13</a:t>
            </a:fld>
            <a:endParaRPr lang="en-US"/>
          </a:p>
        </p:txBody>
      </p:sp>
      <p:sp>
        <p:nvSpPr>
          <p:cNvPr id="6" name="CuadroTexto 60">
            <a:extLst>
              <a:ext uri="{FF2B5EF4-FFF2-40B4-BE49-F238E27FC236}">
                <a16:creationId xmlns:a16="http://schemas.microsoft.com/office/drawing/2014/main" id="{9DC26DB8-5267-957C-D795-0FCB46B982FA}"/>
              </a:ext>
            </a:extLst>
          </p:cNvPr>
          <p:cNvSpPr/>
          <p:nvPr/>
        </p:nvSpPr>
        <p:spPr>
          <a:xfrm>
            <a:off x="291960" y="2125800"/>
            <a:ext cx="4045320" cy="138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Mediana KGE: 0.383 (pobre)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Calibri light"/>
                <a:ea typeface="Calibri light"/>
              </a:rPr>
              <a:t>Razones: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Clima árido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Regímenes fuertemente regulados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CuadroTexto 28">
            <a:extLst>
              <a:ext uri="{FF2B5EF4-FFF2-40B4-BE49-F238E27FC236}">
                <a16:creationId xmlns:a16="http://schemas.microsoft.com/office/drawing/2014/main" id="{F76209D6-F49C-4866-C65E-CAC6DE4BF9C4}"/>
              </a:ext>
            </a:extLst>
          </p:cNvPr>
          <p:cNvSpPr/>
          <p:nvPr/>
        </p:nvSpPr>
        <p:spPr>
          <a:xfrm>
            <a:off x="231840" y="1486440"/>
            <a:ext cx="100274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400" b="1" u="none" strike="noStrike">
                <a:solidFill>
                  <a:srgbClr val="08058A"/>
                </a:solidFill>
                <a:effectLst/>
                <a:uFillTx/>
                <a:latin typeface="Calibri"/>
                <a:ea typeface="Calibri"/>
              </a:rPr>
              <a:t>Referencia: EFAS5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" name="Image2 Copy 1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5E3247D7-E82F-D1CF-38CF-733CD3A45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56615" y="539047"/>
            <a:ext cx="7560000" cy="336537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38587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23368-4999-2DBD-3A85-74F8647AE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14</a:t>
            </a:fld>
            <a:endParaRPr lang="en-US"/>
          </a:p>
        </p:txBody>
      </p:sp>
      <p:sp>
        <p:nvSpPr>
          <p:cNvPr id="8" name="CuadroTexto 60">
            <a:extLst>
              <a:ext uri="{FF2B5EF4-FFF2-40B4-BE49-F238E27FC236}">
                <a16:creationId xmlns:a16="http://schemas.microsoft.com/office/drawing/2014/main" id="{94037EAE-CD1A-6F98-5F8E-99CCBBDA36C8}"/>
              </a:ext>
            </a:extLst>
          </p:cNvPr>
          <p:cNvSpPr/>
          <p:nvPr/>
        </p:nvSpPr>
        <p:spPr>
          <a:xfrm>
            <a:off x="242280" y="2125800"/>
            <a:ext cx="4095000" cy="16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Mediana KGE: 0.693 (bueno)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E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ES" sz="1800" b="0" u="none" strike="noStrike" dirty="0">
                <a:solidFill>
                  <a:srgbClr val="000000"/>
                </a:solidFill>
                <a:effectLst/>
                <a:uFillTx/>
                <a:latin typeface="Calibri light"/>
                <a:ea typeface="Calibri light"/>
              </a:rPr>
              <a:t>Comentarios: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Cierto sobreajuste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Gradiente de rendimiento hacia el Noroeste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CuadroTexto 28">
            <a:extLst>
              <a:ext uri="{FF2B5EF4-FFF2-40B4-BE49-F238E27FC236}">
                <a16:creationId xmlns:a16="http://schemas.microsoft.com/office/drawing/2014/main" id="{A82120BB-FD20-EF17-D042-20E13214F70A}"/>
              </a:ext>
            </a:extLst>
          </p:cNvPr>
          <p:cNvSpPr/>
          <p:nvPr/>
        </p:nvSpPr>
        <p:spPr>
          <a:xfrm>
            <a:off x="231840" y="1486440"/>
            <a:ext cx="100274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400" b="1" u="none" strike="noStrike">
                <a:solidFill>
                  <a:srgbClr val="08058A"/>
                </a:solidFill>
                <a:effectLst/>
                <a:uFillTx/>
                <a:latin typeface="Calibri"/>
                <a:ea typeface="Calibri"/>
              </a:rPr>
              <a:t>Modelo 1: LSTM caudal observado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" name="Image3">
            <a:extLst>
              <a:ext uri="{FF2B5EF4-FFF2-40B4-BE49-F238E27FC236}">
                <a16:creationId xmlns:a16="http://schemas.microsoft.com/office/drawing/2014/main" id="{B77D2F7B-5D64-B221-AC86-8072D1AEE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93800" y="2125800"/>
            <a:ext cx="7560000" cy="338120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84649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34850-414F-97E4-F9B0-7105A1F6D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15</a:t>
            </a:fld>
            <a:endParaRPr lang="en-US"/>
          </a:p>
        </p:txBody>
      </p:sp>
      <p:sp>
        <p:nvSpPr>
          <p:cNvPr id="5" name="CuadroTexto 53">
            <a:extLst>
              <a:ext uri="{FF2B5EF4-FFF2-40B4-BE49-F238E27FC236}">
                <a16:creationId xmlns:a16="http://schemas.microsoft.com/office/drawing/2014/main" id="{9EF628C0-9B91-7EF6-4F88-D447CA003FB4}"/>
              </a:ext>
            </a:extLst>
          </p:cNvPr>
          <p:cNvSpPr/>
          <p:nvPr/>
        </p:nvSpPr>
        <p:spPr>
          <a:xfrm>
            <a:off x="712232" y="845131"/>
            <a:ext cx="7476728" cy="25838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Limitaciones de CAMELS-ES v1: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Cobertura temporal: datos diarios hasta septiembre de 2020:</a:t>
            </a:r>
          </a:p>
          <a:p>
            <a:pPr marL="958680" lvl="2" indent="-285840"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dirty="0">
                <a:solidFill>
                  <a:schemeClr val="dk1"/>
                </a:solidFill>
                <a:latin typeface="Calibri light"/>
              </a:rPr>
              <a:t>Actualizar hasta septiembre de 2025</a:t>
            </a:r>
          </a:p>
          <a:p>
            <a:pPr marL="958680" lvl="2" indent="-285840"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dirty="0">
                <a:solidFill>
                  <a:schemeClr val="dk1"/>
                </a:solidFill>
                <a:latin typeface="Calibri light"/>
              </a:rPr>
              <a:t>No se utilizan los datos horarios</a:t>
            </a:r>
          </a:p>
          <a:p>
            <a:pPr marL="501480" lvl="1" indent="-285840"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Cobertura espacial: poca cobertura del sur y levante.</a:t>
            </a:r>
          </a:p>
          <a:p>
            <a:pPr marL="958680" lvl="2" indent="-285840"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dirty="0">
                <a:solidFill>
                  <a:schemeClr val="dk1"/>
                </a:solidFill>
                <a:latin typeface="Calibri light"/>
              </a:rPr>
              <a:t>Mejorar la selección de cuencas no alteradas con conocimiento local</a:t>
            </a:r>
          </a:p>
          <a:p>
            <a:pPr marL="958680" lvl="2" indent="-285840"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Añadir las cuencas internas de Cataluña y Andalucía</a:t>
            </a:r>
          </a:p>
          <a:p>
            <a:pPr marL="501480" lvl="1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Embalses: no se incluyen datos de embalses</a:t>
            </a:r>
          </a:p>
          <a:p>
            <a:pPr marL="958680" lvl="2" indent="-285840">
              <a:buClr>
                <a:srgbClr val="000000"/>
              </a:buClr>
              <a:buSzPct val="45000"/>
              <a:buFont typeface="Arial"/>
              <a:buChar char="•"/>
            </a:pPr>
            <a:r>
              <a:rPr lang="es-ES" dirty="0">
                <a:solidFill>
                  <a:schemeClr val="dk1"/>
                </a:solidFill>
                <a:latin typeface="Calibri light"/>
              </a:rPr>
              <a:t>Crear un conjunto de datos específico de embalses</a:t>
            </a:r>
            <a:endParaRPr lang="es-ES" b="0" u="none" strike="noStrike" dirty="0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" name="CuadroTexto 53">
            <a:extLst>
              <a:ext uri="{FF2B5EF4-FFF2-40B4-BE49-F238E27FC236}">
                <a16:creationId xmlns:a16="http://schemas.microsoft.com/office/drawing/2014/main" id="{9E0C831D-AFEF-D319-9976-986C2FA3AD92}"/>
              </a:ext>
            </a:extLst>
          </p:cNvPr>
          <p:cNvSpPr/>
          <p:nvPr/>
        </p:nvSpPr>
        <p:spPr>
          <a:xfrm>
            <a:off x="712232" y="3535895"/>
            <a:ext cx="7476728" cy="11988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Crear una plataforma de colaboración a nivel nacional para crear un conjunto de datos hidrometeorológicos de calidad con el que entrenar modelos de aprendizaje profundo.</a:t>
            </a:r>
            <a:endParaRPr lang="es-ES" sz="1800" dirty="0">
              <a:solidFill>
                <a:schemeClr val="dk1"/>
              </a:solidFill>
              <a:latin typeface="Calibri light"/>
            </a:endParaRPr>
          </a:p>
          <a:p>
            <a:pPr defTabSz="914400">
              <a:lnSpc>
                <a:spcPct val="100000"/>
              </a:lnSpc>
            </a:pPr>
            <a:r>
              <a:rPr lang="es-ES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Similar  los esfuerzos realizados por otros países.</a:t>
            </a:r>
            <a:endParaRPr lang="es-ES" sz="1800" b="0" u="none" strike="noStrike" dirty="0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267465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08363CA-9485-4F0B-8A22-B4A1131AC596}"/>
              </a:ext>
            </a:extLst>
          </p:cNvPr>
          <p:cNvSpPr/>
          <p:nvPr/>
        </p:nvSpPr>
        <p:spPr>
          <a:xfrm>
            <a:off x="0" y="0"/>
            <a:ext cx="4181839" cy="6858000"/>
          </a:xfrm>
          <a:prstGeom prst="rect">
            <a:avLst/>
          </a:prstGeom>
          <a:solidFill>
            <a:srgbClr val="C55A1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0983C1-323B-42AC-BA36-E9C3BD6370EB}"/>
              </a:ext>
            </a:extLst>
          </p:cNvPr>
          <p:cNvSpPr txBox="1"/>
          <p:nvPr/>
        </p:nvSpPr>
        <p:spPr>
          <a:xfrm>
            <a:off x="0" y="2987130"/>
            <a:ext cx="3887553" cy="584775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+mj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39428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7586</TotalTime>
  <Words>842</Words>
  <Application>Microsoft Office PowerPoint</Application>
  <PresentationFormat>Widescreen</PresentationFormat>
  <Paragraphs>256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Calibri light</vt:lpstr>
      <vt:lpstr>Cambria Math</vt:lpstr>
      <vt:lpstr>Consolas</vt:lpstr>
      <vt:lpstr>Segoe Print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CASADO RODRIGUEZ Jesus (JRC-ISPRA)</dc:creator>
  <cp:lastModifiedBy>Jesus Casado</cp:lastModifiedBy>
  <cp:revision>154</cp:revision>
  <dcterms:created xsi:type="dcterms:W3CDTF">2023-11-06T14:14:49Z</dcterms:created>
  <dcterms:modified xsi:type="dcterms:W3CDTF">2026-05-11T12:04:25Z</dcterms:modified>
</cp:coreProperties>
</file>
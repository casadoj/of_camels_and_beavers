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0" r:id="rId3"/>
    <p:sldId id="291" r:id="rId4"/>
    <p:sldId id="292" r:id="rId5"/>
    <p:sldId id="293" r:id="rId6"/>
    <p:sldId id="294" r:id="rId7"/>
    <p:sldId id="297" r:id="rId8"/>
    <p:sldId id="296" r:id="rId9"/>
    <p:sldId id="295" r:id="rId10"/>
    <p:sldId id="302" r:id="rId11"/>
    <p:sldId id="298" r:id="rId12"/>
    <p:sldId id="301" r:id="rId13"/>
    <p:sldId id="300" r:id="rId14"/>
    <p:sldId id="303" r:id="rId15"/>
    <p:sldId id="299" r:id="rId16"/>
    <p:sldId id="304" r:id="rId17"/>
    <p:sldId id="305" r:id="rId18"/>
    <p:sldId id="306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95CFE1B-B890-4AE2-B144-3F68C1BDBB8D}">
          <p14:sldIdLst>
            <p14:sldId id="256"/>
          </p14:sldIdLst>
        </p14:section>
        <p14:section name="Intro" id="{658D7D54-E7D7-4920-9992-8DA64824479F}">
          <p14:sldIdLst>
            <p14:sldId id="290"/>
            <p14:sldId id="291"/>
          </p14:sldIdLst>
        </p14:section>
        <p14:section name="CAMELS-ES v1" id="{96532EEB-31AE-4ABC-9BCA-136B165F44CD}">
          <p14:sldIdLst>
            <p14:sldId id="292"/>
            <p14:sldId id="293"/>
            <p14:sldId id="294"/>
            <p14:sldId id="297"/>
            <p14:sldId id="296"/>
          </p14:sldIdLst>
        </p14:section>
        <p14:section name="CAMELS &amp; BEAVERS" id="{DCF64247-2FE5-4EF2-A3AB-55A1ABDD7E03}">
          <p14:sldIdLst>
            <p14:sldId id="295"/>
          </p14:sldIdLst>
        </p14:section>
        <p14:section name="DL en Hidrología" id="{EAAED23C-F450-4E3D-B54F-1886901FEE2F}">
          <p14:sldIdLst>
            <p14:sldId id="302"/>
            <p14:sldId id="298"/>
            <p14:sldId id="301"/>
            <p14:sldId id="300"/>
            <p14:sldId id="303"/>
            <p14:sldId id="299"/>
            <p14:sldId id="304"/>
            <p14:sldId id="305"/>
            <p14:sldId id="30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DBBD"/>
    <a:srgbClr val="EAFBF8"/>
    <a:srgbClr val="009684"/>
    <a:srgbClr val="004940"/>
    <a:srgbClr val="2CDBD6"/>
    <a:srgbClr val="2FDC8E"/>
    <a:srgbClr val="004C42"/>
    <a:srgbClr val="000000"/>
    <a:srgbClr val="C55A1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BE4C-FBF5-4D9C-94FB-530A34F84EC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EEE55-152B-4EC7-9F2E-35311E21D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1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152B-F9FB-433B-A2E0-F380F2DC0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A4366-06B3-435A-8FA1-C41B2AC1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D18-3B85-4BCC-8937-39A98417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D2C1-3381-4949-9C05-0BF7D778AA4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53FD-CF29-413E-B06D-D9BBFD5C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7E7A-84E3-41C9-BD77-CA9494AE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45B-2361-474F-8938-1AC08E3D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400B-9FE4-470E-92CC-14426E47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ADDB-10CE-4C6E-A06D-EDB2BD0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E812-952E-49F6-8757-06DEF9216D4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A9C8-3A0A-4EE1-8CF6-C989528F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6A3-4E69-48F4-97D3-06216560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207D-32E0-4CAD-A0DC-6EF160E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FF7E-7DF8-4F4A-A112-0A3609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96E9-36C2-4639-B47B-B65D0232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38CF-84EE-4924-B040-12F370921513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EF22-0EEA-4CB0-9860-9891718F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36B7-101F-4C52-98BC-2DA0A03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8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1CC-1FB6-4279-9E10-B5A085B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5A5-A27D-4E7F-841D-64EE33E4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0583-29C3-46E3-ABA2-D96AF780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57241-3E26-4C04-B988-A25D141B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FACB-68C4-48DE-AF62-9FB1E966FBD2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75E6-80F0-4819-AADA-1E33AF1D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A224-6383-4210-B228-C06E8712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5BB4-3F71-4035-9173-A1AC939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6F13A-64D2-462F-A89C-D94F54E2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F80B-6DB7-46DC-B9A6-82AB6F38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42A7-2CE5-4F42-84DC-BF0F64848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02B9-A1DC-41F3-8567-8B4F6969E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7C29A-7D5B-4420-8DAB-AFA7BE96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6FA0-AD96-49DF-A023-8F5D8D7E14CF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4BAB-A452-4F96-8FF9-EDAC0A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95353-962B-4437-8FFB-211B2B57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450D-356E-433B-B023-07BC67F3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0B60-ECB4-4966-A7E2-677BD7E8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9136-5C3E-4F93-9CB1-30B2894F2CE8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8848-604A-4C67-B4B7-4ADE21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82E5A-98AC-4408-85D8-B96A2774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015CA-C613-493E-872B-C3213CB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29DC-051E-4570-8A0A-B9D5E742E900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ED28-BA21-49CD-83BA-7ED2E6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25BA-3AE1-4A7D-AB3D-DB6CF0C5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B76-BDE5-42DB-B0EE-DB84C3A2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9D90-EAC1-4A7F-8A36-2AC76B6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C9F-F560-4A9D-8978-95EF07E8E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C641-FB01-4749-B475-16BB8EF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E573-FBCC-4372-9502-B40681BD8A8F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98D-8CA9-4808-9CC2-C9B65704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9353-D498-4664-A6CD-18F3222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5DD-E1E3-41CA-9BCD-A262C87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B854B-4433-4F06-B539-49D0BFF2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F073-3A6F-42B5-8C6B-08339EE2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9685-180B-46D9-B88B-F7DF3CE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FF89-EBC6-4D63-BA54-9BD8D0A7B612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651-6A5B-4642-ADE6-D191D75D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C01E-9B3F-4560-A62D-6A0302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1A4-6B9C-43C6-83D6-96AF45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C6E0-1B89-44B8-9A7D-B8A64BF6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A910-0DE6-4FC9-91EC-ECFDC7E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A20DD-628D-42F3-9E4D-BC6B9D2E7677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9FC-AD8A-4204-9752-37491FCE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165-959F-496D-A4A0-2869266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1E44-7990-433A-AE77-38ED240E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97B01-D664-43B1-B8D8-50E074E9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95B3-EC7C-4832-B2CA-F30DC67E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3AAB-D7A6-4F7D-ABDA-8B8B1FB7679C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B8E-E5E4-47AE-AEDD-EFE4C37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CD5F-3609-4051-A6FA-59E487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BBC3D-5CF7-4E16-857E-657A538F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8EED-7341-4E94-8BC3-BB021E77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8CF8-9A7A-43DC-94B5-A772AC57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C7DD-409D-46C7-92B6-0BB1EFDAC08F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058A-E453-4227-AEBE-19825191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94D9-448C-4C4D-87EB-D93ADB655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athergenerator.eu/" TargetMode="Externa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hyperlink" Target="https://github.com/kratzert/Caravan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slide" Target="slide10.xml"/><Relationship Id="rId2" Type="http://schemas.openxmlformats.org/officeDocument/2006/relationships/hyperlink" Target="https://doi.org/10.5281/zenodo.1504094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8.jpeg"/><Relationship Id="rId5" Type="http://schemas.openxmlformats.org/officeDocument/2006/relationships/hyperlink" Target="https://polipapers.upv.es/index.php/IA/article/view/25084" TargetMode="External"/><Relationship Id="rId10" Type="http://schemas.openxmlformats.org/officeDocument/2006/relationships/slide" Target="slide9.xml"/><Relationship Id="rId4" Type="http://schemas.openxmlformats.org/officeDocument/2006/relationships/image" Target="../media/image6.svg"/><Relationship Id="rId9" Type="http://schemas.openxmlformats.org/officeDocument/2006/relationships/slide" Target="slide2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oi.org/10.5281/zenodo.15040948" TargetMode="External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ipapers.upv.es/index.php/IA/article/view/25084" TargetMode="External"/><Relationship Id="rId11" Type="http://schemas.openxmlformats.org/officeDocument/2006/relationships/slide" Target="slide9.xml"/><Relationship Id="rId5" Type="http://schemas.openxmlformats.org/officeDocument/2006/relationships/image" Target="../media/image6.sv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oi.org/10.5281/zenodo.15040948" TargetMode="External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ipapers.upv.es/index.php/IA/article/view/25084" TargetMode="External"/><Relationship Id="rId11" Type="http://schemas.openxmlformats.org/officeDocument/2006/relationships/slide" Target="slide9.xml"/><Relationship Id="rId5" Type="http://schemas.openxmlformats.org/officeDocument/2006/relationships/image" Target="../media/image6.sv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oi.org/10.5281/zenodo.15040948" TargetMode="External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ipapers.upv.es/index.php/IA/article/view/25084" TargetMode="External"/><Relationship Id="rId11" Type="http://schemas.openxmlformats.org/officeDocument/2006/relationships/slide" Target="slide9.xml"/><Relationship Id="rId5" Type="http://schemas.openxmlformats.org/officeDocument/2006/relationships/image" Target="../media/image6.sv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oi.org/10.5281/zenodo.15040948" TargetMode="External"/><Relationship Id="rId7" Type="http://schemas.openxmlformats.org/officeDocument/2006/relationships/image" Target="../media/image7.png"/><Relationship Id="rId12" Type="http://schemas.openxmlformats.org/officeDocument/2006/relationships/slide" Target="slide10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ipapers.upv.es/index.php/IA/article/view/25084" TargetMode="External"/><Relationship Id="rId11" Type="http://schemas.openxmlformats.org/officeDocument/2006/relationships/slide" Target="slide9.xml"/><Relationship Id="rId5" Type="http://schemas.openxmlformats.org/officeDocument/2006/relationships/image" Target="../media/image6.svg"/><Relationship Id="rId10" Type="http://schemas.openxmlformats.org/officeDocument/2006/relationships/slide" Target="slide2.xml"/><Relationship Id="rId4" Type="http://schemas.openxmlformats.org/officeDocument/2006/relationships/image" Target="../media/image5.png"/><Relationship Id="rId9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4.xml"/><Relationship Id="rId7" Type="http://schemas.openxmlformats.org/officeDocument/2006/relationships/hyperlink" Target="https://casadoj.github.io/of_camels_and_beaver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5.png"/><Relationship Id="rId7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6.xml"/><Relationship Id="rId7" Type="http://schemas.openxmlformats.org/officeDocument/2006/relationships/slide" Target="slide4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7.xml"/><Relationship Id="rId10" Type="http://schemas.openxmlformats.org/officeDocument/2006/relationships/slide" Target="slide10.xml"/><Relationship Id="rId4" Type="http://schemas.openxmlformats.org/officeDocument/2006/relationships/slide" Target="slide8.xml"/><Relationship Id="rId9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4.xml"/><Relationship Id="rId7" Type="http://schemas.openxmlformats.org/officeDocument/2006/relationships/hyperlink" Target="https://github.com/ec-jrc/lisflood-cod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slide" Target="slide10.xml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slide" Target="slide9.xml"/><Relationship Id="rId5" Type="http://schemas.openxmlformats.org/officeDocument/2006/relationships/image" Target="../media/image18.png"/><Relationship Id="rId10" Type="http://schemas.openxmlformats.org/officeDocument/2006/relationships/slide" Target="slide2.xml"/><Relationship Id="rId4" Type="http://schemas.openxmlformats.org/officeDocument/2006/relationships/image" Target="../media/image171.png"/><Relationship Id="rId9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22.png"/><Relationship Id="rId7" Type="http://schemas.openxmlformats.org/officeDocument/2006/relationships/slide" Target="slide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9.png"/><Relationship Id="rId18" Type="http://schemas.openxmlformats.org/officeDocument/2006/relationships/slide" Target="slide10.xml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8.png"/><Relationship Id="rId17" Type="http://schemas.openxmlformats.org/officeDocument/2006/relationships/slide" Target="slide9.xml"/><Relationship Id="rId2" Type="http://schemas.openxmlformats.org/officeDocument/2006/relationships/image" Target="../media/image120.png"/><Relationship Id="rId16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slide" Target="slide4.xml"/><Relationship Id="rId10" Type="http://schemas.openxmlformats.org/officeDocument/2006/relationships/image" Target="../media/image26.png"/><Relationship Id="rId4" Type="http://schemas.openxmlformats.org/officeDocument/2006/relationships/image" Target="../media/image140.png"/><Relationship Id="rId9" Type="http://schemas.openxmlformats.org/officeDocument/2006/relationships/image" Target="../media/image25.png"/><Relationship Id="rId1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4.xml"/><Relationship Id="rId7" Type="http://schemas.openxmlformats.org/officeDocument/2006/relationships/hyperlink" Target="https://github.com/ec-jrc/lisflood-cod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9681B4-CA36-D7AD-C22D-9C08AACCA425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B70-F3A9-45A9-AF9B-3CCF7EBEAD7B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EC12D-8020-4FDD-8990-6DDBA79677A6}"/>
              </a:ext>
            </a:extLst>
          </p:cNvPr>
          <p:cNvSpPr txBox="1"/>
          <p:nvPr/>
        </p:nvSpPr>
        <p:spPr>
          <a:xfrm>
            <a:off x="136524" y="2126838"/>
            <a:ext cx="4181839" cy="234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s-E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s-E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CAMELS-ES v1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s-E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s-E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Hidrología y aprendizaje profundo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AE89E-AA14-07E6-1FC0-DA9A71E8FFBF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s-ES" sz="3200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&amp; BEAVERS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A7834-9600-8537-EEEC-28EA13B9B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pic>
        <p:nvPicPr>
          <p:cNvPr id="14" name="Picture 13" descr="NASA: imagen aérea tras la DANA 29-O en Valencia">
            <a:extLst>
              <a:ext uri="{FF2B5EF4-FFF2-40B4-BE49-F238E27FC236}">
                <a16:creationId xmlns:a16="http://schemas.microsoft.com/office/drawing/2014/main" id="{865EEC16-028F-2D1E-D039-8E9AFE0C50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B87DEC-02EA-72C2-7A3C-21A9B425AD3E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5E51BA-9209-2B00-F5DF-8DADF6CB0534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9F759-95B7-793F-D96F-33B1735A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93E69E-25EB-DF67-F0D4-B61D8E47DEE6}"/>
              </a:ext>
            </a:extLst>
          </p:cNvPr>
          <p:cNvSpPr txBox="1"/>
          <p:nvPr/>
        </p:nvSpPr>
        <p:spPr>
          <a:xfrm>
            <a:off x="700782" y="2545779"/>
            <a:ext cx="1094153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Crear dos conjuntos de datos que recopilen los datos hidrometeorológicos de España: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Cuencas en estado “natural”: </a:t>
            </a:r>
            <a:r>
              <a:rPr lang="es-ES" sz="1700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CAMELS-ES </a:t>
            </a: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Catchment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Attributes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Meteorology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for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Large-scale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Samples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– España</a:t>
            </a: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Embalses: </a:t>
            </a:r>
            <a:r>
              <a:rPr lang="es-ES" sz="1700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BEAVERS-ES </a:t>
            </a: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Basin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rEservoir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Attributes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Volume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Evaporation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s-ES" sz="1600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Release</a:t>
            </a:r>
            <a:r>
              <a:rPr lang="es-E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time Series – España</a:t>
            </a: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s-ES" sz="1000" b="1" dirty="0">
              <a:solidFill>
                <a:schemeClr val="accent2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Entrenar </a:t>
            </a:r>
            <a:r>
              <a:rPr lang="es-ES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hidrológicos de aprendizaje profundo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a escala nacional.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Un modelo en régimen natural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Un modelo de gestión de embalses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Un modelo general que combine los dos anteriores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15296-4931-F121-FEB0-7CD4DD337E42}"/>
              </a:ext>
            </a:extLst>
          </p:cNvPr>
          <p:cNvSpPr txBox="1"/>
          <p:nvPr/>
        </p:nvSpPr>
        <p:spPr>
          <a:xfrm>
            <a:off x="670559" y="2029714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C054EB-782D-C9B9-1857-241921C9D4B7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D30223BA-F0A9-5094-61D9-42A85A80D0EC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877A14AA-D582-834B-F4C7-46B79D91F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5C1394-4244-A009-BD39-762CAEF9F6B2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Rectangle: Rounded Corners 25">
            <a:hlinkClick r:id="rId3" action="ppaction://hlinksldjump"/>
            <a:extLst>
              <a:ext uri="{FF2B5EF4-FFF2-40B4-BE49-F238E27FC236}">
                <a16:creationId xmlns:a16="http://schemas.microsoft.com/office/drawing/2014/main" id="{5C8C055C-4034-9BD8-D187-7A808D0A7A2F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25" name="Rectangle: Rounded Corners 24">
            <a:hlinkClick r:id="rId4" action="ppaction://hlinksldjump"/>
            <a:extLst>
              <a:ext uri="{FF2B5EF4-FFF2-40B4-BE49-F238E27FC236}">
                <a16:creationId xmlns:a16="http://schemas.microsoft.com/office/drawing/2014/main" id="{10796D1C-5009-5A57-58D6-FAA4AD04CBC4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9130C509-6744-BDBF-00F4-33A4CD33C68A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0" name="Rectangle: Rounded Corners 29">
            <a:hlinkClick r:id="rId6" action="ppaction://hlinksldjump"/>
            <a:extLst>
              <a:ext uri="{FF2B5EF4-FFF2-40B4-BE49-F238E27FC236}">
                <a16:creationId xmlns:a16="http://schemas.microsoft.com/office/drawing/2014/main" id="{DEF3289B-A1B6-F6CF-6335-75ED431D72BC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139251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F158-2296-DCC5-1DE8-A4D50FF6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CD8A7-AEAF-4E1E-772A-1E6C3512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3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85E87-0112-4B36-B271-2E639D490D9D}"/>
              </a:ext>
            </a:extLst>
          </p:cNvPr>
          <p:cNvSpPr txBox="1"/>
          <p:nvPr/>
        </p:nvSpPr>
        <p:spPr>
          <a:xfrm>
            <a:off x="670560" y="2320862"/>
            <a:ext cx="863357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Esta investigación se enmarca dentro del proyecto </a:t>
            </a:r>
            <a:r>
              <a:rPr lang="es-E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Horizon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Europe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 err="1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Weather</a:t>
            </a:r>
            <a:r>
              <a:rPr lang="es-ES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 err="1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Generator</a:t>
            </a:r>
            <a:r>
              <a:rPr lang="es-ES" dirty="0">
                <a:solidFill>
                  <a:srgbClr val="2CDBD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a través de la empresa </a:t>
            </a:r>
            <a:r>
              <a:rPr lang="es-ES" b="1" dirty="0" err="1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Kajo</a:t>
            </a:r>
            <a:r>
              <a:rPr lang="es-ES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 err="1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Services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0" lvl="1"/>
            <a:endParaRPr lang="es-ES" sz="1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Acceso a información hidrológica: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Series actualizadas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Series horarias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Embalses: datos de nivel no incluidos en el </a:t>
            </a:r>
            <a:r>
              <a:rPr lang="es-ES" sz="17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Anuario de Aforos</a:t>
            </a:r>
          </a:p>
          <a:p>
            <a:pPr marL="800100" lvl="1" indent="-342900">
              <a:buFont typeface="+mj-lt"/>
              <a:buAutoNum type="alphaLcPeriod"/>
            </a:pPr>
            <a:endParaRPr lang="es-ES" sz="1000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Selección de estaciones con datos de calidad: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Estaciones de aforo en régimen natural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Caudal de entrada en los embalses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E865E-4A5F-87DD-BC79-C5971EAFAAAF}"/>
              </a:ext>
            </a:extLst>
          </p:cNvPr>
          <p:cNvSpPr txBox="1"/>
          <p:nvPr/>
        </p:nvSpPr>
        <p:spPr>
          <a:xfrm>
            <a:off x="670559" y="1859197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dirty="0"/>
              <a:t>Colaboración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7C5AFA-3F1C-C366-1824-F7240766320B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A3074-AF45-840F-64FA-421DE912BB0B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EE249FCB-C2ED-D28E-7E73-09786059E363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" name="Picture 12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8435599E-705D-1C35-69C6-FD477141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4EE1E7-8D8B-6249-01C8-0F781CB5B294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" name="Rectangle: Rounded Corners 14">
            <a:hlinkClick r:id="rId3" action="ppaction://hlinksldjump"/>
            <a:extLst>
              <a:ext uri="{FF2B5EF4-FFF2-40B4-BE49-F238E27FC236}">
                <a16:creationId xmlns:a16="http://schemas.microsoft.com/office/drawing/2014/main" id="{8CF947E8-5ADE-9A2C-5BEE-171D15AFD766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16" name="Rectangle: Rounded Corners 15">
            <a:hlinkClick r:id="rId4" action="ppaction://hlinksldjump"/>
            <a:extLst>
              <a:ext uri="{FF2B5EF4-FFF2-40B4-BE49-F238E27FC236}">
                <a16:creationId xmlns:a16="http://schemas.microsoft.com/office/drawing/2014/main" id="{572DBEA6-9073-30FB-AE1A-D3076829A3E5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17" name="Rectangle: Rounded Corners 16">
            <a:hlinkClick r:id="rId5" action="ppaction://hlinksldjump"/>
            <a:extLst>
              <a:ext uri="{FF2B5EF4-FFF2-40B4-BE49-F238E27FC236}">
                <a16:creationId xmlns:a16="http://schemas.microsoft.com/office/drawing/2014/main" id="{A57B3A2D-926B-F0B7-00E4-8B38C8A947DD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pic>
        <p:nvPicPr>
          <p:cNvPr id="27" name="Picture 26" descr="A blue and green logo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942EFE8D-27F1-A876-9AD9-B6CB52FBB0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133" y="2320862"/>
            <a:ext cx="2338187" cy="1209144"/>
          </a:xfrm>
          <a:prstGeom prst="rect">
            <a:avLst/>
          </a:prstGeom>
        </p:spPr>
      </p:pic>
      <p:sp>
        <p:nvSpPr>
          <p:cNvPr id="29" name="Rectangle: Rounded Corners 28">
            <a:hlinkClick r:id="rId8" action="ppaction://hlinksldjump"/>
            <a:extLst>
              <a:ext uri="{FF2B5EF4-FFF2-40B4-BE49-F238E27FC236}">
                <a16:creationId xmlns:a16="http://schemas.microsoft.com/office/drawing/2014/main" id="{52EA7987-061A-9A6E-A1D6-7C760BE4EB12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417410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F24A8-05FD-A520-4914-43EFAEA0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4</a:t>
            </a:fld>
            <a:endParaRPr lang="en-US"/>
          </a:p>
        </p:txBody>
      </p:sp>
      <p:sp>
        <p:nvSpPr>
          <p:cNvPr id="9" name="CuadroTexto 52">
            <a:extLst>
              <a:ext uri="{FF2B5EF4-FFF2-40B4-BE49-F238E27FC236}">
                <a16:creationId xmlns:a16="http://schemas.microsoft.com/office/drawing/2014/main" id="{216ECB82-936B-148C-35F2-09E468AE52BB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Conjunto de datos</a:t>
            </a:r>
          </a:p>
        </p:txBody>
      </p:sp>
      <p:pic>
        <p:nvPicPr>
          <p:cNvPr id="13" name="Gráfico 11" descr="10.5281/zenodo.15040948">
            <a:hlinkClick r:id="rId2"/>
            <a:extLst>
              <a:ext uri="{FF2B5EF4-FFF2-40B4-BE49-F238E27FC236}">
                <a16:creationId xmlns:a16="http://schemas.microsoft.com/office/drawing/2014/main" id="{95329D15-F25E-D477-1E41-EC095023CAAB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4016" y="1522126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16" descr="A blue background with white numbers&#10;&#10;AI-generated content may be incorrect.">
            <a:hlinkClick r:id="rId5"/>
            <a:extLst>
              <a:ext uri="{FF2B5EF4-FFF2-40B4-BE49-F238E27FC236}">
                <a16:creationId xmlns:a16="http://schemas.microsoft.com/office/drawing/2014/main" id="{10843970-7BDF-DE5C-F49F-E25DA5134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79" y="1520974"/>
            <a:ext cx="1335027" cy="19202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1CD701-382B-64A1-B3B7-D937D30412C9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1F436D-FFE6-E355-4A02-BFFC09021EF8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24" name="Left Bracket 23">
              <a:extLst>
                <a:ext uri="{FF2B5EF4-FFF2-40B4-BE49-F238E27FC236}">
                  <a16:creationId xmlns:a16="http://schemas.microsoft.com/office/drawing/2014/main" id="{8E48AD19-DAA5-B7C6-E8C2-5CC58B73A838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Picture 24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9E61C242-7AC6-3C96-73CC-AF9E7961C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47FF8F-65E2-74E3-6D31-7B8CA0D5F3D1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7" name="Rectangle: Rounded Corners 26">
            <a:hlinkClick r:id="rId8" action="ppaction://hlinksldjump"/>
            <a:extLst>
              <a:ext uri="{FF2B5EF4-FFF2-40B4-BE49-F238E27FC236}">
                <a16:creationId xmlns:a16="http://schemas.microsoft.com/office/drawing/2014/main" id="{C98197E9-7DA9-5AC6-CF75-17991594268F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28" name="Rectangle: Rounded Corners 27">
            <a:hlinkClick r:id="rId9" action="ppaction://hlinksldjump"/>
            <a:extLst>
              <a:ext uri="{FF2B5EF4-FFF2-40B4-BE49-F238E27FC236}">
                <a16:creationId xmlns:a16="http://schemas.microsoft.com/office/drawing/2014/main" id="{DE925062-B230-B668-3968-162595FC07C1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29" name="Rectangle: Rounded Corners 28">
            <a:hlinkClick r:id="rId10" action="ppaction://hlinksldjump"/>
            <a:extLst>
              <a:ext uri="{FF2B5EF4-FFF2-40B4-BE49-F238E27FC236}">
                <a16:creationId xmlns:a16="http://schemas.microsoft.com/office/drawing/2014/main" id="{88CB5B91-48FC-15ED-F013-00D2F41E056C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2" name="CuadroTexto 53">
            <a:extLst>
              <a:ext uri="{FF2B5EF4-FFF2-40B4-BE49-F238E27FC236}">
                <a16:creationId xmlns:a16="http://schemas.microsoft.com/office/drawing/2014/main" id="{8152F09F-B8E0-D128-D3B0-C07C3BEA9B9B}"/>
              </a:ext>
            </a:extLst>
          </p:cNvPr>
          <p:cNvSpPr/>
          <p:nvPr/>
        </p:nvSpPr>
        <p:spPr>
          <a:xfrm>
            <a:off x="590320" y="2017655"/>
            <a:ext cx="3594464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Fuentes: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Caudal: 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Anuario de Aforos (</a:t>
            </a:r>
            <a:r>
              <a:rPr lang="es-ES" sz="1600" dirty="0">
                <a:latin typeface="Calibri light"/>
              </a:rPr>
              <a:t>2020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Meteorología: </a:t>
            </a:r>
          </a:p>
          <a:p>
            <a:pPr marL="715963" lvl="1" indent="-2730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ERA5 (ECMWF)</a:t>
            </a:r>
          </a:p>
          <a:p>
            <a:pPr marL="715963" lvl="1" indent="-2730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EMO1 (EC-JRC)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Atributos: </a:t>
            </a:r>
            <a:r>
              <a:rPr lang="es-ES" dirty="0" err="1">
                <a:latin typeface="Calibri light"/>
              </a:rPr>
              <a:t>HydroATLAS</a:t>
            </a:r>
            <a:r>
              <a:rPr lang="es-ES" dirty="0">
                <a:latin typeface="Calibri light"/>
              </a:rPr>
              <a:t> &amp; EFAS5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latin typeface="Calibri light"/>
            </a:endParaRPr>
          </a:p>
          <a:p>
            <a:r>
              <a:rPr lang="es-ES" b="1" dirty="0">
                <a:solidFill>
                  <a:srgbClr val="009684"/>
                </a:solidFill>
                <a:latin typeface="Calibri light"/>
              </a:rPr>
              <a:t>Características: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Resolución diaria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1991-2020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Cuencas seleccionadas (269):</a:t>
            </a:r>
          </a:p>
          <a:p>
            <a:pPr marL="715963" lvl="1" indent="-273050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Cuenca </a:t>
            </a:r>
            <a:r>
              <a:rPr lang="es-ES" dirty="0">
                <a:solidFill>
                  <a:schemeClr val="dk1"/>
                </a:solidFill>
                <a:latin typeface="Calibri light"/>
              </a:rPr>
              <a:t>≥ 100 km²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715963" lvl="1" indent="-273050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Datos ≥ 8 años</a:t>
            </a:r>
          </a:p>
          <a:p>
            <a:pPr marL="715963" lvl="1" indent="-2730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2CDBBD"/>
                </a:solidFill>
                <a:latin typeface="Calibri light"/>
              </a:rPr>
              <a:t>No alteradas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649EE1-1787-85A3-FA6E-4364909433C3}"/>
              </a:ext>
            </a:extLst>
          </p:cNvPr>
          <p:cNvGrpSpPr/>
          <p:nvPr/>
        </p:nvGrpSpPr>
        <p:grpSpPr>
          <a:xfrm>
            <a:off x="3999759" y="2314916"/>
            <a:ext cx="7642561" cy="3250080"/>
            <a:chOff x="3828910" y="2173511"/>
            <a:chExt cx="7642561" cy="3250080"/>
          </a:xfrm>
        </p:grpSpPr>
        <p:pic>
          <p:nvPicPr>
            <p:cNvPr id="10" name="Imagen 192">
              <a:extLst>
                <a:ext uri="{FF2B5EF4-FFF2-40B4-BE49-F238E27FC236}">
                  <a16:creationId xmlns:a16="http://schemas.microsoft.com/office/drawing/2014/main" id="{7B1DAC18-1C71-FB4C-1D5C-A8CDD6E2755A}"/>
                </a:ext>
              </a:extLst>
            </p:cNvPr>
            <p:cNvPicPr/>
            <p:nvPr/>
          </p:nvPicPr>
          <p:blipFill>
            <a:blip r:embed="rId11"/>
            <a:srcRect r="45768"/>
            <a:stretch/>
          </p:blipFill>
          <p:spPr>
            <a:xfrm>
              <a:off x="3828910" y="2173511"/>
              <a:ext cx="4391263" cy="3250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Imagen 192">
              <a:extLst>
                <a:ext uri="{FF2B5EF4-FFF2-40B4-BE49-F238E27FC236}">
                  <a16:creationId xmlns:a16="http://schemas.microsoft.com/office/drawing/2014/main" id="{FD5CAD6A-D59F-731A-6DBD-EA5BF993256E}"/>
                </a:ext>
              </a:extLst>
            </p:cNvPr>
            <p:cNvPicPr/>
            <p:nvPr/>
          </p:nvPicPr>
          <p:blipFill>
            <a:blip r:embed="rId11"/>
            <a:srcRect l="59846"/>
            <a:stretch/>
          </p:blipFill>
          <p:spPr>
            <a:xfrm>
              <a:off x="8220173" y="2173511"/>
              <a:ext cx="3251298" cy="3250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5" name="Rectangle: Rounded Corners 34">
            <a:hlinkClick r:id="rId12" action="ppaction://hlinksldjump"/>
            <a:extLst>
              <a:ext uri="{FF2B5EF4-FFF2-40B4-BE49-F238E27FC236}">
                <a16:creationId xmlns:a16="http://schemas.microsoft.com/office/drawing/2014/main" id="{72BE3B96-FC97-2065-00E8-5EADE2B5D15A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pic>
        <p:nvPicPr>
          <p:cNvPr id="36" name="Imagen 195">
            <a:hlinkClick r:id="rId13"/>
            <a:extLst>
              <a:ext uri="{FF2B5EF4-FFF2-40B4-BE49-F238E27FC236}">
                <a16:creationId xmlns:a16="http://schemas.microsoft.com/office/drawing/2014/main" id="{143CE0E6-7929-8E5B-4075-50C0CF480E0C}"/>
              </a:ext>
            </a:extLst>
          </p:cNvPr>
          <p:cNvPicPr/>
          <p:nvPr/>
        </p:nvPicPr>
        <p:blipFill>
          <a:blip r:embed="rId14"/>
          <a:stretch/>
        </p:blipFill>
        <p:spPr>
          <a:xfrm>
            <a:off x="9467200" y="990608"/>
            <a:ext cx="2175120" cy="109512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68970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A0363-0479-B67A-24C2-EF8D5C42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1BE278AE-77B7-7E3B-4924-9B9C88F4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72" y="2527032"/>
            <a:ext cx="7371046" cy="2855882"/>
          </a:xfrm>
          <a:prstGeom prst="rect">
            <a:avLst/>
          </a:prstGeom>
        </p:spPr>
      </p:pic>
      <p:sp>
        <p:nvSpPr>
          <p:cNvPr id="6" name="CuadroTexto 56">
            <a:extLst>
              <a:ext uri="{FF2B5EF4-FFF2-40B4-BE49-F238E27FC236}">
                <a16:creationId xmlns:a16="http://schemas.microsoft.com/office/drawing/2014/main" id="{1742B784-9D4F-0BA6-3E98-29047BD71D74}"/>
              </a:ext>
            </a:extLst>
          </p:cNvPr>
          <p:cNvSpPr/>
          <p:nvPr/>
        </p:nvSpPr>
        <p:spPr>
          <a:xfrm>
            <a:off x="590320" y="1873265"/>
            <a:ext cx="647339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Red neuronal recurrente de tipo Long Short-</a:t>
            </a:r>
            <a:r>
              <a:rPr lang="es-ES" sz="180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Term</a:t>
            </a:r>
            <a:r>
              <a:rPr lang="es-ES" sz="180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Memory</a:t>
            </a:r>
            <a:r>
              <a:rPr lang="es-ES" sz="180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(LSTM).</a:t>
            </a:r>
            <a:endParaRPr lang="es-E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uadroTexto 52">
            <a:extLst>
              <a:ext uri="{FF2B5EF4-FFF2-40B4-BE49-F238E27FC236}">
                <a16:creationId xmlns:a16="http://schemas.microsoft.com/office/drawing/2014/main" id="{3FDED180-DF21-040D-83EC-A105CDD00027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 hidrológico</a:t>
            </a:r>
          </a:p>
        </p:txBody>
      </p:sp>
      <p:pic>
        <p:nvPicPr>
          <p:cNvPr id="24" name="Gráfico 11" descr="10.5281/zenodo.15040948">
            <a:hlinkClick r:id="rId3"/>
            <a:extLst>
              <a:ext uri="{FF2B5EF4-FFF2-40B4-BE49-F238E27FC236}">
                <a16:creationId xmlns:a16="http://schemas.microsoft.com/office/drawing/2014/main" id="{3BC728C3-FBB0-75A6-3A56-9137677AE1B2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94016" y="1522126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24" descr="A blue background with white numb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56A147A1-078C-0194-CF81-893467CF02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79" y="1520974"/>
            <a:ext cx="1335027" cy="192024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130549-D711-0258-6DD1-329C37794C8C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D6A853-5E10-350F-CC4A-2F85A0B67BF2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28" name="Left Bracket 27">
              <a:extLst>
                <a:ext uri="{FF2B5EF4-FFF2-40B4-BE49-F238E27FC236}">
                  <a16:creationId xmlns:a16="http://schemas.microsoft.com/office/drawing/2014/main" id="{2B0BB3BB-0F9C-859B-40DF-4CF965C58DC7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9" name="Picture 28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F042DEB2-B5FE-6FCE-549A-C956A2C91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452C66-FF0D-B3D9-7ED2-F1E3BA97960B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" name="Rectangle: Rounded Corners 30">
            <a:hlinkClick r:id="rId9" action="ppaction://hlinksldjump"/>
            <a:extLst>
              <a:ext uri="{FF2B5EF4-FFF2-40B4-BE49-F238E27FC236}">
                <a16:creationId xmlns:a16="http://schemas.microsoft.com/office/drawing/2014/main" id="{3075DBD0-29D2-F138-3936-1C4960118CF7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2" name="Rectangle: Rounded Corners 31">
            <a:hlinkClick r:id="rId10" action="ppaction://hlinksldjump"/>
            <a:extLst>
              <a:ext uri="{FF2B5EF4-FFF2-40B4-BE49-F238E27FC236}">
                <a16:creationId xmlns:a16="http://schemas.microsoft.com/office/drawing/2014/main" id="{FD07D26B-4246-35F3-FFA4-2C735E2CC45D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3" name="Rectangle: Rounded Corners 32">
            <a:hlinkClick r:id="rId11" action="ppaction://hlinksldjump"/>
            <a:extLst>
              <a:ext uri="{FF2B5EF4-FFF2-40B4-BE49-F238E27FC236}">
                <a16:creationId xmlns:a16="http://schemas.microsoft.com/office/drawing/2014/main" id="{CF9428B3-BB4C-0422-FEDA-14A637612B07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6" name="CuadroTexto 53">
            <a:extLst>
              <a:ext uri="{FF2B5EF4-FFF2-40B4-BE49-F238E27FC236}">
                <a16:creationId xmlns:a16="http://schemas.microsoft.com/office/drawing/2014/main" id="{F74C6389-059C-3918-7604-88C8F1FDA6AF}"/>
              </a:ext>
            </a:extLst>
          </p:cNvPr>
          <p:cNvSpPr/>
          <p:nvPr/>
        </p:nvSpPr>
        <p:spPr>
          <a:xfrm>
            <a:off x="590320" y="2757865"/>
            <a:ext cx="3594464" cy="23376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Variables de entrada: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Atributos estáticos:</a:t>
            </a: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dk1"/>
                </a:solidFill>
                <a:latin typeface="Calibri light"/>
              </a:rPr>
              <a:t>HydroAtlas</a:t>
            </a:r>
            <a:endParaRPr lang="es-ES" sz="1600" dirty="0">
              <a:solidFill>
                <a:schemeClr val="dk1"/>
              </a:solidFill>
              <a:latin typeface="Calibri light"/>
            </a:endParaRP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Índices climáticos: ERA5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Dinámicas:</a:t>
            </a: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Meteorologías: ERA5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latin typeface="Calibri light"/>
            </a:endParaRPr>
          </a:p>
          <a:p>
            <a:r>
              <a:rPr lang="es-ES" b="1" dirty="0">
                <a:solidFill>
                  <a:srgbClr val="009684"/>
                </a:solidFill>
                <a:latin typeface="Calibri light"/>
              </a:rPr>
              <a:t>Variable objetivo: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Caudal específico</a:t>
            </a:r>
            <a:endParaRPr lang="es-ES" b="1" dirty="0">
              <a:solidFill>
                <a:srgbClr val="2CDBBD"/>
              </a:solidFill>
              <a:latin typeface="Calibri light"/>
            </a:endParaRPr>
          </a:p>
        </p:txBody>
      </p:sp>
      <p:sp>
        <p:nvSpPr>
          <p:cNvPr id="37" name="Rectangle: Rounded Corners 36">
            <a:hlinkClick r:id="rId12" action="ppaction://hlinksldjump"/>
            <a:extLst>
              <a:ext uri="{FF2B5EF4-FFF2-40B4-BE49-F238E27FC236}">
                <a16:creationId xmlns:a16="http://schemas.microsoft.com/office/drawing/2014/main" id="{AB866451-C162-BBC0-3AB0-F8FF7B286A53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35618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6A5F5-ED8F-0751-0885-AD525B24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6</a:t>
            </a:fld>
            <a:endParaRPr lang="en-US"/>
          </a:p>
        </p:txBody>
      </p:sp>
      <p:pic>
        <p:nvPicPr>
          <p:cNvPr id="10" name="Image2 Copy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5FB51BE9-751D-CD1C-DF2E-493F2F4BE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2320" y="2172935"/>
            <a:ext cx="7560000" cy="3365371"/>
          </a:xfrm>
          <a:prstGeom prst="rect">
            <a:avLst/>
          </a:prstGeom>
          <a:noFill/>
        </p:spPr>
      </p:pic>
      <p:sp>
        <p:nvSpPr>
          <p:cNvPr id="21" name="CuadroTexto 52">
            <a:extLst>
              <a:ext uri="{FF2B5EF4-FFF2-40B4-BE49-F238E27FC236}">
                <a16:creationId xmlns:a16="http://schemas.microsoft.com/office/drawing/2014/main" id="{F8767BD7-248B-36B5-E423-1EC25F727C43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Rendimiento EFAS5</a:t>
            </a:r>
          </a:p>
        </p:txBody>
      </p:sp>
      <p:pic>
        <p:nvPicPr>
          <p:cNvPr id="22" name="Gráfico 11" descr="10.5281/zenodo.15040948">
            <a:hlinkClick r:id="rId3"/>
            <a:extLst>
              <a:ext uri="{FF2B5EF4-FFF2-40B4-BE49-F238E27FC236}">
                <a16:creationId xmlns:a16="http://schemas.microsoft.com/office/drawing/2014/main" id="{49A1FFD5-07E8-C26F-9B0F-A3548C1B0E35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94016" y="1522126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22" descr="A blue background with white numb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A735B32F-4BAA-6D4D-3F43-C4D52EFDB5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79" y="1520974"/>
            <a:ext cx="1335027" cy="19202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95AE2B3-63FE-869A-4B28-60EA0B2B4A3F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4AC41A-EDEC-20BC-04B2-BE805E3EE2CD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26" name="Left Bracket 25">
              <a:extLst>
                <a:ext uri="{FF2B5EF4-FFF2-40B4-BE49-F238E27FC236}">
                  <a16:creationId xmlns:a16="http://schemas.microsoft.com/office/drawing/2014/main" id="{303BE116-E4B4-2DDE-CEDA-BEAE86CC48BC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7" name="Picture 2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E873B2B8-ABB7-70B0-E6AA-5C3D3CCE5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CEBEAE-EF5D-B76D-5970-1AAEA7A6271B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Rectangle: Rounded Corners 28">
            <a:hlinkClick r:id="rId9" action="ppaction://hlinksldjump"/>
            <a:extLst>
              <a:ext uri="{FF2B5EF4-FFF2-40B4-BE49-F238E27FC236}">
                <a16:creationId xmlns:a16="http://schemas.microsoft.com/office/drawing/2014/main" id="{34CC3C41-4A26-EF77-B385-1AFEA138CAF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0" name="Rectangle: Rounded Corners 29">
            <a:hlinkClick r:id="rId10" action="ppaction://hlinksldjump"/>
            <a:extLst>
              <a:ext uri="{FF2B5EF4-FFF2-40B4-BE49-F238E27FC236}">
                <a16:creationId xmlns:a16="http://schemas.microsoft.com/office/drawing/2014/main" id="{4695D54A-94D2-2E60-3FEB-48C0950B5C06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1" name="Rectangle: Rounded Corners 30">
            <a:hlinkClick r:id="rId11" action="ppaction://hlinksldjump"/>
            <a:extLst>
              <a:ext uri="{FF2B5EF4-FFF2-40B4-BE49-F238E27FC236}">
                <a16:creationId xmlns:a16="http://schemas.microsoft.com/office/drawing/2014/main" id="{CAF36021-B664-5254-0029-FB56B4BFEA1A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3" name="CuadroTexto 53">
            <a:extLst>
              <a:ext uri="{FF2B5EF4-FFF2-40B4-BE49-F238E27FC236}">
                <a16:creationId xmlns:a16="http://schemas.microsoft.com/office/drawing/2014/main" id="{A0681775-4135-2867-A5A9-DF3A77FB711F}"/>
              </a:ext>
            </a:extLst>
          </p:cNvPr>
          <p:cNvSpPr/>
          <p:nvPr/>
        </p:nvSpPr>
        <p:spPr>
          <a:xfrm>
            <a:off x="590320" y="2172935"/>
            <a:ext cx="3492000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Mediana KGE: 0.383</a:t>
            </a:r>
          </a:p>
          <a:p>
            <a:pPr defTabSz="914400">
              <a:lnSpc>
                <a:spcPct val="100000"/>
              </a:lnSpc>
            </a:pPr>
            <a:endParaRPr lang="es-ES" b="1" dirty="0">
              <a:solidFill>
                <a:srgbClr val="009684"/>
              </a:solidFill>
              <a:latin typeface="Calibri light"/>
            </a:endParaRPr>
          </a:p>
          <a:p>
            <a:pPr defTabSz="914400">
              <a:lnSpc>
                <a:spcPct val="100000"/>
              </a:lnSpc>
            </a:pPr>
            <a:r>
              <a:rPr lang="es-ES" sz="1800" u="none" strike="noStrike" dirty="0">
                <a:effectLst/>
                <a:uFillTx/>
                <a:latin typeface="Calibri light"/>
              </a:rPr>
              <a:t>Razones: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Clima árido</a:t>
            </a:r>
            <a:endParaRPr lang="es-ES" sz="1600" dirty="0">
              <a:solidFill>
                <a:schemeClr val="dk1"/>
              </a:solidFill>
              <a:latin typeface="Calibri light"/>
            </a:endParaRP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Regímenes fuertemente regulados</a:t>
            </a:r>
            <a:endParaRPr lang="es-ES" b="1" dirty="0">
              <a:solidFill>
                <a:srgbClr val="2CDBBD"/>
              </a:solidFill>
              <a:latin typeface="Calibri light"/>
            </a:endParaRPr>
          </a:p>
        </p:txBody>
      </p:sp>
      <p:sp>
        <p:nvSpPr>
          <p:cNvPr id="34" name="Rectangle: Rounded Corners 33">
            <a:hlinkClick r:id="rId12" action="ppaction://hlinksldjump"/>
            <a:extLst>
              <a:ext uri="{FF2B5EF4-FFF2-40B4-BE49-F238E27FC236}">
                <a16:creationId xmlns:a16="http://schemas.microsoft.com/office/drawing/2014/main" id="{90C6107F-CE87-B78D-55F4-67E05278553F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249722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6DB8-6535-0A76-FF5F-A0F2CC7E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">
            <a:extLst>
              <a:ext uri="{FF2B5EF4-FFF2-40B4-BE49-F238E27FC236}">
                <a16:creationId xmlns:a16="http://schemas.microsoft.com/office/drawing/2014/main" id="{9D825896-667B-7E30-751D-6B1B02D3D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29227" y="2172935"/>
            <a:ext cx="7560000" cy="338120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E2E94-4237-22DE-1287-BA874A34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7</a:t>
            </a:fld>
            <a:endParaRPr lang="en-US"/>
          </a:p>
        </p:txBody>
      </p:sp>
      <p:sp>
        <p:nvSpPr>
          <p:cNvPr id="21" name="CuadroTexto 52">
            <a:extLst>
              <a:ext uri="{FF2B5EF4-FFF2-40B4-BE49-F238E27FC236}">
                <a16:creationId xmlns:a16="http://schemas.microsoft.com/office/drawing/2014/main" id="{AF85B1E1-B558-2601-EE9A-10210FC819CA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Rendimiento LSTM</a:t>
            </a:r>
          </a:p>
        </p:txBody>
      </p:sp>
      <p:pic>
        <p:nvPicPr>
          <p:cNvPr id="22" name="Gráfico 11" descr="10.5281/zenodo.15040948">
            <a:hlinkClick r:id="rId3"/>
            <a:extLst>
              <a:ext uri="{FF2B5EF4-FFF2-40B4-BE49-F238E27FC236}">
                <a16:creationId xmlns:a16="http://schemas.microsoft.com/office/drawing/2014/main" id="{8DB796F7-6481-1230-0D2D-B2A9F2D04852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94016" y="1522126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22" descr="A blue background with white numb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1BE178A6-8AD7-8552-68F8-428F183BB1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79" y="1520974"/>
            <a:ext cx="1335027" cy="19202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CCD4A77-6983-28B2-3EA1-7DEC98662A8A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5A4B91-5BB5-701A-A4BB-90112A85BD07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26" name="Left Bracket 25">
              <a:extLst>
                <a:ext uri="{FF2B5EF4-FFF2-40B4-BE49-F238E27FC236}">
                  <a16:creationId xmlns:a16="http://schemas.microsoft.com/office/drawing/2014/main" id="{3F18410A-7B7B-A5A5-8EB1-2A78A22EDF10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7" name="Picture 2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05A58AC2-EEC1-C571-0F7C-21EF23593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1734FA-4349-30A8-455F-E2FA52A7D08C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Rectangle: Rounded Corners 28">
            <a:hlinkClick r:id="rId9" action="ppaction://hlinksldjump"/>
            <a:extLst>
              <a:ext uri="{FF2B5EF4-FFF2-40B4-BE49-F238E27FC236}">
                <a16:creationId xmlns:a16="http://schemas.microsoft.com/office/drawing/2014/main" id="{0554AD01-A4ED-77D1-6767-F9ADF04D1BC7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0" name="Rectangle: Rounded Corners 29">
            <a:hlinkClick r:id="rId10" action="ppaction://hlinksldjump"/>
            <a:extLst>
              <a:ext uri="{FF2B5EF4-FFF2-40B4-BE49-F238E27FC236}">
                <a16:creationId xmlns:a16="http://schemas.microsoft.com/office/drawing/2014/main" id="{605520F7-D61A-1883-2C66-A9E1C4E07ABA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1" name="Rectangle: Rounded Corners 30">
            <a:hlinkClick r:id="rId11" action="ppaction://hlinksldjump"/>
            <a:extLst>
              <a:ext uri="{FF2B5EF4-FFF2-40B4-BE49-F238E27FC236}">
                <a16:creationId xmlns:a16="http://schemas.microsoft.com/office/drawing/2014/main" id="{951964F2-516D-04AD-A15B-E60472C4C5DD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4" name="CuadroTexto 53">
            <a:extLst>
              <a:ext uri="{FF2B5EF4-FFF2-40B4-BE49-F238E27FC236}">
                <a16:creationId xmlns:a16="http://schemas.microsoft.com/office/drawing/2014/main" id="{E5531561-FA99-244A-7516-38B511135D43}"/>
              </a:ext>
            </a:extLst>
          </p:cNvPr>
          <p:cNvSpPr/>
          <p:nvPr/>
        </p:nvSpPr>
        <p:spPr>
          <a:xfrm>
            <a:off x="590320" y="2172935"/>
            <a:ext cx="3492000" cy="16913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Mediana KGE: 0.693</a:t>
            </a:r>
          </a:p>
          <a:p>
            <a:pPr defTabSz="914400">
              <a:lnSpc>
                <a:spcPct val="100000"/>
              </a:lnSpc>
            </a:pPr>
            <a:endParaRPr lang="es-ES" b="1" dirty="0">
              <a:solidFill>
                <a:srgbClr val="009684"/>
              </a:solidFill>
              <a:latin typeface="Calibri light"/>
            </a:endParaRPr>
          </a:p>
          <a:p>
            <a:pPr defTabSz="914400">
              <a:lnSpc>
                <a:spcPct val="100000"/>
              </a:lnSpc>
            </a:pPr>
            <a:r>
              <a:rPr lang="es-ES" sz="1800" u="none" strike="noStrike" dirty="0">
                <a:effectLst/>
                <a:uFillTx/>
                <a:latin typeface="Calibri light"/>
              </a:rPr>
              <a:t>Comentarios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Cierto sobreajuste</a:t>
            </a:r>
            <a:endParaRPr lang="es-ES" sz="1600" dirty="0">
              <a:solidFill>
                <a:schemeClr val="dk1"/>
              </a:solidFill>
              <a:latin typeface="Calibri light"/>
            </a:endParaRP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Gradiente de rendimiento hacia el noroeste</a:t>
            </a:r>
            <a:endParaRPr lang="es-ES" b="1" dirty="0">
              <a:solidFill>
                <a:srgbClr val="2CDBBD"/>
              </a:solidFill>
              <a:latin typeface="Calibri light"/>
            </a:endParaRPr>
          </a:p>
        </p:txBody>
      </p:sp>
      <p:sp>
        <p:nvSpPr>
          <p:cNvPr id="35" name="Rectangle: Rounded Corners 34">
            <a:hlinkClick r:id="rId12" action="ppaction://hlinksldjump"/>
            <a:extLst>
              <a:ext uri="{FF2B5EF4-FFF2-40B4-BE49-F238E27FC236}">
                <a16:creationId xmlns:a16="http://schemas.microsoft.com/office/drawing/2014/main" id="{24639B87-EDFE-2BF2-7259-C203027E3DA8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382905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CF72-F636-2C4F-8C2C-21893212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21B3F-43F8-08F3-EDFC-F2A31172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3AF7A8-9CBD-AD7E-142B-96E55CF9D06B}"/>
              </a:ext>
            </a:extLst>
          </p:cNvPr>
          <p:cNvSpPr txBox="1"/>
          <p:nvPr/>
        </p:nvSpPr>
        <p:spPr>
          <a:xfrm>
            <a:off x="670559" y="2325826"/>
            <a:ext cx="736829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Cobertura temporal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Datos diarios hasta septiembre 2020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se utilizan los datos horarios</a:t>
            </a:r>
          </a:p>
          <a:p>
            <a:pPr marL="342900" indent="-342900">
              <a:buFont typeface="+mj-lt"/>
              <a:buAutoNum type="arabicPeriod"/>
            </a:pPr>
            <a:endParaRPr lang="es-ES" sz="1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Cobertura espacial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Cobertura limitada en el sur y levante debido a la alta regulación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se incluyen las cuencas internas de Cataluña y Andalucía</a:t>
            </a:r>
          </a:p>
          <a:p>
            <a:pPr marL="342900" indent="-342900">
              <a:buFont typeface="+mj-lt"/>
              <a:buAutoNum type="arabicPeriod"/>
            </a:pPr>
            <a:endParaRPr lang="es-ES" sz="1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se utilizan los datos de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embalses</a:t>
            </a:r>
            <a:endParaRPr lang="es-ES" sz="1700" b="1" dirty="0">
              <a:solidFill>
                <a:srgbClr val="00968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Imagen 192">
            <a:extLst>
              <a:ext uri="{FF2B5EF4-FFF2-40B4-BE49-F238E27FC236}">
                <a16:creationId xmlns:a16="http://schemas.microsoft.com/office/drawing/2014/main" id="{414DCA8A-9087-45DD-9259-744CB6C83F98}"/>
              </a:ext>
            </a:extLst>
          </p:cNvPr>
          <p:cNvPicPr/>
          <p:nvPr/>
        </p:nvPicPr>
        <p:blipFill>
          <a:blip r:embed="rId2"/>
          <a:srcRect l="57595"/>
          <a:stretch/>
        </p:blipFill>
        <p:spPr>
          <a:xfrm>
            <a:off x="8226840" y="2082841"/>
            <a:ext cx="3433548" cy="32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CuadroTexto 52">
            <a:extLst>
              <a:ext uri="{FF2B5EF4-FFF2-40B4-BE49-F238E27FC236}">
                <a16:creationId xmlns:a16="http://schemas.microsoft.com/office/drawing/2014/main" id="{61A67ABF-29B3-A1CA-CB11-B355EF592DC5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Limitaciones</a:t>
            </a:r>
          </a:p>
        </p:txBody>
      </p:sp>
      <p:pic>
        <p:nvPicPr>
          <p:cNvPr id="34" name="Gráfico 11" descr="10.5281/zenodo.15040948">
            <a:hlinkClick r:id="rId3"/>
            <a:extLst>
              <a:ext uri="{FF2B5EF4-FFF2-40B4-BE49-F238E27FC236}">
                <a16:creationId xmlns:a16="http://schemas.microsoft.com/office/drawing/2014/main" id="{2DC30364-0D63-0736-9204-DDD2AA88130B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94016" y="1522126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34" descr="A blue background with white numb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FA99B1BA-E12B-1508-48AB-BFFD86F2BB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579" y="1520974"/>
            <a:ext cx="1335027" cy="192024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845F497-542B-5467-5067-92DC34265CE8}"/>
              </a:ext>
            </a:extLst>
          </p:cNvPr>
          <p:cNvSpPr/>
          <p:nvPr/>
        </p:nvSpPr>
        <p:spPr>
          <a:xfrm>
            <a:off x="590320" y="352130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EE018A-5152-C389-265C-37B5665E1C73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38" name="Left Bracket 37">
              <a:extLst>
                <a:ext uri="{FF2B5EF4-FFF2-40B4-BE49-F238E27FC236}">
                  <a16:creationId xmlns:a16="http://schemas.microsoft.com/office/drawing/2014/main" id="{E1C57E13-B83D-23D1-B2E9-5537DFE015C3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9" name="Picture 38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4EBE80C1-6C8B-2455-6012-85DE3DE98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8B8A76D-9E5A-2732-BA3E-F30F4CFEAD19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1" name="Rectangle: Rounded Corners 40">
            <a:hlinkClick r:id="rId9" action="ppaction://hlinksldjump"/>
            <a:extLst>
              <a:ext uri="{FF2B5EF4-FFF2-40B4-BE49-F238E27FC236}">
                <a16:creationId xmlns:a16="http://schemas.microsoft.com/office/drawing/2014/main" id="{FDC1E6B3-1419-DA7F-A4AB-A90FDD3182AF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42" name="Rectangle: Rounded Corners 41">
            <a:hlinkClick r:id="rId10" action="ppaction://hlinksldjump"/>
            <a:extLst>
              <a:ext uri="{FF2B5EF4-FFF2-40B4-BE49-F238E27FC236}">
                <a16:creationId xmlns:a16="http://schemas.microsoft.com/office/drawing/2014/main" id="{CEC95C7E-6BDA-51E1-140C-49C5E58FC5C6}"/>
              </a:ext>
            </a:extLst>
          </p:cNvPr>
          <p:cNvSpPr/>
          <p:nvPr/>
        </p:nvSpPr>
        <p:spPr>
          <a:xfrm>
            <a:off x="662238" y="393825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43" name="Rectangle: Rounded Corners 42">
            <a:hlinkClick r:id="rId11" action="ppaction://hlinksldjump"/>
            <a:extLst>
              <a:ext uri="{FF2B5EF4-FFF2-40B4-BE49-F238E27FC236}">
                <a16:creationId xmlns:a16="http://schemas.microsoft.com/office/drawing/2014/main" id="{D5E34B9D-CD50-3887-6D61-07346C3A435E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45" name="Rectangle: Rounded Corners 44">
            <a:hlinkClick r:id="rId12" action="ppaction://hlinksldjump"/>
            <a:extLst>
              <a:ext uri="{FF2B5EF4-FFF2-40B4-BE49-F238E27FC236}">
                <a16:creationId xmlns:a16="http://schemas.microsoft.com/office/drawing/2014/main" id="{A5B4CF0F-CAEA-8771-3CEA-6F1897BA9B39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10421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C0C6C-677F-D237-3F07-092BE7A0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8C22F-7B7E-0195-7E59-8EA45DBB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9</a:t>
            </a:fld>
            <a:endParaRPr lang="en-US"/>
          </a:p>
        </p:txBody>
      </p:sp>
      <p:sp>
        <p:nvSpPr>
          <p:cNvPr id="7" name="CuadroTexto 53">
            <a:extLst>
              <a:ext uri="{FF2B5EF4-FFF2-40B4-BE49-F238E27FC236}">
                <a16:creationId xmlns:a16="http://schemas.microsoft.com/office/drawing/2014/main" id="{ACE8284C-F75F-00E5-140B-579DA334083C}"/>
              </a:ext>
            </a:extLst>
          </p:cNvPr>
          <p:cNvSpPr/>
          <p:nvPr/>
        </p:nvSpPr>
        <p:spPr>
          <a:xfrm>
            <a:off x="590320" y="1075154"/>
            <a:ext cx="11061941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Crear una </a:t>
            </a: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plataforma de colaboración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a nivel nacional para crear un conjunto de datos hidrometeorológicos de calidad con el que entrenar modelos de aprendizaje profundo, tanto de cuencas en estado natural (</a:t>
            </a:r>
            <a:r>
              <a:rPr lang="es-ES" sz="1800" b="0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CAMELS-ES v2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) como de regulación de embalses (</a:t>
            </a:r>
            <a:r>
              <a:rPr lang="es-ES" sz="1800" b="0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BEAVERS-ES v1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).</a:t>
            </a:r>
            <a:endParaRPr lang="es-ES" sz="1800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" name="CuadroTexto 53">
            <a:extLst>
              <a:ext uri="{FF2B5EF4-FFF2-40B4-BE49-F238E27FC236}">
                <a16:creationId xmlns:a16="http://schemas.microsoft.com/office/drawing/2014/main" id="{3C8F21C2-52AA-8EC7-06A9-DDCBB4E0E019}"/>
              </a:ext>
            </a:extLst>
          </p:cNvPr>
          <p:cNvSpPr/>
          <p:nvPr/>
        </p:nvSpPr>
        <p:spPr>
          <a:xfrm>
            <a:off x="590319" y="2366802"/>
            <a:ext cx="3766527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Fuentes de datos:</a:t>
            </a:r>
          </a:p>
          <a:p>
            <a:pPr marL="285750" indent="-201613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Caudal: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Anuario de Aforos (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2021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 </a:t>
            </a:r>
            <a:r>
              <a:rPr lang="es-ES" sz="1600" dirty="0" err="1">
                <a:solidFill>
                  <a:srgbClr val="2CDBBD"/>
                </a:solidFill>
                <a:latin typeface="Calibri light"/>
              </a:rPr>
              <a:t>Agència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 Catalana de </a:t>
            </a:r>
            <a:r>
              <a:rPr lang="es-ES" sz="1600" dirty="0" err="1">
                <a:solidFill>
                  <a:srgbClr val="2CDBBD"/>
                </a:solidFill>
                <a:latin typeface="Calibri light"/>
              </a:rPr>
              <a:t>l’Aigua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 </a:t>
            </a:r>
            <a:r>
              <a:rPr lang="es-ES" sz="1600" dirty="0">
                <a:latin typeface="Calibri light"/>
              </a:rPr>
              <a:t>(2026)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 </a:t>
            </a:r>
            <a:r>
              <a:rPr lang="es-ES" sz="1600" dirty="0" err="1">
                <a:solidFill>
                  <a:srgbClr val="2CDBBD"/>
                </a:solidFill>
                <a:latin typeface="Calibri light"/>
              </a:rPr>
              <a:t>Hidrosur</a:t>
            </a:r>
            <a:r>
              <a:rPr lang="es-ES" sz="1600" dirty="0">
                <a:latin typeface="Calibri light"/>
              </a:rPr>
              <a:t> (2026)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Meteorología: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 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ROCIO-IBEB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alibri light"/>
              </a:rPr>
              <a:t>AEMet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 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CERRA-</a:t>
            </a:r>
            <a:r>
              <a:rPr lang="es-ES" sz="1600" dirty="0" err="1">
                <a:solidFill>
                  <a:srgbClr val="2CDBBD"/>
                </a:solidFill>
                <a:latin typeface="Calibri light"/>
              </a:rPr>
              <a:t>Land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latin typeface="Calibri light"/>
              </a:rPr>
              <a:t> </a:t>
            </a:r>
            <a:r>
              <a:rPr lang="es-ES" sz="1600" dirty="0">
                <a:latin typeface="Calibri light"/>
              </a:rPr>
              <a:t>(</a:t>
            </a:r>
            <a:r>
              <a:rPr lang="es-ES" sz="1600" dirty="0" err="1">
                <a:latin typeface="Calibri light"/>
              </a:rPr>
              <a:t>Copernicus</a:t>
            </a:r>
            <a:r>
              <a:rPr lang="es-ES" sz="1600" dirty="0">
                <a:latin typeface="Calibri light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ERA5 (ECMWF)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EMO1 (EC-JRC)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Atributos: </a:t>
            </a: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s-ES" dirty="0" err="1">
                <a:latin typeface="Calibri light"/>
              </a:rPr>
              <a:t>HydroATLAS</a:t>
            </a:r>
            <a:endParaRPr lang="es-ES" dirty="0">
              <a:latin typeface="Calibri light"/>
            </a:endParaRPr>
          </a:p>
          <a:p>
            <a:pPr marL="742950" lvl="1" indent="-201613">
              <a:buFont typeface="Arial" panose="020B0604020202020204" pitchFamily="34" charset="0"/>
              <a:buChar char="•"/>
            </a:pPr>
            <a:r>
              <a:rPr lang="es-ES" dirty="0">
                <a:latin typeface="Calibri light"/>
              </a:rPr>
              <a:t>EFAS5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C9EFC-C0FD-997C-E6E9-E8C6CD8A7848}"/>
              </a:ext>
            </a:extLst>
          </p:cNvPr>
          <p:cNvSpPr txBox="1"/>
          <p:nvPr/>
        </p:nvSpPr>
        <p:spPr>
          <a:xfrm>
            <a:off x="4229147" y="2370526"/>
            <a:ext cx="333919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9684"/>
                </a:solidFill>
                <a:latin typeface="Calibri light"/>
              </a:rPr>
              <a:t>Características: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Resolución diaria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 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1980-2025</a:t>
            </a:r>
          </a:p>
          <a:p>
            <a:pPr marL="285750" indent="-201613">
              <a:buFont typeface="Arial" panose="020B0604020202020204" pitchFamily="34" charset="0"/>
              <a:buChar char="•"/>
            </a:pPr>
            <a:r>
              <a:rPr lang="es-ES" sz="1600" dirty="0">
                <a:latin typeface="Calibri light"/>
              </a:rPr>
              <a:t>Selección de cuencas: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cuencas ≥ 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10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 km²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datos ≥ </a:t>
            </a:r>
            <a:r>
              <a:rPr lang="es-ES" sz="1600" dirty="0">
                <a:solidFill>
                  <a:srgbClr val="2CDBBD"/>
                </a:solidFill>
                <a:latin typeface="Calibri light"/>
              </a:rPr>
              <a:t>4</a:t>
            </a:r>
            <a:r>
              <a:rPr lang="es-ES" sz="1600" dirty="0">
                <a:solidFill>
                  <a:schemeClr val="dk1"/>
                </a:solidFill>
                <a:latin typeface="Calibri light"/>
              </a:rPr>
              <a:t> años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alibri light"/>
              </a:rPr>
              <a:t>No alteradas</a:t>
            </a:r>
            <a:endParaRPr lang="es-ES"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58F13C-6BDA-4395-3CAC-851DE5E9BD3E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657076-A9AA-7CF5-5672-E8749F21A8E3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9" name="Left Bracket 8">
              <a:extLst>
                <a:ext uri="{FF2B5EF4-FFF2-40B4-BE49-F238E27FC236}">
                  <a16:creationId xmlns:a16="http://schemas.microsoft.com/office/drawing/2014/main" id="{3937AB30-F1B3-9F09-2A75-13AA552EDACD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Picture 10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1A920003-865F-7C78-273F-5C25208D1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D73E0C-3A3B-4767-DB88-8CF78D48E529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" name="Rectangle: Rounded Corners 14">
            <a:hlinkClick r:id="rId3" action="ppaction://hlinksldjump"/>
            <a:extLst>
              <a:ext uri="{FF2B5EF4-FFF2-40B4-BE49-F238E27FC236}">
                <a16:creationId xmlns:a16="http://schemas.microsoft.com/office/drawing/2014/main" id="{B81D075C-906D-7C4F-FBDF-83F932C6E0BB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16" name="Rectangle: Rounded Corners 15">
            <a:hlinkClick r:id="rId4" action="ppaction://hlinksldjump"/>
            <a:extLst>
              <a:ext uri="{FF2B5EF4-FFF2-40B4-BE49-F238E27FC236}">
                <a16:creationId xmlns:a16="http://schemas.microsoft.com/office/drawing/2014/main" id="{CB3AB19C-32A8-BCEF-4F23-17E70CBEDA0B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17" name="Rectangle: Rounded Corners 16">
            <a:hlinkClick r:id="rId5" action="ppaction://hlinksldjump"/>
            <a:extLst>
              <a:ext uri="{FF2B5EF4-FFF2-40B4-BE49-F238E27FC236}">
                <a16:creationId xmlns:a16="http://schemas.microsoft.com/office/drawing/2014/main" id="{3B38862E-6FC7-A138-305B-89BA0E84B6F5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19" name="Rectangle: Rounded Corners 18">
            <a:hlinkClick r:id="rId6" action="ppaction://hlinksldjump"/>
            <a:extLst>
              <a:ext uri="{FF2B5EF4-FFF2-40B4-BE49-F238E27FC236}">
                <a16:creationId xmlns:a16="http://schemas.microsoft.com/office/drawing/2014/main" id="{1B84C011-A716-2658-2F2E-B59A82A80EDE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pic>
        <p:nvPicPr>
          <p:cNvPr id="21" name="Picture 20">
            <a:hlinkClick r:id="rId7"/>
            <a:extLst>
              <a:ext uri="{FF2B5EF4-FFF2-40B4-BE49-F238E27FC236}">
                <a16:creationId xmlns:a16="http://schemas.microsoft.com/office/drawing/2014/main" id="{D2D0E2D0-A3EC-AEC1-237B-C4EDCF900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376" y="2583622"/>
            <a:ext cx="5124945" cy="292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605C-6762-E1AC-A362-93F6C210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64BB3-D758-455E-1C2B-363F9AF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10</a:t>
            </a:fld>
            <a:endParaRPr lang="en-US"/>
          </a:p>
        </p:txBody>
      </p:sp>
      <p:sp>
        <p:nvSpPr>
          <p:cNvPr id="2" name="CuadroTexto 27">
            <a:extLst>
              <a:ext uri="{FF2B5EF4-FFF2-40B4-BE49-F238E27FC236}">
                <a16:creationId xmlns:a16="http://schemas.microsoft.com/office/drawing/2014/main" id="{B90B675E-FF5E-CE0F-0D88-039CD84C2996}"/>
              </a:ext>
            </a:extLst>
          </p:cNvPr>
          <p:cNvSpPr/>
          <p:nvPr/>
        </p:nvSpPr>
        <p:spPr>
          <a:xfrm>
            <a:off x="590320" y="4300571"/>
            <a:ext cx="689040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179388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Tiempo de computación</a:t>
            </a:r>
          </a:p>
          <a:p>
            <a:pPr marL="358775" indent="-179388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Calibración: tiempo y trasvase de información</a:t>
            </a:r>
          </a:p>
          <a:p>
            <a:pPr marL="358775" indent="-179388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Regionalización en cuencas no aforadas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A4F669-6E13-987B-1F7D-AFD16916126A}"/>
              </a:ext>
            </a:extLst>
          </p:cNvPr>
          <p:cNvGrpSpPr/>
          <p:nvPr/>
        </p:nvGrpSpPr>
        <p:grpSpPr>
          <a:xfrm>
            <a:off x="7322320" y="1427793"/>
            <a:ext cx="4320000" cy="4176596"/>
            <a:chOff x="7322320" y="1427793"/>
            <a:chExt cx="4320000" cy="4176596"/>
          </a:xfrm>
        </p:grpSpPr>
        <p:grpSp>
          <p:nvGrpSpPr>
            <p:cNvPr id="3" name="Grupo 7">
              <a:extLst>
                <a:ext uri="{FF2B5EF4-FFF2-40B4-BE49-F238E27FC236}">
                  <a16:creationId xmlns:a16="http://schemas.microsoft.com/office/drawing/2014/main" id="{24B14173-A02A-438B-7FE6-D3262D471E67}"/>
                </a:ext>
              </a:extLst>
            </p:cNvPr>
            <p:cNvGrpSpPr/>
            <p:nvPr/>
          </p:nvGrpSpPr>
          <p:grpSpPr>
            <a:xfrm>
              <a:off x="7322320" y="1880189"/>
              <a:ext cx="4320000" cy="3724200"/>
              <a:chOff x="7867800" y="2057040"/>
              <a:chExt cx="4320000" cy="3724200"/>
            </a:xfrm>
          </p:grpSpPr>
          <p:pic>
            <p:nvPicPr>
              <p:cNvPr id="5" name="Picture 15">
                <a:extLst>
                  <a:ext uri="{FF2B5EF4-FFF2-40B4-BE49-F238E27FC236}">
                    <a16:creationId xmlns:a16="http://schemas.microsoft.com/office/drawing/2014/main" id="{ED48638A-AF03-2D67-AE41-F3B60760977A}"/>
                  </a:ext>
                </a:extLst>
              </p:cNvPr>
              <p:cNvPicPr/>
              <p:nvPr/>
            </p:nvPicPr>
            <p:blipFill>
              <a:blip r:embed="rId2"/>
              <a:srcRect l="685" t="1389" r="46378" b="1029"/>
              <a:stretch/>
            </p:blipFill>
            <p:spPr>
              <a:xfrm>
                <a:off x="7999560" y="2057040"/>
                <a:ext cx="4188240" cy="3709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6" name="Group 12">
                <a:extLst>
                  <a:ext uri="{FF2B5EF4-FFF2-40B4-BE49-F238E27FC236}">
                    <a16:creationId xmlns:a16="http://schemas.microsoft.com/office/drawing/2014/main" id="{7CE5EF85-8DC0-8815-E4FD-5A1A7D5D4D8B}"/>
                  </a:ext>
                </a:extLst>
              </p:cNvPr>
              <p:cNvGrpSpPr/>
              <p:nvPr/>
            </p:nvGrpSpPr>
            <p:grpSpPr>
              <a:xfrm>
                <a:off x="7867800" y="4448880"/>
                <a:ext cx="1231200" cy="1332360"/>
                <a:chOff x="7867800" y="4448880"/>
                <a:chExt cx="1231200" cy="1332360"/>
              </a:xfrm>
            </p:grpSpPr>
            <p:pic>
              <p:nvPicPr>
                <p:cNvPr id="7" name="Picture 19">
                  <a:extLst>
                    <a:ext uri="{FF2B5EF4-FFF2-40B4-BE49-F238E27FC236}">
                      <a16:creationId xmlns:a16="http://schemas.microsoft.com/office/drawing/2014/main" id="{A80ED825-7163-CB2F-B61D-2B0C8F8C5A98}"/>
                    </a:ext>
                  </a:extLst>
                </p:cNvPr>
                <p:cNvPicPr/>
                <p:nvPr/>
              </p:nvPicPr>
              <p:blipFill>
                <a:blip r:embed="rId3"/>
                <a:srcRect l="616" t="22042" r="71258" b="27708"/>
                <a:stretch/>
              </p:blipFill>
              <p:spPr>
                <a:xfrm>
                  <a:off x="7867800" y="4448880"/>
                  <a:ext cx="1231200" cy="1332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8" name="Rectangle 14">
                  <a:extLst>
                    <a:ext uri="{FF2B5EF4-FFF2-40B4-BE49-F238E27FC236}">
                      <a16:creationId xmlns:a16="http://schemas.microsoft.com/office/drawing/2014/main" id="{4B711D6E-57C0-9C3C-77FF-26B563344DD0}"/>
                    </a:ext>
                  </a:extLst>
                </p:cNvPr>
                <p:cNvSpPr/>
                <p:nvPr/>
              </p:nvSpPr>
              <p:spPr>
                <a:xfrm>
                  <a:off x="8205480" y="4783320"/>
                  <a:ext cx="297720" cy="256680"/>
                </a:xfrm>
                <a:prstGeom prst="rect">
                  <a:avLst/>
                </a:prstGeom>
                <a:solidFill>
                  <a:srgbClr val="00B0F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grpSp>
              <p:nvGrpSpPr>
                <p:cNvPr id="9" name="Group 15">
                  <a:extLst>
                    <a:ext uri="{FF2B5EF4-FFF2-40B4-BE49-F238E27FC236}">
                      <a16:creationId xmlns:a16="http://schemas.microsoft.com/office/drawing/2014/main" id="{3BFD4DC3-0F95-46E0-FCEE-963FF83198AF}"/>
                    </a:ext>
                  </a:extLst>
                </p:cNvPr>
                <p:cNvGrpSpPr/>
                <p:nvPr/>
              </p:nvGrpSpPr>
              <p:grpSpPr>
                <a:xfrm>
                  <a:off x="7949160" y="4506840"/>
                  <a:ext cx="552960" cy="535680"/>
                  <a:chOff x="7949160" y="4506840"/>
                  <a:chExt cx="552960" cy="535680"/>
                </a:xfrm>
              </p:grpSpPr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E4A923A0-879B-AF88-E66A-E233E6FC0F3D}"/>
                      </a:ext>
                    </a:extLst>
                  </p:cNvPr>
                  <p:cNvSpPr/>
                  <p:nvPr/>
                </p:nvSpPr>
                <p:spPr>
                  <a:xfrm>
                    <a:off x="7949160" y="4506840"/>
                    <a:ext cx="552960" cy="277560"/>
                  </a:xfrm>
                  <a:prstGeom prst="rect">
                    <a:avLst/>
                  </a:prstGeom>
                  <a:solidFill>
                    <a:srgbClr val="92D050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endParaRPr lang="es-E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5A5BA657-EB94-5FE4-09DD-A52910B4BDE7}"/>
                      </a:ext>
                    </a:extLst>
                  </p:cNvPr>
                  <p:cNvSpPr/>
                  <p:nvPr/>
                </p:nvSpPr>
                <p:spPr>
                  <a:xfrm>
                    <a:off x="7949160" y="4785840"/>
                    <a:ext cx="256320" cy="256680"/>
                  </a:xfrm>
                  <a:prstGeom prst="rect">
                    <a:avLst/>
                  </a:prstGeom>
                  <a:solidFill>
                    <a:srgbClr val="92D050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endParaRPr lang="es-E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Calibri"/>
                    </a:endParaRPr>
                  </a:p>
                </p:txBody>
              </p:sp>
            </p:grpSp>
            <p:sp>
              <p:nvSpPr>
                <p:cNvPr id="10" name="Rectangle 16">
                  <a:extLst>
                    <a:ext uri="{FF2B5EF4-FFF2-40B4-BE49-F238E27FC236}">
                      <a16:creationId xmlns:a16="http://schemas.microsoft.com/office/drawing/2014/main" id="{5FF31CD4-8A17-78EA-49CC-7B23C2731C76}"/>
                    </a:ext>
                  </a:extLst>
                </p:cNvPr>
                <p:cNvSpPr/>
                <p:nvPr/>
              </p:nvSpPr>
              <p:spPr>
                <a:xfrm>
                  <a:off x="7949160" y="5039640"/>
                  <a:ext cx="552960" cy="463680"/>
                </a:xfrm>
                <a:prstGeom prst="rect">
                  <a:avLst/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1" name="Rectangle 17">
                  <a:extLst>
                    <a:ext uri="{FF2B5EF4-FFF2-40B4-BE49-F238E27FC236}">
                      <a16:creationId xmlns:a16="http://schemas.microsoft.com/office/drawing/2014/main" id="{61D9F782-13DF-498F-63C7-ADE6A0E4F24B}"/>
                    </a:ext>
                  </a:extLst>
                </p:cNvPr>
                <p:cNvSpPr/>
                <p:nvPr/>
              </p:nvSpPr>
              <p:spPr>
                <a:xfrm>
                  <a:off x="8502840" y="4514040"/>
                  <a:ext cx="552960" cy="989280"/>
                </a:xfrm>
                <a:prstGeom prst="rect">
                  <a:avLst/>
                </a:prstGeom>
                <a:solidFill>
                  <a:schemeClr val="dk1">
                    <a:lumMod val="40000"/>
                    <a:lumOff val="6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</p:grpSp>
        <p:pic>
          <p:nvPicPr>
            <p:cNvPr id="14" name="Imagen 93">
              <a:extLst>
                <a:ext uri="{FF2B5EF4-FFF2-40B4-BE49-F238E27FC236}">
                  <a16:creationId xmlns:a16="http://schemas.microsoft.com/office/drawing/2014/main" id="{111A2BDE-750E-5A75-6D14-CB6E44AE19E7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10758845" y="1427793"/>
              <a:ext cx="883475" cy="875991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" name="TextBox 9">
            <a:extLst>
              <a:ext uri="{FF2B5EF4-FFF2-40B4-BE49-F238E27FC236}">
                <a16:creationId xmlns:a16="http://schemas.microsoft.com/office/drawing/2014/main" id="{6D6571FD-DC16-946D-56F9-F2A7A42B75AD}"/>
              </a:ext>
            </a:extLst>
          </p:cNvPr>
          <p:cNvSpPr/>
          <p:nvPr/>
        </p:nvSpPr>
        <p:spPr>
          <a:xfrm>
            <a:off x="590320" y="1857086"/>
            <a:ext cx="647339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009684"/>
                </a:solidFill>
                <a:effectLst/>
                <a:uFillTx/>
                <a:latin typeface="Calibri Light"/>
              </a:rPr>
              <a:t>LISFLOOD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es un modelo hidrológico </a:t>
            </a:r>
            <a:r>
              <a:rPr lang="es-ES" sz="1800" b="0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espacialmente distribuido y basado en procesos físicos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desarrollado por el JRC desde 1997.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Se usa en sistemas de alerta operacionales como </a:t>
            </a:r>
            <a:r>
              <a:rPr lang="es-ES" sz="1800" b="1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EFAS</a:t>
            </a:r>
            <a:r>
              <a:rPr lang="es-ES" sz="18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/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GloFAS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o EDO/GDO de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Copernicus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Emergency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Management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Services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(CEMS).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CuadroTexto 42">
            <a:extLst>
              <a:ext uri="{FF2B5EF4-FFF2-40B4-BE49-F238E27FC236}">
                <a16:creationId xmlns:a16="http://schemas.microsoft.com/office/drawing/2014/main" id="{3650645E-BC31-27CD-9C2C-EE7D21C898EE}"/>
              </a:ext>
            </a:extLst>
          </p:cNvPr>
          <p:cNvSpPr/>
          <p:nvPr/>
        </p:nvSpPr>
        <p:spPr>
          <a:xfrm>
            <a:off x="590320" y="3100402"/>
            <a:ext cx="688176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179388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Basados en procesos físicos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179388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Reproduce múltiples variables de estado y flujos</a:t>
            </a:r>
            <a:endParaRPr lang="es-ES" dirty="0">
              <a:solidFill>
                <a:schemeClr val="dk1"/>
              </a:solidFill>
              <a:latin typeface="Calibri light"/>
            </a:endParaRPr>
          </a:p>
          <a:p>
            <a:pPr marL="358775" indent="-179388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Espacialmente distribuidos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4970340-0E7B-D021-ABA2-F5C14360D075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4A374C-5EA0-3669-39EC-F4F26D56EC3F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28" name="Left Bracket 27">
              <a:extLst>
                <a:ext uri="{FF2B5EF4-FFF2-40B4-BE49-F238E27FC236}">
                  <a16:creationId xmlns:a16="http://schemas.microsoft.com/office/drawing/2014/main" id="{530063D7-8045-D448-DFDE-F4AF451CD10E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9" name="Picture 28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89ABC615-0481-85C5-0464-962D1B594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443B58-B101-53C4-BFDD-FBF03ADC9BCF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994B52B3-C408-32B0-9006-C07391FF6BFC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2" name="Rectangle: Rounded Corners 31">
            <a:hlinkClick r:id="rId7" action="ppaction://hlinksldjump"/>
            <a:extLst>
              <a:ext uri="{FF2B5EF4-FFF2-40B4-BE49-F238E27FC236}">
                <a16:creationId xmlns:a16="http://schemas.microsoft.com/office/drawing/2014/main" id="{EF3F8EA9-0D2A-64C3-E974-AA76D6858185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3" name="Rectangle: Rounded Corners 32">
            <a:hlinkClick r:id="rId8" action="ppaction://hlinksldjump"/>
            <a:extLst>
              <a:ext uri="{FF2B5EF4-FFF2-40B4-BE49-F238E27FC236}">
                <a16:creationId xmlns:a16="http://schemas.microsoft.com/office/drawing/2014/main" id="{6868F6F5-5596-6F36-8103-2933F93177FF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4" name="Rectangle: Rounded Corners 33">
            <a:hlinkClick r:id="rId9" action="ppaction://hlinksldjump"/>
            <a:extLst>
              <a:ext uri="{FF2B5EF4-FFF2-40B4-BE49-F238E27FC236}">
                <a16:creationId xmlns:a16="http://schemas.microsoft.com/office/drawing/2014/main" id="{985A399C-E141-8555-4821-A3C4F751E7EC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35" name="CuadroTexto 52">
            <a:extLst>
              <a:ext uri="{FF2B5EF4-FFF2-40B4-BE49-F238E27FC236}">
                <a16:creationId xmlns:a16="http://schemas.microsoft.com/office/drawing/2014/main" id="{7666DA92-49CD-63CA-762D-B6A891A8768D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basados en procesos</a:t>
            </a:r>
          </a:p>
        </p:txBody>
      </p:sp>
    </p:spTree>
    <p:extLst>
      <p:ext uri="{BB962C8B-B14F-4D97-AF65-F5344CB8AC3E}">
        <p14:creationId xmlns:p14="http://schemas.microsoft.com/office/powerpoint/2010/main" val="140866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9977B-4FF8-D43C-172A-52071940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C936C6-EC98-A504-5C2F-F6541865A677}"/>
              </a:ext>
            </a:extLst>
          </p:cNvPr>
          <p:cNvGrpSpPr>
            <a:grpSpLocks noChangeAspect="1"/>
          </p:cNvGrpSpPr>
          <p:nvPr/>
        </p:nvGrpSpPr>
        <p:grpSpPr>
          <a:xfrm>
            <a:off x="5072498" y="3110973"/>
            <a:ext cx="1620000" cy="1620000"/>
            <a:chOff x="3161352" y="1577119"/>
            <a:chExt cx="2076757" cy="2076757"/>
          </a:xfrm>
        </p:grpSpPr>
        <p:sp>
          <p:nvSpPr>
            <p:cNvPr id="6" name="Oval 5">
              <a:hlinkClick r:id="rId2"/>
              <a:extLst>
                <a:ext uri="{FF2B5EF4-FFF2-40B4-BE49-F238E27FC236}">
                  <a16:creationId xmlns:a16="http://schemas.microsoft.com/office/drawing/2014/main" id="{9653D8CE-FCBF-1351-AC5B-6538A9E02B83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rgbClr val="00968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2FB0FB2D-7891-8BAF-582E-471D91CDF02F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 err="1"/>
                <a:t>modelo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1C8EF3-6D4C-46CB-C9C3-36C87E5CA79D}"/>
              </a:ext>
            </a:extLst>
          </p:cNvPr>
          <p:cNvGrpSpPr>
            <a:grpSpLocks noChangeAspect="1"/>
          </p:cNvGrpSpPr>
          <p:nvPr/>
        </p:nvGrpSpPr>
        <p:grpSpPr>
          <a:xfrm>
            <a:off x="3576611" y="1509294"/>
            <a:ext cx="1260000" cy="1260000"/>
            <a:chOff x="366752" y="1816577"/>
            <a:chExt cx="1491473" cy="1491473"/>
          </a:xfrm>
        </p:grpSpPr>
        <p:sp>
          <p:nvSpPr>
            <p:cNvPr id="9" name="Oval 8">
              <a:hlinkClick r:id="rId3" action="ppaction://hlinksldjump"/>
              <a:extLst>
                <a:ext uri="{FF2B5EF4-FFF2-40B4-BE49-F238E27FC236}">
                  <a16:creationId xmlns:a16="http://schemas.microsoft.com/office/drawing/2014/main" id="{88EEC385-16BC-378C-3ACF-EB4561A58A48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FE6F851C-DA97-2AB9-A0FE-E3C6779FE57F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 err="1"/>
                <a:t>propiedades</a:t>
              </a:r>
              <a:r>
                <a:rPr lang="en-GB" kern="1200" dirty="0"/>
                <a:t> </a:t>
              </a:r>
              <a:r>
                <a:rPr lang="en-GB" kern="1200" dirty="0" err="1"/>
                <a:t>físicas</a:t>
              </a:r>
              <a:endParaRPr lang="en-GB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2084DB-9E15-93C7-2C12-D6079C0C0821}"/>
              </a:ext>
            </a:extLst>
          </p:cNvPr>
          <p:cNvGrpSpPr>
            <a:grpSpLocks noChangeAspect="1"/>
          </p:cNvGrpSpPr>
          <p:nvPr/>
        </p:nvGrpSpPr>
        <p:grpSpPr>
          <a:xfrm>
            <a:off x="2667033" y="2540331"/>
            <a:ext cx="1260000" cy="1260000"/>
            <a:chOff x="366752" y="1816577"/>
            <a:chExt cx="1491473" cy="1491473"/>
          </a:xfrm>
        </p:grpSpPr>
        <p:sp>
          <p:nvSpPr>
            <p:cNvPr id="12" name="Oval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B4A9D103-13B5-DD39-DC8E-EA13E4810C0F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4">
              <a:extLst>
                <a:ext uri="{FF2B5EF4-FFF2-40B4-BE49-F238E27FC236}">
                  <a16:creationId xmlns:a16="http://schemas.microsoft.com/office/drawing/2014/main" id="{1152D6A2-1DEF-22BF-ABE5-0FFF45D89CBA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meteoro</a:t>
              </a:r>
              <a:r>
                <a:rPr lang="en-GB" kern="1200" dirty="0"/>
                <a:t>-</a:t>
              </a:r>
            </a:p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logía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6CA4E7-22E9-DA01-D617-A9972E9EF426}"/>
              </a:ext>
            </a:extLst>
          </p:cNvPr>
          <p:cNvGrpSpPr>
            <a:grpSpLocks noChangeAspect="1"/>
          </p:cNvGrpSpPr>
          <p:nvPr/>
        </p:nvGrpSpPr>
        <p:grpSpPr>
          <a:xfrm>
            <a:off x="3576611" y="4916047"/>
            <a:ext cx="1260000" cy="1260000"/>
            <a:chOff x="366752" y="1816577"/>
            <a:chExt cx="1491473" cy="1491473"/>
          </a:xfrm>
        </p:grpSpPr>
        <p:sp>
          <p:nvSpPr>
            <p:cNvPr id="15" name="Oval 14">
              <a:hlinkClick r:id="rId5" action="ppaction://hlinksldjump"/>
              <a:extLst>
                <a:ext uri="{FF2B5EF4-FFF2-40B4-BE49-F238E27FC236}">
                  <a16:creationId xmlns:a16="http://schemas.microsoft.com/office/drawing/2014/main" id="{DB509152-7F27-DE8E-625B-9074C4C45933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4">
              <a:extLst>
                <a:ext uri="{FF2B5EF4-FFF2-40B4-BE49-F238E27FC236}">
                  <a16:creationId xmlns:a16="http://schemas.microsoft.com/office/drawing/2014/main" id="{61BDE593-79A8-C0EF-A907-EEE299A75C61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 err="1"/>
                <a:t>parámetros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46C4D3C2-478A-8061-1946-6125B3744BF9}"/>
              </a:ext>
            </a:extLst>
          </p:cNvPr>
          <p:cNvSpPr>
            <a:spLocks noChangeAspect="1"/>
          </p:cNvSpPr>
          <p:nvPr/>
        </p:nvSpPr>
        <p:spPr>
          <a:xfrm>
            <a:off x="7747996" y="3220194"/>
            <a:ext cx="1404000" cy="14040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flujos</a:t>
            </a:r>
            <a:r>
              <a:rPr lang="en-GB" dirty="0"/>
              <a:t> &amp; </a:t>
            </a:r>
            <a:r>
              <a:rPr lang="es-ES" dirty="0" err="1"/>
              <a:t>almace-namientos</a:t>
            </a:r>
            <a:endParaRPr lang="es-E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1377D7-549B-16DC-D526-0C1259556BFC}"/>
              </a:ext>
            </a:extLst>
          </p:cNvPr>
          <p:cNvCxnSpPr>
            <a:cxnSpLocks/>
            <a:stCxn id="9" idx="5"/>
            <a:endCxn id="7" idx="1"/>
          </p:cNvCxnSpPr>
          <p:nvPr/>
        </p:nvCxnSpPr>
        <p:spPr>
          <a:xfrm>
            <a:off x="4652088" y="2584771"/>
            <a:ext cx="420410" cy="133620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BC92B5-C576-C8A0-DE6A-1D95229A05F5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3927033" y="3170332"/>
            <a:ext cx="1145465" cy="75064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B5E7AD-774D-F85F-382B-11D5DEDBA31E}"/>
              </a:ext>
            </a:extLst>
          </p:cNvPr>
          <p:cNvCxnSpPr>
            <a:cxnSpLocks/>
            <a:stCxn id="15" idx="7"/>
            <a:endCxn id="7" idx="1"/>
          </p:cNvCxnSpPr>
          <p:nvPr/>
        </p:nvCxnSpPr>
        <p:spPr>
          <a:xfrm flipV="1">
            <a:off x="4652088" y="3920973"/>
            <a:ext cx="420410" cy="117959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BF317E-8254-2DA2-1DB6-9B1F311E2B21}"/>
              </a:ext>
            </a:extLst>
          </p:cNvPr>
          <p:cNvCxnSpPr>
            <a:stCxn id="6" idx="6"/>
            <a:endCxn id="17" idx="2"/>
          </p:cNvCxnSpPr>
          <p:nvPr/>
        </p:nvCxnSpPr>
        <p:spPr>
          <a:xfrm>
            <a:off x="6692498" y="3920973"/>
            <a:ext cx="1055498" cy="12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6DE7674-27B9-EE3D-7D60-B784E58A8D40}"/>
              </a:ext>
            </a:extLst>
          </p:cNvPr>
          <p:cNvSpPr txBox="1"/>
          <p:nvPr/>
        </p:nvSpPr>
        <p:spPr>
          <a:xfrm rot="20882640">
            <a:off x="6882722" y="1990661"/>
            <a:ext cx="1925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9684"/>
                </a:solidFill>
                <a:latin typeface="Segoe Print" panose="02000600000000000000" pitchFamily="2" charset="0"/>
              </a:rPr>
              <a:t>¡Espacialmente distribuido!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183D6-9325-80CD-76D5-CDD31990B9C9}"/>
              </a:ext>
            </a:extLst>
          </p:cNvPr>
          <p:cNvSpPr txBox="1"/>
          <p:nvPr/>
        </p:nvSpPr>
        <p:spPr>
          <a:xfrm>
            <a:off x="7735262" y="4644544"/>
            <a:ext cx="2568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Caudal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Humedad del suelo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Volumen embalsado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Equivalente agua-nieve</a:t>
            </a:r>
          </a:p>
          <a:p>
            <a:r>
              <a:rPr lang="es-E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A5E1AC-B647-4633-4708-A403E4DD9A87}"/>
              </a:ext>
            </a:extLst>
          </p:cNvPr>
          <p:cNvGrpSpPr>
            <a:grpSpLocks noChangeAspect="1"/>
          </p:cNvGrpSpPr>
          <p:nvPr/>
        </p:nvGrpSpPr>
        <p:grpSpPr>
          <a:xfrm>
            <a:off x="2667033" y="3916235"/>
            <a:ext cx="1260000" cy="1260000"/>
            <a:chOff x="366752" y="1816577"/>
            <a:chExt cx="1491473" cy="1491473"/>
          </a:xfrm>
        </p:grpSpPr>
        <p:sp>
          <p:nvSpPr>
            <p:cNvPr id="26" name="Oval 25">
              <a:hlinkClick r:id="rId4" action="ppaction://hlinksldjump"/>
              <a:extLst>
                <a:ext uri="{FF2B5EF4-FFF2-40B4-BE49-F238E27FC236}">
                  <a16:creationId xmlns:a16="http://schemas.microsoft.com/office/drawing/2014/main" id="{6ECEAD59-8A64-AF73-659A-4C7B71812FFF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419EF854-650F-2C03-A2A3-40A8C148469F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condiciones</a:t>
              </a:r>
              <a:r>
                <a:rPr lang="en-GB" kern="1200" dirty="0"/>
                <a:t> </a:t>
              </a:r>
              <a:r>
                <a:rPr lang="en-GB" kern="1200" dirty="0" err="1"/>
                <a:t>iniciales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127AB3-6070-7781-D7D9-376F775C8CEF}"/>
              </a:ext>
            </a:extLst>
          </p:cNvPr>
          <p:cNvCxnSpPr>
            <a:cxnSpLocks/>
            <a:stCxn id="27" idx="3"/>
            <a:endCxn id="7" idx="1"/>
          </p:cNvCxnSpPr>
          <p:nvPr/>
        </p:nvCxnSpPr>
        <p:spPr>
          <a:xfrm flipV="1">
            <a:off x="3927033" y="3920973"/>
            <a:ext cx="1145465" cy="62526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6D4B204-9748-A814-87B5-69B1199A8DA1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29" name="Left Bracket 28">
              <a:extLst>
                <a:ext uri="{FF2B5EF4-FFF2-40B4-BE49-F238E27FC236}">
                  <a16:creationId xmlns:a16="http://schemas.microsoft.com/office/drawing/2014/main" id="{155AD1D2-47D6-A5F4-120E-17CA950F47DE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0" name="Picture 29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D9FBA817-F0C1-A8E5-2E74-DE52E469C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A8F732-0B61-7645-8DA6-071B370D87CA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" name="CuadroTexto 52">
            <a:extLst>
              <a:ext uri="{FF2B5EF4-FFF2-40B4-BE49-F238E27FC236}">
                <a16:creationId xmlns:a16="http://schemas.microsoft.com/office/drawing/2014/main" id="{C644C743-328A-26D7-F3E5-A0B235E766AF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basados en procesos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D93E79B-1A2C-BD15-5251-2A4F5EFA48AA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sp>
        <p:nvSpPr>
          <p:cNvPr id="38" name="Rectangle: Rounded Corners 37">
            <a:hlinkClick r:id="rId7" action="ppaction://hlinksldjump"/>
            <a:extLst>
              <a:ext uri="{FF2B5EF4-FFF2-40B4-BE49-F238E27FC236}">
                <a16:creationId xmlns:a16="http://schemas.microsoft.com/office/drawing/2014/main" id="{799F685F-9917-7A3D-4E0A-7C3652E53D9A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9" name="Rectangle: Rounded Corners 38">
            <a:hlinkClick r:id="rId8" action="ppaction://hlinksldjump"/>
            <a:extLst>
              <a:ext uri="{FF2B5EF4-FFF2-40B4-BE49-F238E27FC236}">
                <a16:creationId xmlns:a16="http://schemas.microsoft.com/office/drawing/2014/main" id="{3A8EB48C-2367-C29A-FB61-A64E03F19698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40" name="Rectangle: Rounded Corners 39">
            <a:hlinkClick r:id="rId9" action="ppaction://hlinksldjump"/>
            <a:extLst>
              <a:ext uri="{FF2B5EF4-FFF2-40B4-BE49-F238E27FC236}">
                <a16:creationId xmlns:a16="http://schemas.microsoft.com/office/drawing/2014/main" id="{2197C22F-D96C-1D2C-039D-A229211D294D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41" name="Rectangle: Rounded Corners 40">
            <a:hlinkClick r:id="rId10" action="ppaction://hlinksldjump"/>
            <a:extLst>
              <a:ext uri="{FF2B5EF4-FFF2-40B4-BE49-F238E27FC236}">
                <a16:creationId xmlns:a16="http://schemas.microsoft.com/office/drawing/2014/main" id="{487998DC-041C-13ED-D75E-542C282462A1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</p:spTree>
    <p:extLst>
      <p:ext uri="{BB962C8B-B14F-4D97-AF65-F5344CB8AC3E}">
        <p14:creationId xmlns:p14="http://schemas.microsoft.com/office/powerpoint/2010/main" val="130468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CB9C-554B-9245-FBC0-22F62CEB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949FC-D2E2-0C75-0A36-59E58A52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12</a:t>
            </a:fld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1B15A30-C4AB-6FAA-3E6F-71BFA59924F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EEEBD8-EA60-4AF7-8849-E8F8B34321E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uadroTexto 34">
            <a:extLst>
              <a:ext uri="{FF2B5EF4-FFF2-40B4-BE49-F238E27FC236}">
                <a16:creationId xmlns:a16="http://schemas.microsoft.com/office/drawing/2014/main" id="{353681BD-F4B8-3A39-5600-44A6AE9F6D4A}"/>
              </a:ext>
            </a:extLst>
          </p:cNvPr>
          <p:cNvSpPr/>
          <p:nvPr/>
        </p:nvSpPr>
        <p:spPr>
          <a:xfrm>
            <a:off x="594256" y="1591553"/>
            <a:ext cx="5941696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 err="1">
                <a:solidFill>
                  <a:srgbClr val="009684"/>
                </a:solidFill>
                <a:effectLst/>
                <a:uFillTx/>
                <a:latin typeface="Calibri light"/>
              </a:rPr>
              <a:t>NeuralHydrology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es un modelo de simulación de caudal agregado basado puramente en datos y desarrollado por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Frederik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Kratzert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(2018) y después utilizado en </a:t>
            </a:r>
            <a:r>
              <a:rPr lang="es-ES" sz="1800" b="1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Google </a:t>
            </a:r>
            <a:r>
              <a:rPr lang="es-ES" sz="1800" b="1" u="none" strike="noStrike" dirty="0" err="1">
                <a:solidFill>
                  <a:srgbClr val="2CDBBD"/>
                </a:solidFill>
                <a:effectLst/>
                <a:uFillTx/>
                <a:latin typeface="Calibri light"/>
              </a:rPr>
              <a:t>Flood</a:t>
            </a:r>
            <a:r>
              <a:rPr lang="es-ES" sz="1800" b="1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 Hub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Utiliza un tipo de red neuronal recurrente llamado </a:t>
            </a:r>
            <a:r>
              <a:rPr lang="es-ES" sz="1800" b="1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LSTM</a:t>
            </a:r>
            <a:r>
              <a:rPr lang="es-ES" sz="1800" b="0" u="none" strike="noStrike" dirty="0">
                <a:solidFill>
                  <a:srgbClr val="2CDBBD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(Long-Short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Term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Memory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).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uadroTexto 43">
            <a:extLst>
              <a:ext uri="{FF2B5EF4-FFF2-40B4-BE49-F238E27FC236}">
                <a16:creationId xmlns:a16="http://schemas.microsoft.com/office/drawing/2014/main" id="{4C0C0D57-F704-BE52-27F6-D6E6F32BA3ED}"/>
              </a:ext>
            </a:extLst>
          </p:cNvPr>
          <p:cNvSpPr/>
          <p:nvPr/>
        </p:nvSpPr>
        <p:spPr>
          <a:xfrm>
            <a:off x="577094" y="3402868"/>
            <a:ext cx="382536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Mayor rendimiento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Menor tiempo de computación</a:t>
            </a:r>
            <a:endParaRPr lang="es-ES" dirty="0">
              <a:solidFill>
                <a:srgbClr val="000000"/>
              </a:solidFill>
              <a:latin typeface="Arial"/>
            </a:endParaRPr>
          </a:p>
          <a:p>
            <a:pPr marL="358775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Aprendizaje conjunto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CuadroTexto 44">
            <a:extLst>
              <a:ext uri="{FF2B5EF4-FFF2-40B4-BE49-F238E27FC236}">
                <a16:creationId xmlns:a16="http://schemas.microsoft.com/office/drawing/2014/main" id="{6AE59CD0-E146-174E-0F1C-3F840F80A110}"/>
              </a:ext>
            </a:extLst>
          </p:cNvPr>
          <p:cNvSpPr/>
          <p:nvPr/>
        </p:nvSpPr>
        <p:spPr>
          <a:xfrm>
            <a:off x="572774" y="4649908"/>
            <a:ext cx="393660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</a:p>
          <a:p>
            <a:pPr marL="358775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Cajas negras</a:t>
            </a:r>
          </a:p>
          <a:p>
            <a:pPr marL="358775" indent="-28575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Sólo reproducen caudal o calado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FD2114-3618-1300-2A47-17EC89A48BFF}"/>
              </a:ext>
            </a:extLst>
          </p:cNvPr>
          <p:cNvGrpSpPr/>
          <p:nvPr/>
        </p:nvGrpSpPr>
        <p:grpSpPr>
          <a:xfrm>
            <a:off x="6517780" y="1841943"/>
            <a:ext cx="5403585" cy="4136146"/>
            <a:chOff x="1972253" y="437080"/>
            <a:chExt cx="8565186" cy="6556178"/>
          </a:xfrm>
        </p:grpSpPr>
        <p:sp>
          <p:nvSpPr>
            <p:cNvPr id="9" name="Rectángulo: esquinas redondeadas 3">
              <a:extLst>
                <a:ext uri="{FF2B5EF4-FFF2-40B4-BE49-F238E27FC236}">
                  <a16:creationId xmlns:a16="http://schemas.microsoft.com/office/drawing/2014/main" id="{4F45AA4D-05AF-64AC-40D4-085AE4EB9365}"/>
                </a:ext>
              </a:extLst>
            </p:cNvPr>
            <p:cNvSpPr/>
            <p:nvPr/>
          </p:nvSpPr>
          <p:spPr>
            <a:xfrm>
              <a:off x="3205240" y="1255200"/>
              <a:ext cx="5040000" cy="4320000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" name="Conector recto de flecha 5">
              <a:extLst>
                <a:ext uri="{FF2B5EF4-FFF2-40B4-BE49-F238E27FC236}">
                  <a16:creationId xmlns:a16="http://schemas.microsoft.com/office/drawing/2014/main" id="{E7B1E753-9586-5AF5-E213-C8EAE4F37C3B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2486346" y="1976731"/>
              <a:ext cx="203012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: angular 8">
              <a:extLst>
                <a:ext uri="{FF2B5EF4-FFF2-40B4-BE49-F238E27FC236}">
                  <a16:creationId xmlns:a16="http://schemas.microsoft.com/office/drawing/2014/main" id="{7B47D22B-90AB-A480-1CF7-E20B18EE9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346" y="3559200"/>
              <a:ext cx="4349393" cy="128606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0">
              <a:extLst>
                <a:ext uri="{FF2B5EF4-FFF2-40B4-BE49-F238E27FC236}">
                  <a16:creationId xmlns:a16="http://schemas.microsoft.com/office/drawing/2014/main" id="{0082593E-DA08-582B-D8D4-984F8B0BC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6469" y="1832731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" name="Elipse 11">
              <a:extLst>
                <a:ext uri="{FF2B5EF4-FFF2-40B4-BE49-F238E27FC236}">
                  <a16:creationId xmlns:a16="http://schemas.microsoft.com/office/drawing/2014/main" id="{48236670-5E3C-4716-F882-F954026592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2000" y="3285000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2">
              <a:extLst>
                <a:ext uri="{FF2B5EF4-FFF2-40B4-BE49-F238E27FC236}">
                  <a16:creationId xmlns:a16="http://schemas.microsoft.com/office/drawing/2014/main" id="{53F3B51B-AE86-24DE-BC13-1DCE8ADB4D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2510" y="1837201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+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5" name="Elipse 13">
              <a:extLst>
                <a:ext uri="{FF2B5EF4-FFF2-40B4-BE49-F238E27FC236}">
                  <a16:creationId xmlns:a16="http://schemas.microsoft.com/office/drawing/2014/main" id="{5FA5C702-F63D-8020-1C38-8E66DC0D2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739" y="3271200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Conector recto de flecha 17">
              <a:extLst>
                <a:ext uri="{FF2B5EF4-FFF2-40B4-BE49-F238E27FC236}">
                  <a16:creationId xmlns:a16="http://schemas.microsoft.com/office/drawing/2014/main" id="{8B6B57B7-5F22-7709-46FB-4A3A610678EB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4804469" y="1976731"/>
              <a:ext cx="1158041" cy="44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ángulo 21">
              <a:extLst>
                <a:ext uri="{FF2B5EF4-FFF2-40B4-BE49-F238E27FC236}">
                  <a16:creationId xmlns:a16="http://schemas.microsoft.com/office/drawing/2014/main" id="{11418277-91EA-E2FA-2685-67CE75C8FCDD}"/>
                </a:ext>
              </a:extLst>
            </p:cNvPr>
            <p:cNvSpPr/>
            <p:nvPr/>
          </p:nvSpPr>
          <p:spPr>
            <a:xfrm>
              <a:off x="2001057" y="1832731"/>
              <a:ext cx="579837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C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t-1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ángulo 22">
              <a:extLst>
                <a:ext uri="{FF2B5EF4-FFF2-40B4-BE49-F238E27FC236}">
                  <a16:creationId xmlns:a16="http://schemas.microsoft.com/office/drawing/2014/main" id="{4B99321A-CA55-6AB9-5EEC-D7C9E5116A3A}"/>
                </a:ext>
              </a:extLst>
            </p:cNvPr>
            <p:cNvSpPr/>
            <p:nvPr/>
          </p:nvSpPr>
          <p:spPr>
            <a:xfrm>
              <a:off x="8911277" y="1851393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C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Conector: angular 24">
              <a:extLst>
                <a:ext uri="{FF2B5EF4-FFF2-40B4-BE49-F238E27FC236}">
                  <a16:creationId xmlns:a16="http://schemas.microsoft.com/office/drawing/2014/main" id="{141DB0F2-760E-E229-F5FC-72A9A0332E07}"/>
                </a:ext>
              </a:extLst>
            </p:cNvPr>
            <p:cNvCxnSpPr>
              <a:cxnSpLocks/>
              <a:stCxn id="20" idx="3"/>
              <a:endCxn id="13" idx="4"/>
            </p:cNvCxnSpPr>
            <p:nvPr/>
          </p:nvCxnSpPr>
          <p:spPr>
            <a:xfrm flipV="1">
              <a:off x="2552090" y="3573000"/>
              <a:ext cx="3543912" cy="128462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ángulo 31">
              <a:extLst>
                <a:ext uri="{FF2B5EF4-FFF2-40B4-BE49-F238E27FC236}">
                  <a16:creationId xmlns:a16="http://schemas.microsoft.com/office/drawing/2014/main" id="{B7D1AEDC-A502-3D3C-5257-D9EEB4A6FEFB}"/>
                </a:ext>
              </a:extLst>
            </p:cNvPr>
            <p:cNvSpPr/>
            <p:nvPr/>
          </p:nvSpPr>
          <p:spPr>
            <a:xfrm>
              <a:off x="1972253" y="4708634"/>
              <a:ext cx="579837" cy="297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t-1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ángulo 32">
              <a:extLst>
                <a:ext uri="{FF2B5EF4-FFF2-40B4-BE49-F238E27FC236}">
                  <a16:creationId xmlns:a16="http://schemas.microsoft.com/office/drawing/2014/main" id="{0D1FE41F-7FFF-7A55-4105-87760F1600F7}"/>
                </a:ext>
              </a:extLst>
            </p:cNvPr>
            <p:cNvSpPr/>
            <p:nvPr/>
          </p:nvSpPr>
          <p:spPr>
            <a:xfrm>
              <a:off x="8911277" y="4733339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Conector: angular 45">
              <a:extLst>
                <a:ext uri="{FF2B5EF4-FFF2-40B4-BE49-F238E27FC236}">
                  <a16:creationId xmlns:a16="http://schemas.microsoft.com/office/drawing/2014/main" id="{DD15E4DA-4670-6C10-2B06-4E62243F8BC4}"/>
                </a:ext>
              </a:extLst>
            </p:cNvPr>
            <p:cNvCxnSpPr>
              <a:cxnSpLocks/>
              <a:stCxn id="20" idx="3"/>
              <a:endCxn id="13" idx="2"/>
            </p:cNvCxnSpPr>
            <p:nvPr/>
          </p:nvCxnSpPr>
          <p:spPr>
            <a:xfrm flipV="1">
              <a:off x="2552090" y="3429001"/>
              <a:ext cx="3399911" cy="1428621"/>
            </a:xfrm>
            <a:prstGeom prst="bentConnector3">
              <a:avLst>
                <a:gd name="adj1" fmla="val 81764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: angular 49">
              <a:extLst>
                <a:ext uri="{FF2B5EF4-FFF2-40B4-BE49-F238E27FC236}">
                  <a16:creationId xmlns:a16="http://schemas.microsoft.com/office/drawing/2014/main" id="{ED448E62-81C8-F320-FA24-8F90BE4A2D79}"/>
                </a:ext>
              </a:extLst>
            </p:cNvPr>
            <p:cNvCxnSpPr>
              <a:cxnSpLocks/>
              <a:endCxn id="12" idx="4"/>
            </p:cNvCxnSpPr>
            <p:nvPr/>
          </p:nvCxnSpPr>
          <p:spPr>
            <a:xfrm rot="5400000" flipH="1" flipV="1">
              <a:off x="2320814" y="3725054"/>
              <a:ext cx="3943976" cy="735333"/>
            </a:xfrm>
            <a:prstGeom prst="bentConnector3">
              <a:avLst>
                <a:gd name="adj1" fmla="val 30544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ángulo 51">
              <a:extLst>
                <a:ext uri="{FF2B5EF4-FFF2-40B4-BE49-F238E27FC236}">
                  <a16:creationId xmlns:a16="http://schemas.microsoft.com/office/drawing/2014/main" id="{86C9389E-9384-AA7F-03D1-64445163E817}"/>
                </a:ext>
              </a:extLst>
            </p:cNvPr>
            <p:cNvSpPr/>
            <p:nvPr/>
          </p:nvSpPr>
          <p:spPr>
            <a:xfrm>
              <a:off x="3703097" y="6246427"/>
              <a:ext cx="504497" cy="131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X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ángulo 52">
              <a:extLst>
                <a:ext uri="{FF2B5EF4-FFF2-40B4-BE49-F238E27FC236}">
                  <a16:creationId xmlns:a16="http://schemas.microsoft.com/office/drawing/2014/main" id="{9AD8932C-752B-E6B1-872E-4AA1AF87CF55}"/>
                </a:ext>
              </a:extLst>
            </p:cNvPr>
            <p:cNvSpPr/>
            <p:nvPr/>
          </p:nvSpPr>
          <p:spPr>
            <a:xfrm>
              <a:off x="7317427" y="6166287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Conector recto de flecha 60">
              <a:extLst>
                <a:ext uri="{FF2B5EF4-FFF2-40B4-BE49-F238E27FC236}">
                  <a16:creationId xmlns:a16="http://schemas.microsoft.com/office/drawing/2014/main" id="{5E4BAA5A-6303-B888-C757-BAD8B1DCFDC2}"/>
                </a:ext>
              </a:extLst>
            </p:cNvPr>
            <p:cNvCxnSpPr>
              <a:cxnSpLocks/>
              <a:stCxn id="13" idx="0"/>
              <a:endCxn id="14" idx="4"/>
            </p:cNvCxnSpPr>
            <p:nvPr/>
          </p:nvCxnSpPr>
          <p:spPr>
            <a:xfrm flipV="1">
              <a:off x="6096000" y="2125201"/>
              <a:ext cx="10510" cy="11597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63">
              <a:extLst>
                <a:ext uri="{FF2B5EF4-FFF2-40B4-BE49-F238E27FC236}">
                  <a16:creationId xmlns:a16="http://schemas.microsoft.com/office/drawing/2014/main" id="{8609FAF1-633D-04A6-A01C-6BD772E455A6}"/>
                </a:ext>
              </a:extLst>
            </p:cNvPr>
            <p:cNvCxnSpPr>
              <a:cxnSpLocks/>
              <a:stCxn id="14" idx="6"/>
              <a:endCxn id="18" idx="1"/>
            </p:cNvCxnSpPr>
            <p:nvPr/>
          </p:nvCxnSpPr>
          <p:spPr>
            <a:xfrm>
              <a:off x="6250510" y="1981201"/>
              <a:ext cx="2660767" cy="68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: angular 71">
              <a:extLst>
                <a:ext uri="{FF2B5EF4-FFF2-40B4-BE49-F238E27FC236}">
                  <a16:creationId xmlns:a16="http://schemas.microsoft.com/office/drawing/2014/main" id="{DC433C5B-A3E9-CF26-C07C-1C8F8F1FF72A}"/>
                </a:ext>
              </a:extLst>
            </p:cNvPr>
            <p:cNvCxnSpPr>
              <a:cxnSpLocks/>
              <a:stCxn id="14" idx="6"/>
              <a:endCxn id="15" idx="0"/>
            </p:cNvCxnSpPr>
            <p:nvPr/>
          </p:nvCxnSpPr>
          <p:spPr>
            <a:xfrm>
              <a:off x="6250510" y="1981201"/>
              <a:ext cx="585229" cy="128999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: angular 76">
              <a:extLst>
                <a:ext uri="{FF2B5EF4-FFF2-40B4-BE49-F238E27FC236}">
                  <a16:creationId xmlns:a16="http://schemas.microsoft.com/office/drawing/2014/main" id="{0B245047-3EFC-3914-0A29-BA3D43206FC9}"/>
                </a:ext>
              </a:extLst>
            </p:cNvPr>
            <p:cNvCxnSpPr>
              <a:cxnSpLocks/>
              <a:stCxn id="15" idx="6"/>
              <a:endCxn id="25" idx="0"/>
            </p:cNvCxnSpPr>
            <p:nvPr/>
          </p:nvCxnSpPr>
          <p:spPr>
            <a:xfrm>
              <a:off x="6979739" y="3415200"/>
              <a:ext cx="589937" cy="275108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: angular 79">
              <a:extLst>
                <a:ext uri="{FF2B5EF4-FFF2-40B4-BE49-F238E27FC236}">
                  <a16:creationId xmlns:a16="http://schemas.microsoft.com/office/drawing/2014/main" id="{E4D4E4CC-B9F9-40A8-CC41-48AE2B1BDB41}"/>
                </a:ext>
              </a:extLst>
            </p:cNvPr>
            <p:cNvCxnSpPr>
              <a:cxnSpLocks/>
              <a:stCxn id="15" idx="6"/>
              <a:endCxn id="21" idx="1"/>
            </p:cNvCxnSpPr>
            <p:nvPr/>
          </p:nvCxnSpPr>
          <p:spPr>
            <a:xfrm>
              <a:off x="6979739" y="3415200"/>
              <a:ext cx="1931538" cy="1454774"/>
            </a:xfrm>
            <a:prstGeom prst="bentConnector3">
              <a:avLst>
                <a:gd name="adj1" fmla="val 31151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ángulo 23">
              <a:extLst>
                <a:ext uri="{FF2B5EF4-FFF2-40B4-BE49-F238E27FC236}">
                  <a16:creationId xmlns:a16="http://schemas.microsoft.com/office/drawing/2014/main" id="{BFC4C6F0-189C-A410-87D6-030C47596C44}"/>
                </a:ext>
              </a:extLst>
            </p:cNvPr>
            <p:cNvSpPr/>
            <p:nvPr/>
          </p:nvSpPr>
          <p:spPr>
            <a:xfrm>
              <a:off x="4585127" y="3961021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ángulo 40">
              <a:extLst>
                <a:ext uri="{FF2B5EF4-FFF2-40B4-BE49-F238E27FC236}">
                  <a16:creationId xmlns:a16="http://schemas.microsoft.com/office/drawing/2014/main" id="{2D140771-2A16-536E-B95E-1F413C0A1734}"/>
                </a:ext>
              </a:extLst>
            </p:cNvPr>
            <p:cNvSpPr/>
            <p:nvPr/>
          </p:nvSpPr>
          <p:spPr>
            <a:xfrm>
              <a:off x="5294389" y="3961021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ángulo 41">
              <a:extLst>
                <a:ext uri="{FF2B5EF4-FFF2-40B4-BE49-F238E27FC236}">
                  <a16:creationId xmlns:a16="http://schemas.microsoft.com/office/drawing/2014/main" id="{CA28D52C-D31D-02C7-73C4-2B2068812E6C}"/>
                </a:ext>
              </a:extLst>
            </p:cNvPr>
            <p:cNvSpPr/>
            <p:nvPr/>
          </p:nvSpPr>
          <p:spPr>
            <a:xfrm>
              <a:off x="5834493" y="3961020"/>
              <a:ext cx="52072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tanh</a:t>
              </a:r>
            </a:p>
          </p:txBody>
        </p:sp>
        <p:sp>
          <p:nvSpPr>
            <p:cNvPr id="34" name="Rectángulo 42">
              <a:extLst>
                <a:ext uri="{FF2B5EF4-FFF2-40B4-BE49-F238E27FC236}">
                  <a16:creationId xmlns:a16="http://schemas.microsoft.com/office/drawing/2014/main" id="{2E53BD48-2CCA-7572-83E9-4D5DECEC191B}"/>
                </a:ext>
              </a:extLst>
            </p:cNvPr>
            <p:cNvSpPr/>
            <p:nvPr/>
          </p:nvSpPr>
          <p:spPr>
            <a:xfrm>
              <a:off x="6760397" y="3961020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43">
              <a:extLst>
                <a:ext uri="{FF2B5EF4-FFF2-40B4-BE49-F238E27FC236}">
                  <a16:creationId xmlns:a16="http://schemas.microsoft.com/office/drawing/2014/main" id="{0B64040A-58A2-AE59-4B06-AC40D3673106}"/>
                </a:ext>
              </a:extLst>
            </p:cNvPr>
            <p:cNvSpPr/>
            <p:nvPr/>
          </p:nvSpPr>
          <p:spPr>
            <a:xfrm>
              <a:off x="6575379" y="2494827"/>
              <a:ext cx="52072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tanh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ángulo: esquinas redondeadas 26">
              <a:extLst>
                <a:ext uri="{FF2B5EF4-FFF2-40B4-BE49-F238E27FC236}">
                  <a16:creationId xmlns:a16="http://schemas.microsoft.com/office/drawing/2014/main" id="{CDCCA106-83C9-7D3B-6DB5-73E058E01AC9}"/>
                </a:ext>
              </a:extLst>
            </p:cNvPr>
            <p:cNvSpPr/>
            <p:nvPr/>
          </p:nvSpPr>
          <p:spPr>
            <a:xfrm>
              <a:off x="4290755" y="1692284"/>
              <a:ext cx="705124" cy="2908592"/>
            </a:xfrm>
            <a:custGeom>
              <a:avLst/>
              <a:gdLst>
                <a:gd name="connsiteX0" fmla="*/ 0 w 705124"/>
                <a:gd name="connsiteY0" fmla="*/ 117523 h 2908592"/>
                <a:gd name="connsiteX1" fmla="*/ 117523 w 705124"/>
                <a:gd name="connsiteY1" fmla="*/ 0 h 2908592"/>
                <a:gd name="connsiteX2" fmla="*/ 587601 w 705124"/>
                <a:gd name="connsiteY2" fmla="*/ 0 h 2908592"/>
                <a:gd name="connsiteX3" fmla="*/ 705124 w 705124"/>
                <a:gd name="connsiteY3" fmla="*/ 117523 h 2908592"/>
                <a:gd name="connsiteX4" fmla="*/ 705124 w 705124"/>
                <a:gd name="connsiteY4" fmla="*/ 812645 h 2908592"/>
                <a:gd name="connsiteX5" fmla="*/ 705124 w 705124"/>
                <a:gd name="connsiteY5" fmla="*/ 1400825 h 2908592"/>
                <a:gd name="connsiteX6" fmla="*/ 705124 w 705124"/>
                <a:gd name="connsiteY6" fmla="*/ 2015741 h 2908592"/>
                <a:gd name="connsiteX7" fmla="*/ 705124 w 705124"/>
                <a:gd name="connsiteY7" fmla="*/ 2791069 h 2908592"/>
                <a:gd name="connsiteX8" fmla="*/ 587601 w 705124"/>
                <a:gd name="connsiteY8" fmla="*/ 2908592 h 2908592"/>
                <a:gd name="connsiteX9" fmla="*/ 117523 w 705124"/>
                <a:gd name="connsiteY9" fmla="*/ 2908592 h 2908592"/>
                <a:gd name="connsiteX10" fmla="*/ 0 w 705124"/>
                <a:gd name="connsiteY10" fmla="*/ 2791069 h 2908592"/>
                <a:gd name="connsiteX11" fmla="*/ 0 w 705124"/>
                <a:gd name="connsiteY11" fmla="*/ 2095947 h 2908592"/>
                <a:gd name="connsiteX12" fmla="*/ 0 w 705124"/>
                <a:gd name="connsiteY12" fmla="*/ 1454296 h 2908592"/>
                <a:gd name="connsiteX13" fmla="*/ 0 w 705124"/>
                <a:gd name="connsiteY13" fmla="*/ 759174 h 2908592"/>
                <a:gd name="connsiteX14" fmla="*/ 0 w 705124"/>
                <a:gd name="connsiteY14" fmla="*/ 117523 h 290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05124" h="2908592" extrusionOk="0">
                  <a:moveTo>
                    <a:pt x="0" y="117523"/>
                  </a:moveTo>
                  <a:cubicBezTo>
                    <a:pt x="-5729" y="62668"/>
                    <a:pt x="50797" y="-752"/>
                    <a:pt x="117523" y="0"/>
                  </a:cubicBezTo>
                  <a:cubicBezTo>
                    <a:pt x="240658" y="-21384"/>
                    <a:pt x="480262" y="-8909"/>
                    <a:pt x="587601" y="0"/>
                  </a:cubicBezTo>
                  <a:cubicBezTo>
                    <a:pt x="652576" y="-7935"/>
                    <a:pt x="693740" y="44432"/>
                    <a:pt x="705124" y="117523"/>
                  </a:cubicBezTo>
                  <a:cubicBezTo>
                    <a:pt x="700025" y="263814"/>
                    <a:pt x="695170" y="668303"/>
                    <a:pt x="705124" y="812645"/>
                  </a:cubicBezTo>
                  <a:cubicBezTo>
                    <a:pt x="715078" y="956987"/>
                    <a:pt x="696793" y="1158898"/>
                    <a:pt x="705124" y="1400825"/>
                  </a:cubicBezTo>
                  <a:cubicBezTo>
                    <a:pt x="713455" y="1642752"/>
                    <a:pt x="724668" y="1728308"/>
                    <a:pt x="705124" y="2015741"/>
                  </a:cubicBezTo>
                  <a:cubicBezTo>
                    <a:pt x="685580" y="2303174"/>
                    <a:pt x="705895" y="2457824"/>
                    <a:pt x="705124" y="2791069"/>
                  </a:cubicBezTo>
                  <a:cubicBezTo>
                    <a:pt x="704131" y="2851788"/>
                    <a:pt x="638723" y="2905161"/>
                    <a:pt x="587601" y="2908592"/>
                  </a:cubicBezTo>
                  <a:cubicBezTo>
                    <a:pt x="402837" y="2927550"/>
                    <a:pt x="342469" y="2917836"/>
                    <a:pt x="117523" y="2908592"/>
                  </a:cubicBezTo>
                  <a:cubicBezTo>
                    <a:pt x="45164" y="2910568"/>
                    <a:pt x="-2513" y="2847842"/>
                    <a:pt x="0" y="2791069"/>
                  </a:cubicBezTo>
                  <a:cubicBezTo>
                    <a:pt x="-254" y="2456547"/>
                    <a:pt x="-17742" y="2300728"/>
                    <a:pt x="0" y="2095947"/>
                  </a:cubicBezTo>
                  <a:cubicBezTo>
                    <a:pt x="17742" y="1891166"/>
                    <a:pt x="-20465" y="1730337"/>
                    <a:pt x="0" y="1454296"/>
                  </a:cubicBezTo>
                  <a:cubicBezTo>
                    <a:pt x="20465" y="1178255"/>
                    <a:pt x="-30671" y="950897"/>
                    <a:pt x="0" y="759174"/>
                  </a:cubicBezTo>
                  <a:cubicBezTo>
                    <a:pt x="30671" y="567451"/>
                    <a:pt x="16635" y="290692"/>
                    <a:pt x="0" y="117523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7" name="Rectángulo: esquinas redondeadas 27">
              <a:extLst>
                <a:ext uri="{FF2B5EF4-FFF2-40B4-BE49-F238E27FC236}">
                  <a16:creationId xmlns:a16="http://schemas.microsoft.com/office/drawing/2014/main" id="{A074B4B9-7A77-A181-1810-2B7503843352}"/>
                </a:ext>
              </a:extLst>
            </p:cNvPr>
            <p:cNvSpPr/>
            <p:nvPr/>
          </p:nvSpPr>
          <p:spPr>
            <a:xfrm>
              <a:off x="5231720" y="3123956"/>
              <a:ext cx="1152280" cy="1996684"/>
            </a:xfrm>
            <a:custGeom>
              <a:avLst/>
              <a:gdLst>
                <a:gd name="connsiteX0" fmla="*/ 0 w 1152280"/>
                <a:gd name="connsiteY0" fmla="*/ 192051 h 1996684"/>
                <a:gd name="connsiteX1" fmla="*/ 192051 w 1152280"/>
                <a:gd name="connsiteY1" fmla="*/ 0 h 1996684"/>
                <a:gd name="connsiteX2" fmla="*/ 576140 w 1152280"/>
                <a:gd name="connsiteY2" fmla="*/ 0 h 1996684"/>
                <a:gd name="connsiteX3" fmla="*/ 960229 w 1152280"/>
                <a:gd name="connsiteY3" fmla="*/ 0 h 1996684"/>
                <a:gd name="connsiteX4" fmla="*/ 1152280 w 1152280"/>
                <a:gd name="connsiteY4" fmla="*/ 192051 h 1996684"/>
                <a:gd name="connsiteX5" fmla="*/ 1152280 w 1152280"/>
                <a:gd name="connsiteY5" fmla="*/ 729578 h 1996684"/>
                <a:gd name="connsiteX6" fmla="*/ 1152280 w 1152280"/>
                <a:gd name="connsiteY6" fmla="*/ 1234854 h 1996684"/>
                <a:gd name="connsiteX7" fmla="*/ 1152280 w 1152280"/>
                <a:gd name="connsiteY7" fmla="*/ 1804633 h 1996684"/>
                <a:gd name="connsiteX8" fmla="*/ 960229 w 1152280"/>
                <a:gd name="connsiteY8" fmla="*/ 1996684 h 1996684"/>
                <a:gd name="connsiteX9" fmla="*/ 568458 w 1152280"/>
                <a:gd name="connsiteY9" fmla="*/ 1996684 h 1996684"/>
                <a:gd name="connsiteX10" fmla="*/ 192051 w 1152280"/>
                <a:gd name="connsiteY10" fmla="*/ 1996684 h 1996684"/>
                <a:gd name="connsiteX11" fmla="*/ 0 w 1152280"/>
                <a:gd name="connsiteY11" fmla="*/ 1804633 h 1996684"/>
                <a:gd name="connsiteX12" fmla="*/ 0 w 1152280"/>
                <a:gd name="connsiteY12" fmla="*/ 1283231 h 1996684"/>
                <a:gd name="connsiteX13" fmla="*/ 0 w 1152280"/>
                <a:gd name="connsiteY13" fmla="*/ 729578 h 1996684"/>
                <a:gd name="connsiteX14" fmla="*/ 0 w 1152280"/>
                <a:gd name="connsiteY14" fmla="*/ 192051 h 1996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2280" h="1996684" extrusionOk="0">
                  <a:moveTo>
                    <a:pt x="0" y="192051"/>
                  </a:moveTo>
                  <a:cubicBezTo>
                    <a:pt x="-12920" y="108652"/>
                    <a:pt x="76542" y="-3899"/>
                    <a:pt x="192051" y="0"/>
                  </a:cubicBezTo>
                  <a:cubicBezTo>
                    <a:pt x="360556" y="-18971"/>
                    <a:pt x="495996" y="-10531"/>
                    <a:pt x="576140" y="0"/>
                  </a:cubicBezTo>
                  <a:cubicBezTo>
                    <a:pt x="656284" y="10531"/>
                    <a:pt x="878207" y="1206"/>
                    <a:pt x="960229" y="0"/>
                  </a:cubicBezTo>
                  <a:cubicBezTo>
                    <a:pt x="1073227" y="-4485"/>
                    <a:pt x="1138131" y="89230"/>
                    <a:pt x="1152280" y="192051"/>
                  </a:cubicBezTo>
                  <a:cubicBezTo>
                    <a:pt x="1165878" y="360872"/>
                    <a:pt x="1130091" y="508923"/>
                    <a:pt x="1152280" y="729578"/>
                  </a:cubicBezTo>
                  <a:cubicBezTo>
                    <a:pt x="1174469" y="950233"/>
                    <a:pt x="1155232" y="1069667"/>
                    <a:pt x="1152280" y="1234854"/>
                  </a:cubicBezTo>
                  <a:cubicBezTo>
                    <a:pt x="1149328" y="1400041"/>
                    <a:pt x="1178713" y="1553910"/>
                    <a:pt x="1152280" y="1804633"/>
                  </a:cubicBezTo>
                  <a:cubicBezTo>
                    <a:pt x="1151402" y="1906997"/>
                    <a:pt x="1043252" y="1990949"/>
                    <a:pt x="960229" y="1996684"/>
                  </a:cubicBezTo>
                  <a:cubicBezTo>
                    <a:pt x="867117" y="1991994"/>
                    <a:pt x="740298" y="1984015"/>
                    <a:pt x="568458" y="1996684"/>
                  </a:cubicBezTo>
                  <a:cubicBezTo>
                    <a:pt x="396618" y="2009353"/>
                    <a:pt x="346216" y="1985621"/>
                    <a:pt x="192051" y="1996684"/>
                  </a:cubicBezTo>
                  <a:cubicBezTo>
                    <a:pt x="84719" y="2003175"/>
                    <a:pt x="-1310" y="1916653"/>
                    <a:pt x="0" y="1804633"/>
                  </a:cubicBezTo>
                  <a:cubicBezTo>
                    <a:pt x="1965" y="1613858"/>
                    <a:pt x="-15474" y="1481593"/>
                    <a:pt x="0" y="1283231"/>
                  </a:cubicBezTo>
                  <a:cubicBezTo>
                    <a:pt x="15474" y="1084869"/>
                    <a:pt x="-4813" y="959386"/>
                    <a:pt x="0" y="729578"/>
                  </a:cubicBezTo>
                  <a:cubicBezTo>
                    <a:pt x="4813" y="499770"/>
                    <a:pt x="-4867" y="357902"/>
                    <a:pt x="0" y="192051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8" name="Rectángulo: esquinas redondeadas 28">
              <a:extLst>
                <a:ext uri="{FF2B5EF4-FFF2-40B4-BE49-F238E27FC236}">
                  <a16:creationId xmlns:a16="http://schemas.microsoft.com/office/drawing/2014/main" id="{C3D65FDD-FA7F-CFC4-6999-E3412BBBE1AD}"/>
                </a:ext>
              </a:extLst>
            </p:cNvPr>
            <p:cNvSpPr/>
            <p:nvPr/>
          </p:nvSpPr>
          <p:spPr>
            <a:xfrm>
              <a:off x="5725240" y="1692284"/>
              <a:ext cx="658759" cy="672678"/>
            </a:xfrm>
            <a:custGeom>
              <a:avLst/>
              <a:gdLst>
                <a:gd name="connsiteX0" fmla="*/ 0 w 658759"/>
                <a:gd name="connsiteY0" fmla="*/ 109795 h 672678"/>
                <a:gd name="connsiteX1" fmla="*/ 109795 w 658759"/>
                <a:gd name="connsiteY1" fmla="*/ 0 h 672678"/>
                <a:gd name="connsiteX2" fmla="*/ 548964 w 658759"/>
                <a:gd name="connsiteY2" fmla="*/ 0 h 672678"/>
                <a:gd name="connsiteX3" fmla="*/ 658759 w 658759"/>
                <a:gd name="connsiteY3" fmla="*/ 109795 h 672678"/>
                <a:gd name="connsiteX4" fmla="*/ 658759 w 658759"/>
                <a:gd name="connsiteY4" fmla="*/ 562883 h 672678"/>
                <a:gd name="connsiteX5" fmla="*/ 548964 w 658759"/>
                <a:gd name="connsiteY5" fmla="*/ 672678 h 672678"/>
                <a:gd name="connsiteX6" fmla="*/ 109795 w 658759"/>
                <a:gd name="connsiteY6" fmla="*/ 672678 h 672678"/>
                <a:gd name="connsiteX7" fmla="*/ 0 w 658759"/>
                <a:gd name="connsiteY7" fmla="*/ 562883 h 672678"/>
                <a:gd name="connsiteX8" fmla="*/ 0 w 658759"/>
                <a:gd name="connsiteY8" fmla="*/ 109795 h 67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8759" h="672678" extrusionOk="0">
                  <a:moveTo>
                    <a:pt x="0" y="109795"/>
                  </a:moveTo>
                  <a:cubicBezTo>
                    <a:pt x="-967" y="50854"/>
                    <a:pt x="36443" y="-5250"/>
                    <a:pt x="109795" y="0"/>
                  </a:cubicBezTo>
                  <a:cubicBezTo>
                    <a:pt x="223534" y="4655"/>
                    <a:pt x="385129" y="-10793"/>
                    <a:pt x="548964" y="0"/>
                  </a:cubicBezTo>
                  <a:cubicBezTo>
                    <a:pt x="609710" y="-12487"/>
                    <a:pt x="651415" y="43877"/>
                    <a:pt x="658759" y="109795"/>
                  </a:cubicBezTo>
                  <a:cubicBezTo>
                    <a:pt x="656411" y="255053"/>
                    <a:pt x="671560" y="375689"/>
                    <a:pt x="658759" y="562883"/>
                  </a:cubicBezTo>
                  <a:cubicBezTo>
                    <a:pt x="673293" y="624480"/>
                    <a:pt x="610683" y="674526"/>
                    <a:pt x="548964" y="672678"/>
                  </a:cubicBezTo>
                  <a:cubicBezTo>
                    <a:pt x="387350" y="692523"/>
                    <a:pt x="282746" y="688768"/>
                    <a:pt x="109795" y="672678"/>
                  </a:cubicBezTo>
                  <a:cubicBezTo>
                    <a:pt x="48704" y="670767"/>
                    <a:pt x="-9578" y="621137"/>
                    <a:pt x="0" y="562883"/>
                  </a:cubicBezTo>
                  <a:cubicBezTo>
                    <a:pt x="-19766" y="411433"/>
                    <a:pt x="-20206" y="293475"/>
                    <a:pt x="0" y="109795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9" name="Rectángulo: esquinas redondeadas 29">
              <a:extLst>
                <a:ext uri="{FF2B5EF4-FFF2-40B4-BE49-F238E27FC236}">
                  <a16:creationId xmlns:a16="http://schemas.microsoft.com/office/drawing/2014/main" id="{2B47EA02-9B85-5D24-3B67-FA566E770B18}"/>
                </a:ext>
              </a:extLst>
            </p:cNvPr>
            <p:cNvSpPr/>
            <p:nvPr/>
          </p:nvSpPr>
          <p:spPr>
            <a:xfrm>
              <a:off x="6547740" y="2423272"/>
              <a:ext cx="658759" cy="1876301"/>
            </a:xfrm>
            <a:custGeom>
              <a:avLst/>
              <a:gdLst>
                <a:gd name="connsiteX0" fmla="*/ 0 w 658759"/>
                <a:gd name="connsiteY0" fmla="*/ 109795 h 1876301"/>
                <a:gd name="connsiteX1" fmla="*/ 109795 w 658759"/>
                <a:gd name="connsiteY1" fmla="*/ 0 h 1876301"/>
                <a:gd name="connsiteX2" fmla="*/ 548964 w 658759"/>
                <a:gd name="connsiteY2" fmla="*/ 0 h 1876301"/>
                <a:gd name="connsiteX3" fmla="*/ 658759 w 658759"/>
                <a:gd name="connsiteY3" fmla="*/ 109795 h 1876301"/>
                <a:gd name="connsiteX4" fmla="*/ 658759 w 658759"/>
                <a:gd name="connsiteY4" fmla="*/ 678599 h 1876301"/>
                <a:gd name="connsiteX5" fmla="*/ 658759 w 658759"/>
                <a:gd name="connsiteY5" fmla="*/ 1181135 h 1876301"/>
                <a:gd name="connsiteX6" fmla="*/ 658759 w 658759"/>
                <a:gd name="connsiteY6" fmla="*/ 1766506 h 1876301"/>
                <a:gd name="connsiteX7" fmla="*/ 548964 w 658759"/>
                <a:gd name="connsiteY7" fmla="*/ 1876301 h 1876301"/>
                <a:gd name="connsiteX8" fmla="*/ 109795 w 658759"/>
                <a:gd name="connsiteY8" fmla="*/ 1876301 h 1876301"/>
                <a:gd name="connsiteX9" fmla="*/ 0 w 658759"/>
                <a:gd name="connsiteY9" fmla="*/ 1766506 h 1876301"/>
                <a:gd name="connsiteX10" fmla="*/ 0 w 658759"/>
                <a:gd name="connsiteY10" fmla="*/ 1230836 h 1876301"/>
                <a:gd name="connsiteX11" fmla="*/ 0 w 658759"/>
                <a:gd name="connsiteY11" fmla="*/ 711733 h 1876301"/>
                <a:gd name="connsiteX12" fmla="*/ 0 w 658759"/>
                <a:gd name="connsiteY12" fmla="*/ 109795 h 187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759" h="1876301" extrusionOk="0">
                  <a:moveTo>
                    <a:pt x="0" y="109795"/>
                  </a:moveTo>
                  <a:cubicBezTo>
                    <a:pt x="-967" y="50854"/>
                    <a:pt x="36443" y="-5250"/>
                    <a:pt x="109795" y="0"/>
                  </a:cubicBezTo>
                  <a:cubicBezTo>
                    <a:pt x="223534" y="4655"/>
                    <a:pt x="385129" y="-10793"/>
                    <a:pt x="548964" y="0"/>
                  </a:cubicBezTo>
                  <a:cubicBezTo>
                    <a:pt x="609710" y="-12487"/>
                    <a:pt x="651415" y="43877"/>
                    <a:pt x="658759" y="109795"/>
                  </a:cubicBezTo>
                  <a:cubicBezTo>
                    <a:pt x="635190" y="335399"/>
                    <a:pt x="685224" y="520870"/>
                    <a:pt x="658759" y="678599"/>
                  </a:cubicBezTo>
                  <a:cubicBezTo>
                    <a:pt x="632294" y="836328"/>
                    <a:pt x="634177" y="993003"/>
                    <a:pt x="658759" y="1181135"/>
                  </a:cubicBezTo>
                  <a:cubicBezTo>
                    <a:pt x="683341" y="1369267"/>
                    <a:pt x="665413" y="1569298"/>
                    <a:pt x="658759" y="1766506"/>
                  </a:cubicBezTo>
                  <a:cubicBezTo>
                    <a:pt x="662276" y="1827654"/>
                    <a:pt x="607938" y="1875542"/>
                    <a:pt x="548964" y="1876301"/>
                  </a:cubicBezTo>
                  <a:cubicBezTo>
                    <a:pt x="379969" y="1891604"/>
                    <a:pt x="203723" y="1862598"/>
                    <a:pt x="109795" y="1876301"/>
                  </a:cubicBezTo>
                  <a:cubicBezTo>
                    <a:pt x="45076" y="1871844"/>
                    <a:pt x="6221" y="1825366"/>
                    <a:pt x="0" y="1766506"/>
                  </a:cubicBezTo>
                  <a:cubicBezTo>
                    <a:pt x="-8135" y="1604339"/>
                    <a:pt x="23087" y="1457671"/>
                    <a:pt x="0" y="1230836"/>
                  </a:cubicBezTo>
                  <a:cubicBezTo>
                    <a:pt x="-23087" y="1004001"/>
                    <a:pt x="-22812" y="869920"/>
                    <a:pt x="0" y="711733"/>
                  </a:cubicBezTo>
                  <a:cubicBezTo>
                    <a:pt x="22812" y="553546"/>
                    <a:pt x="14638" y="347648"/>
                    <a:pt x="0" y="109795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0" name="Globo: línea doblada sin borde 30">
              <a:extLst>
                <a:ext uri="{FF2B5EF4-FFF2-40B4-BE49-F238E27FC236}">
                  <a16:creationId xmlns:a16="http://schemas.microsoft.com/office/drawing/2014/main" id="{71BAD323-7557-28C8-5F05-18B5EA00C2AA}"/>
                </a:ext>
              </a:extLst>
            </p:cNvPr>
            <p:cNvSpPr/>
            <p:nvPr/>
          </p:nvSpPr>
          <p:spPr>
            <a:xfrm flipH="1">
              <a:off x="2596071" y="437080"/>
              <a:ext cx="1314447" cy="463291"/>
            </a:xfrm>
            <a:custGeom>
              <a:avLst/>
              <a:gdLst>
                <a:gd name="connsiteX0" fmla="*/ 0 w 1314447"/>
                <a:gd name="connsiteY0" fmla="*/ 0 h 463291"/>
                <a:gd name="connsiteX1" fmla="*/ 644079 w 1314447"/>
                <a:gd name="connsiteY1" fmla="*/ 0 h 463291"/>
                <a:gd name="connsiteX2" fmla="*/ 1314447 w 1314447"/>
                <a:gd name="connsiteY2" fmla="*/ 0 h 463291"/>
                <a:gd name="connsiteX3" fmla="*/ 1314447 w 1314447"/>
                <a:gd name="connsiteY3" fmla="*/ 463291 h 463291"/>
                <a:gd name="connsiteX4" fmla="*/ 683512 w 1314447"/>
                <a:gd name="connsiteY4" fmla="*/ 463291 h 463291"/>
                <a:gd name="connsiteX5" fmla="*/ 0 w 1314447"/>
                <a:gd name="connsiteY5" fmla="*/ 463291 h 463291"/>
                <a:gd name="connsiteX6" fmla="*/ 0 w 1314447"/>
                <a:gd name="connsiteY6" fmla="*/ 0 h 463291"/>
                <a:gd name="connsiteX0" fmla="*/ -109533 w 1314447"/>
                <a:gd name="connsiteY0" fmla="*/ 253304 h 463291"/>
                <a:gd name="connsiteX1" fmla="*/ -246183 w 1314447"/>
                <a:gd name="connsiteY1" fmla="*/ 253304 h 463291"/>
                <a:gd name="connsiteX2" fmla="*/ -504776 w 1314447"/>
                <a:gd name="connsiteY2" fmla="*/ 782765 h 463291"/>
                <a:gd name="connsiteX3" fmla="*/ -743478 w 1314447"/>
                <a:gd name="connsiteY3" fmla="*/ 1271498 h 46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4447" h="463291" stroke="0" extrusionOk="0">
                  <a:moveTo>
                    <a:pt x="0" y="0"/>
                  </a:moveTo>
                  <a:cubicBezTo>
                    <a:pt x="182763" y="2977"/>
                    <a:pt x="365179" y="-24199"/>
                    <a:pt x="644079" y="0"/>
                  </a:cubicBezTo>
                  <a:cubicBezTo>
                    <a:pt x="922979" y="24199"/>
                    <a:pt x="985095" y="11426"/>
                    <a:pt x="1314447" y="0"/>
                  </a:cubicBezTo>
                  <a:cubicBezTo>
                    <a:pt x="1313694" y="213783"/>
                    <a:pt x="1311944" y="314632"/>
                    <a:pt x="1314447" y="463291"/>
                  </a:cubicBezTo>
                  <a:cubicBezTo>
                    <a:pt x="1159071" y="476911"/>
                    <a:pt x="901814" y="454805"/>
                    <a:pt x="683512" y="463291"/>
                  </a:cubicBezTo>
                  <a:cubicBezTo>
                    <a:pt x="465211" y="471777"/>
                    <a:pt x="336603" y="433731"/>
                    <a:pt x="0" y="463291"/>
                  </a:cubicBezTo>
                  <a:cubicBezTo>
                    <a:pt x="15001" y="317270"/>
                    <a:pt x="14616" y="209585"/>
                    <a:pt x="0" y="0"/>
                  </a:cubicBezTo>
                  <a:close/>
                </a:path>
                <a:path w="1314447" h="463291" fill="none" extrusionOk="0">
                  <a:moveTo>
                    <a:pt x="-109533" y="253304"/>
                  </a:moveTo>
                  <a:cubicBezTo>
                    <a:pt x="-140889" y="257367"/>
                    <a:pt x="-207588" y="246479"/>
                    <a:pt x="-246183" y="253304"/>
                  </a:cubicBezTo>
                  <a:cubicBezTo>
                    <a:pt x="-290433" y="399230"/>
                    <a:pt x="-393745" y="619087"/>
                    <a:pt x="-504776" y="782765"/>
                  </a:cubicBezTo>
                  <a:cubicBezTo>
                    <a:pt x="-615808" y="946443"/>
                    <a:pt x="-698061" y="1135718"/>
                    <a:pt x="-743478" y="1271498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274449"/>
                        <a:gd name="adj6" fmla="val -56562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olvido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1" name="Globo: línea doblada sin borde 35">
              <a:extLst>
                <a:ext uri="{FF2B5EF4-FFF2-40B4-BE49-F238E27FC236}">
                  <a16:creationId xmlns:a16="http://schemas.microsoft.com/office/drawing/2014/main" id="{B0D4CCBF-881E-F122-BF6E-1433FA418740}"/>
                </a:ext>
              </a:extLst>
            </p:cNvPr>
            <p:cNvSpPr/>
            <p:nvPr/>
          </p:nvSpPr>
          <p:spPr>
            <a:xfrm flipH="1">
              <a:off x="3925133" y="6547170"/>
              <a:ext cx="1369256" cy="446088"/>
            </a:xfrm>
            <a:custGeom>
              <a:avLst/>
              <a:gdLst>
                <a:gd name="connsiteX0" fmla="*/ 0 w 1369256"/>
                <a:gd name="connsiteY0" fmla="*/ 0 h 446088"/>
                <a:gd name="connsiteX1" fmla="*/ 684628 w 1369256"/>
                <a:gd name="connsiteY1" fmla="*/ 0 h 446088"/>
                <a:gd name="connsiteX2" fmla="*/ 1369256 w 1369256"/>
                <a:gd name="connsiteY2" fmla="*/ 0 h 446088"/>
                <a:gd name="connsiteX3" fmla="*/ 1369256 w 1369256"/>
                <a:gd name="connsiteY3" fmla="*/ 446088 h 446088"/>
                <a:gd name="connsiteX4" fmla="*/ 657243 w 1369256"/>
                <a:gd name="connsiteY4" fmla="*/ 446088 h 446088"/>
                <a:gd name="connsiteX5" fmla="*/ 0 w 1369256"/>
                <a:gd name="connsiteY5" fmla="*/ 446088 h 446088"/>
                <a:gd name="connsiteX6" fmla="*/ 0 w 1369256"/>
                <a:gd name="connsiteY6" fmla="*/ 0 h 446088"/>
                <a:gd name="connsiteX0" fmla="*/ -114100 w 1369256"/>
                <a:gd name="connsiteY0" fmla="*/ 83642 h 446088"/>
                <a:gd name="connsiteX1" fmla="*/ -228214 w 1369256"/>
                <a:gd name="connsiteY1" fmla="*/ 83642 h 446088"/>
                <a:gd name="connsiteX2" fmla="*/ -341318 w 1369256"/>
                <a:gd name="connsiteY2" fmla="*/ -428363 h 446088"/>
                <a:gd name="connsiteX3" fmla="*/ -451128 w 1369256"/>
                <a:gd name="connsiteY3" fmla="*/ -925455 h 446088"/>
                <a:gd name="connsiteX4" fmla="*/ -557643 w 1369256"/>
                <a:gd name="connsiteY4" fmla="*/ -1407635 h 44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9256" h="446088" stroke="0" extrusionOk="0">
                  <a:moveTo>
                    <a:pt x="0" y="0"/>
                  </a:moveTo>
                  <a:cubicBezTo>
                    <a:pt x="281254" y="26665"/>
                    <a:pt x="388328" y="20943"/>
                    <a:pt x="684628" y="0"/>
                  </a:cubicBezTo>
                  <a:cubicBezTo>
                    <a:pt x="980928" y="-20943"/>
                    <a:pt x="1042644" y="7065"/>
                    <a:pt x="1369256" y="0"/>
                  </a:cubicBezTo>
                  <a:cubicBezTo>
                    <a:pt x="1387635" y="120841"/>
                    <a:pt x="1352427" y="327755"/>
                    <a:pt x="1369256" y="446088"/>
                  </a:cubicBezTo>
                  <a:cubicBezTo>
                    <a:pt x="1029528" y="472106"/>
                    <a:pt x="998810" y="469105"/>
                    <a:pt x="657243" y="446088"/>
                  </a:cubicBezTo>
                  <a:cubicBezTo>
                    <a:pt x="315676" y="423071"/>
                    <a:pt x="218852" y="434390"/>
                    <a:pt x="0" y="446088"/>
                  </a:cubicBezTo>
                  <a:cubicBezTo>
                    <a:pt x="456" y="240546"/>
                    <a:pt x="9633" y="151258"/>
                    <a:pt x="0" y="0"/>
                  </a:cubicBezTo>
                  <a:close/>
                </a:path>
                <a:path w="1369256" h="446088" fill="none" extrusionOk="0">
                  <a:moveTo>
                    <a:pt x="-114100" y="83642"/>
                  </a:moveTo>
                  <a:cubicBezTo>
                    <a:pt x="-145157" y="84919"/>
                    <a:pt x="-189463" y="81847"/>
                    <a:pt x="-228214" y="83642"/>
                  </a:cubicBezTo>
                  <a:cubicBezTo>
                    <a:pt x="-274031" y="-68436"/>
                    <a:pt x="-271176" y="-232055"/>
                    <a:pt x="-341318" y="-428363"/>
                  </a:cubicBezTo>
                  <a:cubicBezTo>
                    <a:pt x="-411460" y="-624671"/>
                    <a:pt x="-388040" y="-696703"/>
                    <a:pt x="-451128" y="-925455"/>
                  </a:cubicBezTo>
                  <a:cubicBezTo>
                    <a:pt x="-514216" y="-1154208"/>
                    <a:pt x="-518490" y="-1194841"/>
                    <a:pt x="-557643" y="-1407635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5148896">
                    <a:prstGeom prst="callout2">
                      <a:avLst>
                        <a:gd name="adj1" fmla="val 18750"/>
                        <a:gd name="adj2" fmla="val -8333"/>
                        <a:gd name="adj3" fmla="val 18750"/>
                        <a:gd name="adj4" fmla="val -16667"/>
                        <a:gd name="adj5" fmla="val -315551"/>
                        <a:gd name="adj6" fmla="val -40726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entrada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2" name="Globo: línea doblada sin borde 30">
              <a:extLst>
                <a:ext uri="{FF2B5EF4-FFF2-40B4-BE49-F238E27FC236}">
                  <a16:creationId xmlns:a16="http://schemas.microsoft.com/office/drawing/2014/main" id="{1396477F-C5E1-BDB4-D5C6-729043C85DE5}"/>
                </a:ext>
              </a:extLst>
            </p:cNvPr>
            <p:cNvSpPr/>
            <p:nvPr/>
          </p:nvSpPr>
          <p:spPr>
            <a:xfrm>
              <a:off x="6848904" y="468668"/>
              <a:ext cx="2191713" cy="369777"/>
            </a:xfrm>
            <a:custGeom>
              <a:avLst/>
              <a:gdLst>
                <a:gd name="connsiteX0" fmla="*/ 0 w 2191713"/>
                <a:gd name="connsiteY0" fmla="*/ 0 h 369777"/>
                <a:gd name="connsiteX1" fmla="*/ 526011 w 2191713"/>
                <a:gd name="connsiteY1" fmla="*/ 0 h 369777"/>
                <a:gd name="connsiteX2" fmla="*/ 1073939 w 2191713"/>
                <a:gd name="connsiteY2" fmla="*/ 0 h 369777"/>
                <a:gd name="connsiteX3" fmla="*/ 1556116 w 2191713"/>
                <a:gd name="connsiteY3" fmla="*/ 0 h 369777"/>
                <a:gd name="connsiteX4" fmla="*/ 2191713 w 2191713"/>
                <a:gd name="connsiteY4" fmla="*/ 0 h 369777"/>
                <a:gd name="connsiteX5" fmla="*/ 2191713 w 2191713"/>
                <a:gd name="connsiteY5" fmla="*/ 369777 h 369777"/>
                <a:gd name="connsiteX6" fmla="*/ 1643785 w 2191713"/>
                <a:gd name="connsiteY6" fmla="*/ 369777 h 369777"/>
                <a:gd name="connsiteX7" fmla="*/ 1117774 w 2191713"/>
                <a:gd name="connsiteY7" fmla="*/ 369777 h 369777"/>
                <a:gd name="connsiteX8" fmla="*/ 547928 w 2191713"/>
                <a:gd name="connsiteY8" fmla="*/ 369777 h 369777"/>
                <a:gd name="connsiteX9" fmla="*/ 0 w 2191713"/>
                <a:gd name="connsiteY9" fmla="*/ 369777 h 369777"/>
                <a:gd name="connsiteX10" fmla="*/ 0 w 2191713"/>
                <a:gd name="connsiteY10" fmla="*/ 0 h 369777"/>
                <a:gd name="connsiteX0" fmla="*/ -182635 w 2191713"/>
                <a:gd name="connsiteY0" fmla="*/ 202176 h 369777"/>
                <a:gd name="connsiteX1" fmla="*/ -410486 w 2191713"/>
                <a:gd name="connsiteY1" fmla="*/ 202176 h 369777"/>
                <a:gd name="connsiteX2" fmla="*/ -623634 w 2191713"/>
                <a:gd name="connsiteY2" fmla="*/ 730949 h 369777"/>
                <a:gd name="connsiteX3" fmla="*/ -828424 w 2191713"/>
                <a:gd name="connsiteY3" fmla="*/ 1238986 h 36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713" h="369777" stroke="0" extrusionOk="0">
                  <a:moveTo>
                    <a:pt x="0" y="0"/>
                  </a:moveTo>
                  <a:cubicBezTo>
                    <a:pt x="131633" y="18980"/>
                    <a:pt x="276375" y="-3298"/>
                    <a:pt x="526011" y="0"/>
                  </a:cubicBezTo>
                  <a:cubicBezTo>
                    <a:pt x="775647" y="3298"/>
                    <a:pt x="853816" y="21925"/>
                    <a:pt x="1073939" y="0"/>
                  </a:cubicBezTo>
                  <a:cubicBezTo>
                    <a:pt x="1294062" y="-21925"/>
                    <a:pt x="1458539" y="20946"/>
                    <a:pt x="1556116" y="0"/>
                  </a:cubicBezTo>
                  <a:cubicBezTo>
                    <a:pt x="1653693" y="-20946"/>
                    <a:pt x="1916436" y="-20765"/>
                    <a:pt x="2191713" y="0"/>
                  </a:cubicBezTo>
                  <a:cubicBezTo>
                    <a:pt x="2201403" y="79154"/>
                    <a:pt x="2193667" y="247145"/>
                    <a:pt x="2191713" y="369777"/>
                  </a:cubicBezTo>
                  <a:cubicBezTo>
                    <a:pt x="1980531" y="385625"/>
                    <a:pt x="1889052" y="392200"/>
                    <a:pt x="1643785" y="369777"/>
                  </a:cubicBezTo>
                  <a:cubicBezTo>
                    <a:pt x="1398518" y="347354"/>
                    <a:pt x="1279647" y="374096"/>
                    <a:pt x="1117774" y="369777"/>
                  </a:cubicBezTo>
                  <a:cubicBezTo>
                    <a:pt x="955901" y="365458"/>
                    <a:pt x="771683" y="343367"/>
                    <a:pt x="547928" y="369777"/>
                  </a:cubicBezTo>
                  <a:cubicBezTo>
                    <a:pt x="324173" y="396187"/>
                    <a:pt x="255918" y="380853"/>
                    <a:pt x="0" y="369777"/>
                  </a:cubicBezTo>
                  <a:cubicBezTo>
                    <a:pt x="11978" y="225846"/>
                    <a:pt x="17805" y="77949"/>
                    <a:pt x="0" y="0"/>
                  </a:cubicBezTo>
                  <a:close/>
                </a:path>
                <a:path w="2191713" h="369777" fill="none" extrusionOk="0">
                  <a:moveTo>
                    <a:pt x="-182635" y="202176"/>
                  </a:moveTo>
                  <a:cubicBezTo>
                    <a:pt x="-285158" y="195534"/>
                    <a:pt x="-357839" y="202961"/>
                    <a:pt x="-410486" y="202176"/>
                  </a:cubicBezTo>
                  <a:cubicBezTo>
                    <a:pt x="-498357" y="440010"/>
                    <a:pt x="-534085" y="555934"/>
                    <a:pt x="-623634" y="730949"/>
                  </a:cubicBezTo>
                  <a:cubicBezTo>
                    <a:pt x="-713183" y="905964"/>
                    <a:pt x="-793220" y="1130307"/>
                    <a:pt x="-828424" y="1238986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335063"/>
                        <a:gd name="adj6" fmla="val -37798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actualización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43" name="Globo: línea doblada sin borde 30">
              <a:extLst>
                <a:ext uri="{FF2B5EF4-FFF2-40B4-BE49-F238E27FC236}">
                  <a16:creationId xmlns:a16="http://schemas.microsoft.com/office/drawing/2014/main" id="{604F33C9-D905-B6ED-F185-2CC73D139080}"/>
                </a:ext>
              </a:extLst>
            </p:cNvPr>
            <p:cNvSpPr/>
            <p:nvPr/>
          </p:nvSpPr>
          <p:spPr>
            <a:xfrm>
              <a:off x="9345360" y="2839633"/>
              <a:ext cx="1192079" cy="463759"/>
            </a:xfrm>
            <a:custGeom>
              <a:avLst/>
              <a:gdLst>
                <a:gd name="connsiteX0" fmla="*/ 0 w 1192079"/>
                <a:gd name="connsiteY0" fmla="*/ 0 h 463759"/>
                <a:gd name="connsiteX1" fmla="*/ 584119 w 1192079"/>
                <a:gd name="connsiteY1" fmla="*/ 0 h 463759"/>
                <a:gd name="connsiteX2" fmla="*/ 1192079 w 1192079"/>
                <a:gd name="connsiteY2" fmla="*/ 0 h 463759"/>
                <a:gd name="connsiteX3" fmla="*/ 1192079 w 1192079"/>
                <a:gd name="connsiteY3" fmla="*/ 463759 h 463759"/>
                <a:gd name="connsiteX4" fmla="*/ 619881 w 1192079"/>
                <a:gd name="connsiteY4" fmla="*/ 463759 h 463759"/>
                <a:gd name="connsiteX5" fmla="*/ 0 w 1192079"/>
                <a:gd name="connsiteY5" fmla="*/ 463759 h 463759"/>
                <a:gd name="connsiteX6" fmla="*/ 0 w 1192079"/>
                <a:gd name="connsiteY6" fmla="*/ 0 h 463759"/>
                <a:gd name="connsiteX0" fmla="*/ -99336 w 1192079"/>
                <a:gd name="connsiteY0" fmla="*/ 253560 h 463759"/>
                <a:gd name="connsiteX1" fmla="*/ -223264 w 1192079"/>
                <a:gd name="connsiteY1" fmla="*/ 253560 h 463759"/>
                <a:gd name="connsiteX2" fmla="*/ -891340 w 1192079"/>
                <a:gd name="connsiteY2" fmla="*/ 257237 h 463759"/>
                <a:gd name="connsiteX3" fmla="*/ -1483785 w 1192079"/>
                <a:gd name="connsiteY3" fmla="*/ 260498 h 463759"/>
                <a:gd name="connsiteX4" fmla="*/ -2114045 w 1192079"/>
                <a:gd name="connsiteY4" fmla="*/ 263967 h 46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79" h="463759" stroke="0" extrusionOk="0">
                  <a:moveTo>
                    <a:pt x="0" y="0"/>
                  </a:moveTo>
                  <a:cubicBezTo>
                    <a:pt x="132761" y="3536"/>
                    <a:pt x="445731" y="1524"/>
                    <a:pt x="584119" y="0"/>
                  </a:cubicBezTo>
                  <a:cubicBezTo>
                    <a:pt x="722507" y="-1524"/>
                    <a:pt x="932434" y="10162"/>
                    <a:pt x="1192079" y="0"/>
                  </a:cubicBezTo>
                  <a:cubicBezTo>
                    <a:pt x="1213168" y="126868"/>
                    <a:pt x="1212793" y="335562"/>
                    <a:pt x="1192079" y="463759"/>
                  </a:cubicBezTo>
                  <a:cubicBezTo>
                    <a:pt x="975453" y="445431"/>
                    <a:pt x="901817" y="477681"/>
                    <a:pt x="619881" y="463759"/>
                  </a:cubicBezTo>
                  <a:cubicBezTo>
                    <a:pt x="337945" y="449837"/>
                    <a:pt x="295513" y="471174"/>
                    <a:pt x="0" y="463759"/>
                  </a:cubicBezTo>
                  <a:cubicBezTo>
                    <a:pt x="4829" y="337454"/>
                    <a:pt x="-9" y="210433"/>
                    <a:pt x="0" y="0"/>
                  </a:cubicBezTo>
                  <a:close/>
                </a:path>
                <a:path w="1192079" h="463759" fill="none" extrusionOk="0">
                  <a:moveTo>
                    <a:pt x="-99336" y="253560"/>
                  </a:moveTo>
                  <a:cubicBezTo>
                    <a:pt x="-142864" y="248806"/>
                    <a:pt x="-197562" y="248299"/>
                    <a:pt x="-223264" y="253560"/>
                  </a:cubicBezTo>
                  <a:cubicBezTo>
                    <a:pt x="-416559" y="239160"/>
                    <a:pt x="-651756" y="226223"/>
                    <a:pt x="-891340" y="257237"/>
                  </a:cubicBezTo>
                  <a:cubicBezTo>
                    <a:pt x="-1130924" y="288251"/>
                    <a:pt x="-1318474" y="265186"/>
                    <a:pt x="-1483785" y="260498"/>
                  </a:cubicBezTo>
                  <a:cubicBezTo>
                    <a:pt x="-1649096" y="255810"/>
                    <a:pt x="-1809805" y="284224"/>
                    <a:pt x="-2114045" y="263967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56919"/>
                        <a:gd name="adj6" fmla="val -177341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salida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5E2C422-96D4-65D6-13D0-5F7E3709DC88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60902ED-BD45-4384-3990-E24233CB6339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47" name="Left Bracket 46">
              <a:extLst>
                <a:ext uri="{FF2B5EF4-FFF2-40B4-BE49-F238E27FC236}">
                  <a16:creationId xmlns:a16="http://schemas.microsoft.com/office/drawing/2014/main" id="{E48CC8E7-0C24-3E72-0B7C-17E6C331A342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8" name="Picture 47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49885266-6E2E-F0B5-DD10-47C1C1BE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142112-A222-FAEA-CEAC-46270994DB52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Rectangle: Rounded Corners 49">
            <a:hlinkClick r:id="rId3" action="ppaction://hlinksldjump"/>
            <a:extLst>
              <a:ext uri="{FF2B5EF4-FFF2-40B4-BE49-F238E27FC236}">
                <a16:creationId xmlns:a16="http://schemas.microsoft.com/office/drawing/2014/main" id="{C7D59487-F6C0-D143-E3FA-4993313E03CB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51" name="Rectangle: Rounded Corners 50">
            <a:hlinkClick r:id="rId4" action="ppaction://hlinksldjump"/>
            <a:extLst>
              <a:ext uri="{FF2B5EF4-FFF2-40B4-BE49-F238E27FC236}">
                <a16:creationId xmlns:a16="http://schemas.microsoft.com/office/drawing/2014/main" id="{3071C003-8756-79EA-FB7F-011F85AF3BDB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52" name="Rectangle: Rounded Corners 51">
            <a:hlinkClick r:id="rId5" action="ppaction://hlinksldjump"/>
            <a:extLst>
              <a:ext uri="{FF2B5EF4-FFF2-40B4-BE49-F238E27FC236}">
                <a16:creationId xmlns:a16="http://schemas.microsoft.com/office/drawing/2014/main" id="{978D7755-E1A2-316A-95C8-C3482625B134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53" name="Rectangle: Rounded Corners 52">
            <a:hlinkClick r:id="rId6" action="ppaction://hlinksldjump"/>
            <a:extLst>
              <a:ext uri="{FF2B5EF4-FFF2-40B4-BE49-F238E27FC236}">
                <a16:creationId xmlns:a16="http://schemas.microsoft.com/office/drawing/2014/main" id="{1B088BCE-689E-E681-0CFB-9AF05F826E21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54" name="CuadroTexto 52">
            <a:extLst>
              <a:ext uri="{FF2B5EF4-FFF2-40B4-BE49-F238E27FC236}">
                <a16:creationId xmlns:a16="http://schemas.microsoft.com/office/drawing/2014/main" id="{A31C1DC6-261E-1042-E61E-D8E6B176E482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de aprendizaje profundo</a:t>
            </a:r>
          </a:p>
        </p:txBody>
      </p:sp>
    </p:spTree>
    <p:extLst>
      <p:ext uri="{BB962C8B-B14F-4D97-AF65-F5344CB8AC3E}">
        <p14:creationId xmlns:p14="http://schemas.microsoft.com/office/powerpoint/2010/main" val="216032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8B946-A877-BE8E-0F6D-FEE286E4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A2E65-2B79-FFE5-0147-3733CB51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13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AC9F1-605D-5502-5259-155971EEC440}"/>
              </a:ext>
            </a:extLst>
          </p:cNvPr>
          <p:cNvSpPr txBox="1"/>
          <p:nvPr/>
        </p:nvSpPr>
        <p:spPr>
          <a:xfrm rot="21091053">
            <a:off x="6800074" y="1912481"/>
            <a:ext cx="169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9684"/>
                </a:solidFill>
                <a:latin typeface="Segoe Print" panose="02000600000000000000" pitchFamily="2" charset="0"/>
              </a:rPr>
              <a:t>¡Agregado!</a:t>
            </a:r>
            <a:endParaRPr lang="en-GB" dirty="0">
              <a:solidFill>
                <a:srgbClr val="009684"/>
              </a:solidFill>
              <a:latin typeface="Segoe Print" panose="020006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2D4240-38E4-28ED-4345-4A34775BC281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66AA22-3651-7086-2F99-54C15F786298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23" name="Left Bracket 22">
              <a:extLst>
                <a:ext uri="{FF2B5EF4-FFF2-40B4-BE49-F238E27FC236}">
                  <a16:creationId xmlns:a16="http://schemas.microsoft.com/office/drawing/2014/main" id="{7278E313-B0D8-0EA8-5D52-27027338A9F1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4" name="Picture 23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F7AF42AF-8EE3-D28F-C7F0-A79EACCC8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316405-EBE0-89D9-3570-C07862499447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Rectangle: Rounded Corners 25">
            <a:hlinkClick r:id="rId3" action="ppaction://hlinksldjump"/>
            <a:extLst>
              <a:ext uri="{FF2B5EF4-FFF2-40B4-BE49-F238E27FC236}">
                <a16:creationId xmlns:a16="http://schemas.microsoft.com/office/drawing/2014/main" id="{880A1467-3CF0-2FDC-2C47-B595C933FF21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27" name="Rectangle: Rounded Corners 26">
            <a:hlinkClick r:id="rId4" action="ppaction://hlinksldjump"/>
            <a:extLst>
              <a:ext uri="{FF2B5EF4-FFF2-40B4-BE49-F238E27FC236}">
                <a16:creationId xmlns:a16="http://schemas.microsoft.com/office/drawing/2014/main" id="{F225F1F3-6876-1AF0-1DAB-2421C412E9A7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28" name="Rectangle: Rounded Corners 27">
            <a:hlinkClick r:id="rId5" action="ppaction://hlinksldjump"/>
            <a:extLst>
              <a:ext uri="{FF2B5EF4-FFF2-40B4-BE49-F238E27FC236}">
                <a16:creationId xmlns:a16="http://schemas.microsoft.com/office/drawing/2014/main" id="{B5BF8D55-C380-5D2E-849B-028E39BF0EEA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29" name="Rectangle: Rounded Corners 28">
            <a:hlinkClick r:id="rId6" action="ppaction://hlinksldjump"/>
            <a:extLst>
              <a:ext uri="{FF2B5EF4-FFF2-40B4-BE49-F238E27FC236}">
                <a16:creationId xmlns:a16="http://schemas.microsoft.com/office/drawing/2014/main" id="{556CE66E-8FE4-91E4-17E8-0BAB7454401C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30" name="CuadroTexto 52">
            <a:extLst>
              <a:ext uri="{FF2B5EF4-FFF2-40B4-BE49-F238E27FC236}">
                <a16:creationId xmlns:a16="http://schemas.microsoft.com/office/drawing/2014/main" id="{89EBD60B-C755-5722-127B-C7B3C800B76F}"/>
              </a:ext>
            </a:extLst>
          </p:cNvPr>
          <p:cNvSpPr/>
          <p:nvPr/>
        </p:nvSpPr>
        <p:spPr>
          <a:xfrm>
            <a:off x="590320" y="1060461"/>
            <a:ext cx="110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de aprendizaje profundo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2AE804B-0B13-9FC4-42DC-327E0E69EBDD}"/>
              </a:ext>
            </a:extLst>
          </p:cNvPr>
          <p:cNvGrpSpPr>
            <a:grpSpLocks noChangeAspect="1"/>
          </p:cNvGrpSpPr>
          <p:nvPr/>
        </p:nvGrpSpPr>
        <p:grpSpPr>
          <a:xfrm>
            <a:off x="3166856" y="2120171"/>
            <a:ext cx="5581904" cy="3253255"/>
            <a:chOff x="3489587" y="3026829"/>
            <a:chExt cx="5121013" cy="298463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E67E946-EA0B-083F-03C0-872452062C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0493" y="3868371"/>
              <a:ext cx="1296000" cy="1296000"/>
              <a:chOff x="3161352" y="1577119"/>
              <a:chExt cx="2076758" cy="2076757"/>
            </a:xfrm>
          </p:grpSpPr>
          <p:sp>
            <p:nvSpPr>
              <p:cNvPr id="43" name="Oval 42">
                <a:hlinkClick r:id="rId7"/>
                <a:extLst>
                  <a:ext uri="{FF2B5EF4-FFF2-40B4-BE49-F238E27FC236}">
                    <a16:creationId xmlns:a16="http://schemas.microsoft.com/office/drawing/2014/main" id="{BB65CAA0-FE36-F3BC-3D94-74F3B22C40E1}"/>
                  </a:ext>
                </a:extLst>
              </p:cNvPr>
              <p:cNvSpPr/>
              <p:nvPr/>
            </p:nvSpPr>
            <p:spPr>
              <a:xfrm>
                <a:off x="3161352" y="1577119"/>
                <a:ext cx="2076758" cy="2076757"/>
              </a:xfrm>
              <a:prstGeom prst="ellipse">
                <a:avLst/>
              </a:prstGeom>
              <a:solidFill>
                <a:srgbClr val="009684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Oval 4">
                <a:extLst>
                  <a:ext uri="{FF2B5EF4-FFF2-40B4-BE49-F238E27FC236}">
                    <a16:creationId xmlns:a16="http://schemas.microsoft.com/office/drawing/2014/main" id="{C072BFA4-44F0-2E2A-3F6C-A33C37D56F98}"/>
                  </a:ext>
                </a:extLst>
              </p:cNvPr>
              <p:cNvSpPr txBox="1"/>
              <p:nvPr/>
            </p:nvSpPr>
            <p:spPr>
              <a:xfrm>
                <a:off x="3161352" y="1881253"/>
                <a:ext cx="2003579" cy="14684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1466850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GB" sz="2000" kern="1200" dirty="0" err="1"/>
                  <a:t>modelo</a:t>
                </a:r>
                <a:endParaRPr lang="en-GB" sz="2000" kern="12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52E3E73-DD74-E2BC-4598-228547A989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89587" y="3026829"/>
              <a:ext cx="1296000" cy="1296000"/>
              <a:chOff x="366752" y="1816577"/>
              <a:chExt cx="1491473" cy="1491473"/>
            </a:xfrm>
          </p:grpSpPr>
          <p:sp>
            <p:nvSpPr>
              <p:cNvPr id="41" name="Oval 4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6AAD98A6-257A-8D9E-AB0B-81493FD2D6E3}"/>
                  </a:ext>
                </a:extLst>
              </p:cNvPr>
              <p:cNvSpPr/>
              <p:nvPr/>
            </p:nvSpPr>
            <p:spPr>
              <a:xfrm>
                <a:off x="366752" y="1816577"/>
                <a:ext cx="1491473" cy="1491473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2" name="Oval 4">
                <a:extLst>
                  <a:ext uri="{FF2B5EF4-FFF2-40B4-BE49-F238E27FC236}">
                    <a16:creationId xmlns:a16="http://schemas.microsoft.com/office/drawing/2014/main" id="{8AB9CA50-CB54-1553-D916-29B7C196D5E4}"/>
                  </a:ext>
                </a:extLst>
              </p:cNvPr>
              <p:cNvSpPr txBox="1"/>
              <p:nvPr/>
            </p:nvSpPr>
            <p:spPr>
              <a:xfrm>
                <a:off x="366752" y="2034998"/>
                <a:ext cx="1491473" cy="105463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970" tIns="13970" rIns="13970" bIns="13970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dirty="0" err="1"/>
                  <a:t>p</a:t>
                </a:r>
                <a:r>
                  <a:rPr lang="en-GB" kern="1200" dirty="0" err="1"/>
                  <a:t>ropiedades</a:t>
                </a:r>
                <a:r>
                  <a:rPr lang="en-GB" kern="1200" dirty="0"/>
                  <a:t> </a:t>
                </a:r>
                <a:r>
                  <a:rPr lang="en-GB" kern="1200" dirty="0" err="1"/>
                  <a:t>físicas</a:t>
                </a:r>
                <a:endParaRPr lang="en-GB" kern="120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039FBE-68FF-F6EC-A93B-071CB0A2A6DD}"/>
                </a:ext>
              </a:extLst>
            </p:cNvPr>
            <p:cNvGrpSpPr/>
            <p:nvPr/>
          </p:nvGrpSpPr>
          <p:grpSpPr>
            <a:xfrm>
              <a:off x="3489587" y="4715467"/>
              <a:ext cx="1296000" cy="1296000"/>
              <a:chOff x="3489587" y="4715467"/>
              <a:chExt cx="1296000" cy="1296000"/>
            </a:xfrm>
          </p:grpSpPr>
          <p:sp>
            <p:nvSpPr>
              <p:cNvPr id="39" name="Oval 3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0DB7785-62C6-AFF8-45BE-F9ACDB0D0B5E}"/>
                  </a:ext>
                </a:extLst>
              </p:cNvPr>
              <p:cNvSpPr/>
              <p:nvPr/>
            </p:nvSpPr>
            <p:spPr>
              <a:xfrm>
                <a:off x="3489587" y="4715467"/>
                <a:ext cx="1296000" cy="1296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Oval 4">
                <a:extLst>
                  <a:ext uri="{FF2B5EF4-FFF2-40B4-BE49-F238E27FC236}">
                    <a16:creationId xmlns:a16="http://schemas.microsoft.com/office/drawing/2014/main" id="{5FF1F3BB-2A66-D334-D3ED-EFD449432925}"/>
                  </a:ext>
                </a:extLst>
              </p:cNvPr>
              <p:cNvSpPr txBox="1"/>
              <p:nvPr/>
            </p:nvSpPr>
            <p:spPr>
              <a:xfrm>
                <a:off x="3489587" y="4909009"/>
                <a:ext cx="1296000" cy="91641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970" tIns="13970" rIns="13970" bIns="13970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GB" kern="1200" dirty="0" err="1"/>
                  <a:t>meteorología</a:t>
                </a:r>
                <a:endParaRPr lang="en-GB" kern="12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F9B111-CF61-288F-3DD8-8CB1A3785D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4600" y="3868371"/>
              <a:ext cx="1296000" cy="1296000"/>
            </a:xfrm>
            <a:prstGeom prst="ellipse">
              <a:avLst/>
            </a:prstGeom>
            <a:solidFill>
              <a:srgbClr val="2CDBB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dirty="0"/>
                <a:t>caudal</a:t>
              </a:r>
              <a:endParaRPr lang="en-GB" dirty="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7684BBE-4F58-973D-52B0-DC6409E6DA0E}"/>
                </a:ext>
              </a:extLst>
            </p:cNvPr>
            <p:cNvCxnSpPr>
              <a:cxnSpLocks/>
              <a:stCxn id="41" idx="5"/>
              <a:endCxn id="44" idx="1"/>
            </p:cNvCxnSpPr>
            <p:nvPr/>
          </p:nvCxnSpPr>
          <p:spPr>
            <a:xfrm>
              <a:off x="4595792" y="4133034"/>
              <a:ext cx="674701" cy="38333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7E18248-253A-A03B-F1BC-FAD80D868B78}"/>
                </a:ext>
              </a:extLst>
            </p:cNvPr>
            <p:cNvCxnSpPr>
              <a:cxnSpLocks/>
              <a:stCxn id="39" idx="7"/>
              <a:endCxn id="44" idx="1"/>
            </p:cNvCxnSpPr>
            <p:nvPr/>
          </p:nvCxnSpPr>
          <p:spPr>
            <a:xfrm flipV="1">
              <a:off x="4595792" y="4516371"/>
              <a:ext cx="674701" cy="38889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157E0EE-D800-8AEA-02E3-B96745F192E6}"/>
                </a:ext>
              </a:extLst>
            </p:cNvPr>
            <p:cNvCxnSpPr>
              <a:stCxn id="43" idx="6"/>
              <a:endCxn id="35" idx="2"/>
            </p:cNvCxnSpPr>
            <p:nvPr/>
          </p:nvCxnSpPr>
          <p:spPr>
            <a:xfrm>
              <a:off x="6566493" y="4516371"/>
              <a:ext cx="748107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750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CF15-015E-B8A0-8739-2F526195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B4B3F-75C3-1655-A429-67244559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14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73BE9C-96E1-4CB6-A81C-B156E848BC09}"/>
              </a:ext>
            </a:extLst>
          </p:cNvPr>
          <p:cNvSpPr>
            <a:spLocks noChangeAspect="1"/>
          </p:cNvSpPr>
          <p:nvPr/>
        </p:nvSpPr>
        <p:spPr>
          <a:xfrm>
            <a:off x="3421435" y="5080337"/>
            <a:ext cx="907200" cy="907200"/>
          </a:xfrm>
          <a:prstGeom prst="ellipse">
            <a:avLst/>
          </a:prstGeom>
          <a:solidFill>
            <a:srgbClr val="009684">
              <a:alpha val="50196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Pará-metros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60094-742D-61C1-430E-BC54C7E93F9A}"/>
              </a:ext>
            </a:extLst>
          </p:cNvPr>
          <p:cNvSpPr txBox="1"/>
          <p:nvPr/>
        </p:nvSpPr>
        <p:spPr>
          <a:xfrm>
            <a:off x="590320" y="1315471"/>
            <a:ext cx="1105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0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basados en procesos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2A467-33AC-4E5A-555D-1FE992C47DDF}"/>
              </a:ext>
            </a:extLst>
          </p:cNvPr>
          <p:cNvSpPr txBox="1"/>
          <p:nvPr/>
        </p:nvSpPr>
        <p:spPr>
          <a:xfrm>
            <a:off x="617518" y="3944891"/>
            <a:ext cx="1105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" sz="2000" dirty="0"/>
              <a:t>Modelos de aprendizaje profundo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3A7DBC-4A38-9048-28A3-4B3E74382189}"/>
              </a:ext>
            </a:extLst>
          </p:cNvPr>
          <p:cNvSpPr>
            <a:spLocks noChangeAspect="1"/>
          </p:cNvSpPr>
          <p:nvPr/>
        </p:nvSpPr>
        <p:spPr>
          <a:xfrm>
            <a:off x="1978387" y="1712768"/>
            <a:ext cx="907200" cy="9072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datos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B51BE6-DADA-41A6-4464-6637B15DC441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4337900" y="2690457"/>
            <a:ext cx="5451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7398EDC-10DF-504D-7AE9-839E534FD780}"/>
              </a:ext>
            </a:extLst>
          </p:cNvPr>
          <p:cNvSpPr>
            <a:spLocks noChangeAspect="1"/>
          </p:cNvSpPr>
          <p:nvPr/>
        </p:nvSpPr>
        <p:spPr>
          <a:xfrm>
            <a:off x="1978387" y="2772977"/>
            <a:ext cx="907200" cy="907200"/>
          </a:xfrm>
          <a:prstGeom prst="ellipse">
            <a:avLst/>
          </a:prstGeom>
          <a:solidFill>
            <a:srgbClr val="009684">
              <a:alpha val="50196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Pará-</a:t>
            </a:r>
          </a:p>
          <a:p>
            <a:pPr algn="ctr"/>
            <a:r>
              <a:rPr lang="en-GB" sz="1600" dirty="0"/>
              <a:t>metros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800EDB-2A1C-FEE8-1714-D4FB78E37DB9}"/>
              </a:ext>
            </a:extLst>
          </p:cNvPr>
          <p:cNvSpPr>
            <a:spLocks noChangeAspect="1"/>
          </p:cNvSpPr>
          <p:nvPr/>
        </p:nvSpPr>
        <p:spPr>
          <a:xfrm>
            <a:off x="3430700" y="2236857"/>
            <a:ext cx="907200" cy="907200"/>
          </a:xfrm>
          <a:prstGeom prst="ellipse">
            <a:avLst/>
          </a:prstGeom>
          <a:solidFill>
            <a:srgbClr val="00968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modelo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74EE28-0312-9FB5-BF7E-E0512ED41DF6}"/>
              </a:ext>
            </a:extLst>
          </p:cNvPr>
          <p:cNvSpPr>
            <a:spLocks noChangeAspect="1"/>
          </p:cNvSpPr>
          <p:nvPr/>
        </p:nvSpPr>
        <p:spPr>
          <a:xfrm>
            <a:off x="4883014" y="2236857"/>
            <a:ext cx="907200" cy="9072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sim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879D30-98FF-BE13-14F7-39D42BE52287}"/>
              </a:ext>
            </a:extLst>
          </p:cNvPr>
          <p:cNvSpPr>
            <a:spLocks noChangeAspect="1"/>
          </p:cNvSpPr>
          <p:nvPr/>
        </p:nvSpPr>
        <p:spPr>
          <a:xfrm>
            <a:off x="6335328" y="2236857"/>
            <a:ext cx="907200" cy="9072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 err="1"/>
              <a:t>obs</a:t>
            </a:r>
            <a:endParaRPr lang="en-GB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B939EB-CAB5-BDED-7A14-70D17817A43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2885587" y="2166368"/>
            <a:ext cx="545113" cy="5240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3FD441-CCC1-3B7A-D00A-7110F6515325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2885587" y="2690457"/>
            <a:ext cx="545113" cy="5361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E169B8-37D4-6355-A544-8A169D0E73D2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790214" y="2690457"/>
            <a:ext cx="5451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90803BD-7A54-0B17-1173-988F3237121A}"/>
              </a:ext>
            </a:extLst>
          </p:cNvPr>
          <p:cNvSpPr txBox="1"/>
          <p:nvPr/>
        </p:nvSpPr>
        <p:spPr>
          <a:xfrm>
            <a:off x="5806912" y="2309591"/>
            <a:ext cx="46414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sz="1600" dirty="0">
                <a:cs typeface="Calibri Light" panose="020F0302020204030204" pitchFamily="34" charset="0"/>
              </a:rPr>
              <a:t>FO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A2D3B60-AA31-DC6C-E789-B67587B228A3}"/>
              </a:ext>
            </a:extLst>
          </p:cNvPr>
          <p:cNvCxnSpPr>
            <a:cxnSpLocks/>
            <a:stCxn id="10" idx="4"/>
            <a:endCxn id="8" idx="4"/>
          </p:cNvCxnSpPr>
          <p:nvPr/>
        </p:nvCxnSpPr>
        <p:spPr>
          <a:xfrm rot="5400000">
            <a:off x="3616241" y="1959804"/>
            <a:ext cx="536120" cy="2904627"/>
          </a:xfrm>
          <a:prstGeom prst="bentConnector3">
            <a:avLst>
              <a:gd name="adj1" fmla="val 130331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536304-4F8D-46BD-4E15-84CE7CD26370}"/>
              </a:ext>
            </a:extLst>
          </p:cNvPr>
          <p:cNvSpPr txBox="1"/>
          <p:nvPr/>
        </p:nvSpPr>
        <p:spPr>
          <a:xfrm>
            <a:off x="7787642" y="2442953"/>
            <a:ext cx="3854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Algoritmo de optimización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Específico de cada cuenca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7709BB-0B64-C773-35BE-0291CA9AEFDE}"/>
              </a:ext>
            </a:extLst>
          </p:cNvPr>
          <p:cNvSpPr>
            <a:spLocks noChangeAspect="1"/>
          </p:cNvSpPr>
          <p:nvPr/>
        </p:nvSpPr>
        <p:spPr>
          <a:xfrm>
            <a:off x="1972280" y="4345001"/>
            <a:ext cx="907200" cy="9072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datos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A87444-88E9-2A47-F430-D7ED60DF25B5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337900" y="4791272"/>
            <a:ext cx="5451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5D295B0-B30F-78D5-0E38-2889F5DCB2FB}"/>
              </a:ext>
            </a:extLst>
          </p:cNvPr>
          <p:cNvSpPr>
            <a:spLocks noChangeAspect="1"/>
          </p:cNvSpPr>
          <p:nvPr/>
        </p:nvSpPr>
        <p:spPr>
          <a:xfrm>
            <a:off x="3430700" y="4337672"/>
            <a:ext cx="907200" cy="907200"/>
          </a:xfrm>
          <a:prstGeom prst="ellipse">
            <a:avLst/>
          </a:prstGeom>
          <a:solidFill>
            <a:srgbClr val="00968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modelo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3A2F9B-B00A-8F7F-0C94-57515543DC52}"/>
              </a:ext>
            </a:extLst>
          </p:cNvPr>
          <p:cNvSpPr>
            <a:spLocks noChangeAspect="1"/>
          </p:cNvSpPr>
          <p:nvPr/>
        </p:nvSpPr>
        <p:spPr>
          <a:xfrm>
            <a:off x="4883014" y="4337672"/>
            <a:ext cx="907200" cy="907200"/>
          </a:xfrm>
          <a:prstGeom prst="ellipse">
            <a:avLst/>
          </a:prstGeom>
          <a:solidFill>
            <a:srgbClr val="2CDBB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sim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38CFE4-AB67-98F6-1872-1019D63351D4}"/>
              </a:ext>
            </a:extLst>
          </p:cNvPr>
          <p:cNvSpPr>
            <a:spLocks noChangeAspect="1"/>
          </p:cNvSpPr>
          <p:nvPr/>
        </p:nvSpPr>
        <p:spPr>
          <a:xfrm>
            <a:off x="6335328" y="4337672"/>
            <a:ext cx="907200" cy="9072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 err="1"/>
              <a:t>obs</a:t>
            </a:r>
            <a:endParaRPr lang="en-GB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E19C31-34CD-2657-186B-7B84C731400C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 flipV="1">
            <a:off x="2879480" y="4791272"/>
            <a:ext cx="551220" cy="732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683E1C-8EC0-A41D-5A97-8208AC8F367D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5790214" y="4791272"/>
            <a:ext cx="5451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AA08D2C-B5A5-01EB-5996-531924B698B6}"/>
              </a:ext>
            </a:extLst>
          </p:cNvPr>
          <p:cNvSpPr txBox="1"/>
          <p:nvPr/>
        </p:nvSpPr>
        <p:spPr>
          <a:xfrm>
            <a:off x="5838142" y="4843348"/>
            <a:ext cx="464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FP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3BD0167-90AA-F08A-2A89-E7FCCA16F0AC}"/>
              </a:ext>
            </a:extLst>
          </p:cNvPr>
          <p:cNvCxnSpPr>
            <a:cxnSpLocks/>
            <a:stCxn id="25" idx="2"/>
            <a:endCxn id="2" idx="4"/>
          </p:cNvCxnSpPr>
          <p:nvPr/>
        </p:nvCxnSpPr>
        <p:spPr>
          <a:xfrm rot="5400000">
            <a:off x="4569808" y="4487130"/>
            <a:ext cx="805635" cy="2195179"/>
          </a:xfrm>
          <a:prstGeom prst="bentConnector3">
            <a:avLst>
              <a:gd name="adj1" fmla="val 11901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2D96B1-0FCD-8F36-0031-44EF7FB6A395}"/>
              </a:ext>
            </a:extLst>
          </p:cNvPr>
          <p:cNvSpPr txBox="1"/>
          <p:nvPr/>
        </p:nvSpPr>
        <p:spPr>
          <a:xfrm>
            <a:off x="4166650" y="6016361"/>
            <a:ext cx="160182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s-ES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retro-propragación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DF338-575E-6DC5-0587-7F839840133E}"/>
              </a:ext>
            </a:extLst>
          </p:cNvPr>
          <p:cNvSpPr txBox="1"/>
          <p:nvPr/>
        </p:nvSpPr>
        <p:spPr>
          <a:xfrm>
            <a:off x="7769112" y="4687169"/>
            <a:ext cx="3873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Retro-progragación del gradiente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Múltiples cuencas simultáneamente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A25E981-D028-E190-029C-8941798B4C76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FD5729-0C6B-97CB-7E2B-BAFD0310F39A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31" name="Left Bracket 30">
              <a:extLst>
                <a:ext uri="{FF2B5EF4-FFF2-40B4-BE49-F238E27FC236}">
                  <a16:creationId xmlns:a16="http://schemas.microsoft.com/office/drawing/2014/main" id="{4A99C29A-CB7E-2DB5-67A7-378A3619436A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2" name="Picture 31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ABB3E5C0-4374-D298-5235-313F12F16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6D7AD91-4E85-F796-1289-33A8780B14CF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4" name="Rectangle: Rounded Corners 33">
            <a:hlinkClick r:id="rId3" action="ppaction://hlinksldjump"/>
            <a:extLst>
              <a:ext uri="{FF2B5EF4-FFF2-40B4-BE49-F238E27FC236}">
                <a16:creationId xmlns:a16="http://schemas.microsoft.com/office/drawing/2014/main" id="{21A9BB9A-1046-666A-7EF2-3428C8BA43A5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35" name="Rectangle: Rounded Corners 34">
            <a:hlinkClick r:id="rId4" action="ppaction://hlinksldjump"/>
            <a:extLst>
              <a:ext uri="{FF2B5EF4-FFF2-40B4-BE49-F238E27FC236}">
                <a16:creationId xmlns:a16="http://schemas.microsoft.com/office/drawing/2014/main" id="{45BEF604-5DED-7CA9-2A26-4014CCF4D1C4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6" name="Rectangle: Rounded Corners 35">
            <a:hlinkClick r:id="rId5" action="ppaction://hlinksldjump"/>
            <a:extLst>
              <a:ext uri="{FF2B5EF4-FFF2-40B4-BE49-F238E27FC236}">
                <a16:creationId xmlns:a16="http://schemas.microsoft.com/office/drawing/2014/main" id="{E61E554A-9A5D-81E9-D1F1-FEA64D530630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7" name="Rectangle: Rounded Corners 36">
            <a:hlinkClick r:id="rId6" action="ppaction://hlinksldjump"/>
            <a:extLst>
              <a:ext uri="{FF2B5EF4-FFF2-40B4-BE49-F238E27FC236}">
                <a16:creationId xmlns:a16="http://schemas.microsoft.com/office/drawing/2014/main" id="{8AC20305-0DDF-6982-3553-DDA451B8DC14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481B4A-42F0-7153-709D-8AA061868D86}"/>
              </a:ext>
            </a:extLst>
          </p:cNvPr>
          <p:cNvSpPr txBox="1"/>
          <p:nvPr/>
        </p:nvSpPr>
        <p:spPr>
          <a:xfrm>
            <a:off x="590321" y="966488"/>
            <a:ext cx="1007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calibración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50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6" grpId="0" animBg="1"/>
      <p:bldP spid="8" grpId="0" animBg="1"/>
      <p:bldP spid="9" grpId="0" animBg="1"/>
      <p:bldP spid="10" grpId="0" animBg="1"/>
      <p:bldP spid="11" grpId="0" animBg="1"/>
      <p:bldP spid="15" grpId="0"/>
      <p:bldP spid="17" grpId="0"/>
      <p:bldP spid="18" grpId="0" animBg="1"/>
      <p:bldP spid="20" grpId="0" animBg="1"/>
      <p:bldP spid="21" grpId="0" animBg="1"/>
      <p:bldP spid="22" grpId="0" animBg="1"/>
      <p:bldP spid="25" grpId="0"/>
      <p:bldP spid="27" grpId="0" animBg="1"/>
      <p:bldP spid="28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C757-D69D-C8AF-64FF-51F7D1D1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6E187-1ED8-685F-E1F8-C74638E3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15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020D31-0CF5-79FD-9833-334F97AB647B}"/>
              </a:ext>
            </a:extLst>
          </p:cNvPr>
          <p:cNvGrpSpPr/>
          <p:nvPr/>
        </p:nvGrpSpPr>
        <p:grpSpPr>
          <a:xfrm>
            <a:off x="3639285" y="4042720"/>
            <a:ext cx="1554079" cy="1784758"/>
            <a:chOff x="5880290" y="2149224"/>
            <a:chExt cx="1554079" cy="1784758"/>
          </a:xfrm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68237AFE-731F-A9F2-99C9-465C3AAFC4E6}"/>
                </a:ext>
              </a:extLst>
            </p:cNvPr>
            <p:cNvSpPr/>
            <p:nvPr/>
          </p:nvSpPr>
          <p:spPr>
            <a:xfrm>
              <a:off x="6231101" y="2149224"/>
              <a:ext cx="1135869" cy="1769247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Freeform: Shape 8">
              <a:extLst>
                <a:ext uri="{FF2B5EF4-FFF2-40B4-BE49-F238E27FC236}">
                  <a16:creationId xmlns:a16="http://schemas.microsoft.com/office/drawing/2014/main" id="{2C50669F-F154-F65F-16E8-A5588E1B1950}"/>
                </a:ext>
              </a:extLst>
            </p:cNvPr>
            <p:cNvSpPr/>
            <p:nvPr/>
          </p:nvSpPr>
          <p:spPr>
            <a:xfrm>
              <a:off x="5880290" y="2455431"/>
              <a:ext cx="928599" cy="1478551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Freeform: Shape 3">
              <a:extLst>
                <a:ext uri="{FF2B5EF4-FFF2-40B4-BE49-F238E27FC236}">
                  <a16:creationId xmlns:a16="http://schemas.microsoft.com/office/drawing/2014/main" id="{A0EC32E7-621F-F5FD-B938-E5D6FAD4432F}"/>
                </a:ext>
              </a:extLst>
            </p:cNvPr>
            <p:cNvSpPr/>
            <p:nvPr/>
          </p:nvSpPr>
          <p:spPr>
            <a:xfrm>
              <a:off x="6612190" y="2326646"/>
              <a:ext cx="373380" cy="70104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2C0DEC91-D5FF-1FFF-BB0B-D7B320CA9F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6880" y="2970171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Multiplication Sign 7">
              <a:extLst>
                <a:ext uri="{FF2B5EF4-FFF2-40B4-BE49-F238E27FC236}">
                  <a16:creationId xmlns:a16="http://schemas.microsoft.com/office/drawing/2014/main" id="{DB693E67-FF90-4C3F-B7EA-4C0A05D0C1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0369" y="3099729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981CD7F7-68CF-0A62-2091-15ADAE034E4B}"/>
                </a:ext>
              </a:extLst>
            </p:cNvPr>
            <p:cNvSpPr/>
            <p:nvPr/>
          </p:nvSpPr>
          <p:spPr>
            <a:xfrm>
              <a:off x="6790498" y="3020835"/>
              <a:ext cx="592326" cy="152402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F078E03-65A7-1EE7-AC16-95ED040034F0}"/>
                    </a:ext>
                  </a:extLst>
                </p:cNvPr>
                <p:cNvSpPr txBox="1"/>
                <p:nvPr/>
              </p:nvSpPr>
              <p:spPr>
                <a:xfrm>
                  <a:off x="6299156" y="2232039"/>
                  <a:ext cx="297180" cy="2954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F078E03-65A7-1EE7-AC16-95ED04003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156" y="2232039"/>
                  <a:ext cx="297180" cy="295466"/>
                </a:xfrm>
                <a:prstGeom prst="rect">
                  <a:avLst/>
                </a:prstGeom>
                <a:blipFill>
                  <a:blip r:embed="rId2"/>
                  <a:stretch>
                    <a:fillRect r="-2708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1CCB45-080E-728A-80D1-198798719654}"/>
                  </a:ext>
                </a:extLst>
              </p:cNvPr>
              <p:cNvSpPr txBox="1"/>
              <p:nvPr/>
            </p:nvSpPr>
            <p:spPr>
              <a:xfrm>
                <a:off x="2426324" y="444094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1CCB45-080E-728A-80D1-198798719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324" y="4440941"/>
                <a:ext cx="37147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A184B6-DBC4-E112-C8CE-3F7664922B40}"/>
              </a:ext>
            </a:extLst>
          </p:cNvPr>
          <p:cNvCxnSpPr>
            <a:cxnSpLocks/>
          </p:cNvCxnSpPr>
          <p:nvPr/>
        </p:nvCxnSpPr>
        <p:spPr>
          <a:xfrm>
            <a:off x="1891638" y="4927352"/>
            <a:ext cx="36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C81EDC-53B2-4EC4-4D18-E76A63C612B7}"/>
              </a:ext>
            </a:extLst>
          </p:cNvPr>
          <p:cNvCxnSpPr>
            <a:cxnSpLocks/>
          </p:cNvCxnSpPr>
          <p:nvPr/>
        </p:nvCxnSpPr>
        <p:spPr>
          <a:xfrm>
            <a:off x="5343735" y="4934627"/>
            <a:ext cx="360000" cy="231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CF635D-925A-A05C-BCEB-FF85C01D56D7}"/>
              </a:ext>
            </a:extLst>
          </p:cNvPr>
          <p:cNvCxnSpPr>
            <a:cxnSpLocks/>
          </p:cNvCxnSpPr>
          <p:nvPr/>
        </p:nvCxnSpPr>
        <p:spPr>
          <a:xfrm>
            <a:off x="9146677" y="4909548"/>
            <a:ext cx="36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4DBC5B10-3321-E941-A8D2-D649DCDFB772}"/>
              </a:ext>
            </a:extLst>
          </p:cNvPr>
          <p:cNvSpPr/>
          <p:nvPr/>
        </p:nvSpPr>
        <p:spPr>
          <a:xfrm>
            <a:off x="2327534" y="431670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FFECD-03A4-328B-55C5-368F4A3EF8EE}"/>
              </a:ext>
            </a:extLst>
          </p:cNvPr>
          <p:cNvSpPr txBox="1"/>
          <p:nvPr/>
        </p:nvSpPr>
        <p:spPr>
          <a:xfrm>
            <a:off x="4762054" y="2082266"/>
            <a:ext cx="56615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Secuencial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Mayor tiempo de computación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hay trasvase de información entre subcuencas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Parámetros agregados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7C998A-9D1E-F478-7D51-CB4034B676DE}"/>
              </a:ext>
            </a:extLst>
          </p:cNvPr>
          <p:cNvGrpSpPr>
            <a:grpSpLocks noChangeAspect="1"/>
          </p:cNvGrpSpPr>
          <p:nvPr/>
        </p:nvGrpSpPr>
        <p:grpSpPr>
          <a:xfrm>
            <a:off x="783233" y="4299078"/>
            <a:ext cx="1001869" cy="1478551"/>
            <a:chOff x="4994967" y="1594357"/>
            <a:chExt cx="1252336" cy="1848189"/>
          </a:xfrm>
        </p:grpSpPr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817674B3-699B-781C-8755-E318A37B8F58}"/>
                </a:ext>
              </a:extLst>
            </p:cNvPr>
            <p:cNvSpPr/>
            <p:nvPr/>
          </p:nvSpPr>
          <p:spPr>
            <a:xfrm>
              <a:off x="4994967" y="1594357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99B5F36A-81F4-4C8C-9BB2-645D258B5028}"/>
                </a:ext>
              </a:extLst>
            </p:cNvPr>
            <p:cNvSpPr/>
            <p:nvPr/>
          </p:nvSpPr>
          <p:spPr>
            <a:xfrm>
              <a:off x="5473068" y="237001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Multiplication Sign 21">
              <a:extLst>
                <a:ext uri="{FF2B5EF4-FFF2-40B4-BE49-F238E27FC236}">
                  <a16:creationId xmlns:a16="http://schemas.microsoft.com/office/drawing/2014/main" id="{D8AE54BC-0BA3-6A69-3795-A767C56218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7303" y="2276080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4312C89-75E8-2A5E-43AC-3A59361E3591}"/>
                    </a:ext>
                  </a:extLst>
                </p:cNvPr>
                <p:cNvSpPr txBox="1"/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4312C89-75E8-2A5E-43AC-3A59361E3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490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B1EC11-4CC5-B744-3A15-CB6B6E7C9667}"/>
              </a:ext>
            </a:extLst>
          </p:cNvPr>
          <p:cNvGrpSpPr/>
          <p:nvPr/>
        </p:nvGrpSpPr>
        <p:grpSpPr>
          <a:xfrm>
            <a:off x="6852734" y="4119233"/>
            <a:ext cx="2331809" cy="1776867"/>
            <a:chOff x="5337696" y="2279377"/>
            <a:chExt cx="2331809" cy="1776867"/>
          </a:xfrm>
        </p:grpSpPr>
        <p:sp>
          <p:nvSpPr>
            <p:cNvPr id="25" name="Freeform: Shape 11">
              <a:extLst>
                <a:ext uri="{FF2B5EF4-FFF2-40B4-BE49-F238E27FC236}">
                  <a16:creationId xmlns:a16="http://schemas.microsoft.com/office/drawing/2014/main" id="{CC2D1D08-D187-6BCB-50F3-826D8EA1ADC3}"/>
                </a:ext>
              </a:extLst>
            </p:cNvPr>
            <p:cNvSpPr/>
            <p:nvPr/>
          </p:nvSpPr>
          <p:spPr>
            <a:xfrm>
              <a:off x="5990076" y="2296024"/>
              <a:ext cx="1611292" cy="1760220"/>
            </a:xfrm>
            <a:custGeom>
              <a:avLst/>
              <a:gdLst>
                <a:gd name="connsiteX0" fmla="*/ 2013561 w 2014114"/>
                <a:gd name="connsiteY0" fmla="*/ 1666875 h 2200275"/>
                <a:gd name="connsiteX1" fmla="*/ 2013561 w 2014114"/>
                <a:gd name="connsiteY1" fmla="*/ 1666875 h 2200275"/>
                <a:gd name="connsiteX2" fmla="*/ 1956411 w 2014114"/>
                <a:gd name="connsiteY2" fmla="*/ 1600200 h 2200275"/>
                <a:gd name="connsiteX3" fmla="*/ 1927836 w 2014114"/>
                <a:gd name="connsiteY3" fmla="*/ 1571625 h 2200275"/>
                <a:gd name="connsiteX4" fmla="*/ 1889736 w 2014114"/>
                <a:gd name="connsiteY4" fmla="*/ 1514475 h 2200275"/>
                <a:gd name="connsiteX5" fmla="*/ 1880211 w 2014114"/>
                <a:gd name="connsiteY5" fmla="*/ 1485900 h 2200275"/>
                <a:gd name="connsiteX6" fmla="*/ 1851636 w 2014114"/>
                <a:gd name="connsiteY6" fmla="*/ 1466850 h 2200275"/>
                <a:gd name="connsiteX7" fmla="*/ 1813536 w 2014114"/>
                <a:gd name="connsiteY7" fmla="*/ 1323975 h 2200275"/>
                <a:gd name="connsiteX8" fmla="*/ 1794486 w 2014114"/>
                <a:gd name="connsiteY8" fmla="*/ 1266825 h 2200275"/>
                <a:gd name="connsiteX9" fmla="*/ 1784961 w 2014114"/>
                <a:gd name="connsiteY9" fmla="*/ 1238250 h 2200275"/>
                <a:gd name="connsiteX10" fmla="*/ 1746861 w 2014114"/>
                <a:gd name="connsiteY10" fmla="*/ 1181100 h 2200275"/>
                <a:gd name="connsiteX11" fmla="*/ 1727811 w 2014114"/>
                <a:gd name="connsiteY11" fmla="*/ 1152525 h 2200275"/>
                <a:gd name="connsiteX12" fmla="*/ 1708761 w 2014114"/>
                <a:gd name="connsiteY12" fmla="*/ 1104900 h 2200275"/>
                <a:gd name="connsiteX13" fmla="*/ 1689711 w 2014114"/>
                <a:gd name="connsiteY13" fmla="*/ 1076325 h 2200275"/>
                <a:gd name="connsiteX14" fmla="*/ 1680186 w 2014114"/>
                <a:gd name="connsiteY14" fmla="*/ 1047750 h 2200275"/>
                <a:gd name="connsiteX15" fmla="*/ 1661136 w 2014114"/>
                <a:gd name="connsiteY15" fmla="*/ 1019175 h 2200275"/>
                <a:gd name="connsiteX16" fmla="*/ 1613511 w 2014114"/>
                <a:gd name="connsiteY16" fmla="*/ 942975 h 2200275"/>
                <a:gd name="connsiteX17" fmla="*/ 1575411 w 2014114"/>
                <a:gd name="connsiteY17" fmla="*/ 895350 h 2200275"/>
                <a:gd name="connsiteX18" fmla="*/ 1565886 w 2014114"/>
                <a:gd name="connsiteY18" fmla="*/ 866775 h 2200275"/>
                <a:gd name="connsiteX19" fmla="*/ 1537311 w 2014114"/>
                <a:gd name="connsiteY19" fmla="*/ 838200 h 2200275"/>
                <a:gd name="connsiteX20" fmla="*/ 1518261 w 2014114"/>
                <a:gd name="connsiteY20" fmla="*/ 800100 h 2200275"/>
                <a:gd name="connsiteX21" fmla="*/ 1461111 w 2014114"/>
                <a:gd name="connsiteY21" fmla="*/ 752475 h 2200275"/>
                <a:gd name="connsiteX22" fmla="*/ 1403961 w 2014114"/>
                <a:gd name="connsiteY22" fmla="*/ 676275 h 2200275"/>
                <a:gd name="connsiteX23" fmla="*/ 1337286 w 2014114"/>
                <a:gd name="connsiteY23" fmla="*/ 619125 h 2200275"/>
                <a:gd name="connsiteX24" fmla="*/ 1318236 w 2014114"/>
                <a:gd name="connsiteY24" fmla="*/ 590550 h 2200275"/>
                <a:gd name="connsiteX25" fmla="*/ 1270611 w 2014114"/>
                <a:gd name="connsiteY25" fmla="*/ 533400 h 2200275"/>
                <a:gd name="connsiteX26" fmla="*/ 1251561 w 2014114"/>
                <a:gd name="connsiteY26" fmla="*/ 504825 h 2200275"/>
                <a:gd name="connsiteX27" fmla="*/ 1222986 w 2014114"/>
                <a:gd name="connsiteY27" fmla="*/ 485775 h 2200275"/>
                <a:gd name="connsiteX28" fmla="*/ 1184886 w 2014114"/>
                <a:gd name="connsiteY28" fmla="*/ 457200 h 2200275"/>
                <a:gd name="connsiteX29" fmla="*/ 1127736 w 2014114"/>
                <a:gd name="connsiteY29" fmla="*/ 419100 h 2200275"/>
                <a:gd name="connsiteX30" fmla="*/ 1108686 w 2014114"/>
                <a:gd name="connsiteY30" fmla="*/ 390525 h 2200275"/>
                <a:gd name="connsiteX31" fmla="*/ 1080111 w 2014114"/>
                <a:gd name="connsiteY31" fmla="*/ 381000 h 2200275"/>
                <a:gd name="connsiteX32" fmla="*/ 1022961 w 2014114"/>
                <a:gd name="connsiteY32" fmla="*/ 342900 h 2200275"/>
                <a:gd name="connsiteX33" fmla="*/ 956286 w 2014114"/>
                <a:gd name="connsiteY33" fmla="*/ 295275 h 2200275"/>
                <a:gd name="connsiteX34" fmla="*/ 899136 w 2014114"/>
                <a:gd name="connsiteY34" fmla="*/ 257175 h 2200275"/>
                <a:gd name="connsiteX35" fmla="*/ 880086 w 2014114"/>
                <a:gd name="connsiteY35" fmla="*/ 228600 h 2200275"/>
                <a:gd name="connsiteX36" fmla="*/ 822936 w 2014114"/>
                <a:gd name="connsiteY36" fmla="*/ 209550 h 2200275"/>
                <a:gd name="connsiteX37" fmla="*/ 765786 w 2014114"/>
                <a:gd name="connsiteY37" fmla="*/ 171450 h 2200275"/>
                <a:gd name="connsiteX38" fmla="*/ 680061 w 2014114"/>
                <a:gd name="connsiteY38" fmla="*/ 114300 h 2200275"/>
                <a:gd name="connsiteX39" fmla="*/ 651486 w 2014114"/>
                <a:gd name="connsiteY39" fmla="*/ 95250 h 2200275"/>
                <a:gd name="connsiteX40" fmla="*/ 622911 w 2014114"/>
                <a:gd name="connsiteY40" fmla="*/ 76200 h 2200275"/>
                <a:gd name="connsiteX41" fmla="*/ 508611 w 2014114"/>
                <a:gd name="connsiteY41" fmla="*/ 38100 h 2200275"/>
                <a:gd name="connsiteX42" fmla="*/ 480036 w 2014114"/>
                <a:gd name="connsiteY42" fmla="*/ 28575 h 2200275"/>
                <a:gd name="connsiteX43" fmla="*/ 451461 w 2014114"/>
                <a:gd name="connsiteY43" fmla="*/ 19050 h 2200275"/>
                <a:gd name="connsiteX44" fmla="*/ 327636 w 2014114"/>
                <a:gd name="connsiteY44" fmla="*/ 0 h 2200275"/>
                <a:gd name="connsiteX45" fmla="*/ 146661 w 2014114"/>
                <a:gd name="connsiteY45" fmla="*/ 9525 h 2200275"/>
                <a:gd name="connsiteX46" fmla="*/ 89511 w 2014114"/>
                <a:gd name="connsiteY46" fmla="*/ 28575 h 2200275"/>
                <a:gd name="connsiteX47" fmla="*/ 70461 w 2014114"/>
                <a:gd name="connsiteY47" fmla="*/ 457200 h 2200275"/>
                <a:gd name="connsiteX48" fmla="*/ 51411 w 2014114"/>
                <a:gd name="connsiteY48" fmla="*/ 752475 h 2200275"/>
                <a:gd name="connsiteX49" fmla="*/ 41886 w 2014114"/>
                <a:gd name="connsiteY49" fmla="*/ 828675 h 2200275"/>
                <a:gd name="connsiteX50" fmla="*/ 13311 w 2014114"/>
                <a:gd name="connsiteY50" fmla="*/ 923925 h 2200275"/>
                <a:gd name="connsiteX51" fmla="*/ 3786 w 2014114"/>
                <a:gd name="connsiteY51" fmla="*/ 990600 h 2200275"/>
                <a:gd name="connsiteX52" fmla="*/ 22836 w 2014114"/>
                <a:gd name="connsiteY52" fmla="*/ 1457325 h 2200275"/>
                <a:gd name="connsiteX53" fmla="*/ 41886 w 2014114"/>
                <a:gd name="connsiteY53" fmla="*/ 1905000 h 2200275"/>
                <a:gd name="connsiteX54" fmla="*/ 32361 w 2014114"/>
                <a:gd name="connsiteY54" fmla="*/ 2152650 h 2200275"/>
                <a:gd name="connsiteX55" fmla="*/ 13311 w 2014114"/>
                <a:gd name="connsiteY55" fmla="*/ 2200275 h 2200275"/>
                <a:gd name="connsiteX56" fmla="*/ 89511 w 2014114"/>
                <a:gd name="connsiteY56" fmla="*/ 2190750 h 2200275"/>
                <a:gd name="connsiteX57" fmla="*/ 137136 w 2014114"/>
                <a:gd name="connsiteY57" fmla="*/ 2181225 h 2200275"/>
                <a:gd name="connsiteX58" fmla="*/ 251436 w 2014114"/>
                <a:gd name="connsiteY58" fmla="*/ 2162175 h 2200275"/>
                <a:gd name="connsiteX59" fmla="*/ 308586 w 2014114"/>
                <a:gd name="connsiteY59" fmla="*/ 2152650 h 2200275"/>
                <a:gd name="connsiteX60" fmla="*/ 441936 w 2014114"/>
                <a:gd name="connsiteY60" fmla="*/ 2133600 h 2200275"/>
                <a:gd name="connsiteX61" fmla="*/ 489561 w 2014114"/>
                <a:gd name="connsiteY61" fmla="*/ 2124075 h 2200275"/>
                <a:gd name="connsiteX62" fmla="*/ 518136 w 2014114"/>
                <a:gd name="connsiteY62" fmla="*/ 2114550 h 2200275"/>
                <a:gd name="connsiteX63" fmla="*/ 594336 w 2014114"/>
                <a:gd name="connsiteY63" fmla="*/ 2105025 h 2200275"/>
                <a:gd name="connsiteX64" fmla="*/ 661011 w 2014114"/>
                <a:gd name="connsiteY64" fmla="*/ 2085975 h 2200275"/>
                <a:gd name="connsiteX65" fmla="*/ 708636 w 2014114"/>
                <a:gd name="connsiteY65" fmla="*/ 2076450 h 2200275"/>
                <a:gd name="connsiteX66" fmla="*/ 765786 w 2014114"/>
                <a:gd name="connsiteY66" fmla="*/ 2057400 h 2200275"/>
                <a:gd name="connsiteX67" fmla="*/ 822936 w 2014114"/>
                <a:gd name="connsiteY67" fmla="*/ 2028825 h 2200275"/>
                <a:gd name="connsiteX68" fmla="*/ 851511 w 2014114"/>
                <a:gd name="connsiteY68" fmla="*/ 2000250 h 2200275"/>
                <a:gd name="connsiteX69" fmla="*/ 908661 w 2014114"/>
                <a:gd name="connsiteY69" fmla="*/ 1981200 h 2200275"/>
                <a:gd name="connsiteX70" fmla="*/ 956286 w 2014114"/>
                <a:gd name="connsiteY70" fmla="*/ 1971675 h 2200275"/>
                <a:gd name="connsiteX71" fmla="*/ 1022961 w 2014114"/>
                <a:gd name="connsiteY71" fmla="*/ 1962150 h 2200275"/>
                <a:gd name="connsiteX72" fmla="*/ 1089636 w 2014114"/>
                <a:gd name="connsiteY72" fmla="*/ 1943100 h 2200275"/>
                <a:gd name="connsiteX73" fmla="*/ 1156311 w 2014114"/>
                <a:gd name="connsiteY73" fmla="*/ 1924050 h 2200275"/>
                <a:gd name="connsiteX74" fmla="*/ 1280136 w 2014114"/>
                <a:gd name="connsiteY74" fmla="*/ 1895475 h 2200275"/>
                <a:gd name="connsiteX75" fmla="*/ 1308711 w 2014114"/>
                <a:gd name="connsiteY75" fmla="*/ 1885950 h 2200275"/>
                <a:gd name="connsiteX76" fmla="*/ 1346811 w 2014114"/>
                <a:gd name="connsiteY76" fmla="*/ 1876425 h 2200275"/>
                <a:gd name="connsiteX77" fmla="*/ 1375386 w 2014114"/>
                <a:gd name="connsiteY77" fmla="*/ 1866900 h 2200275"/>
                <a:gd name="connsiteX78" fmla="*/ 1546836 w 2014114"/>
                <a:gd name="connsiteY78" fmla="*/ 1857375 h 2200275"/>
                <a:gd name="connsiteX79" fmla="*/ 1603986 w 2014114"/>
                <a:gd name="connsiteY79" fmla="*/ 1847850 h 2200275"/>
                <a:gd name="connsiteX80" fmla="*/ 1708761 w 2014114"/>
                <a:gd name="connsiteY80" fmla="*/ 1838325 h 2200275"/>
                <a:gd name="connsiteX81" fmla="*/ 1746861 w 2014114"/>
                <a:gd name="connsiteY81" fmla="*/ 1828800 h 2200275"/>
                <a:gd name="connsiteX82" fmla="*/ 1861161 w 2014114"/>
                <a:gd name="connsiteY82" fmla="*/ 1809750 h 2200275"/>
                <a:gd name="connsiteX83" fmla="*/ 1918311 w 2014114"/>
                <a:gd name="connsiteY83" fmla="*/ 1800225 h 2200275"/>
                <a:gd name="connsiteX84" fmla="*/ 1984986 w 2014114"/>
                <a:gd name="connsiteY84" fmla="*/ 1781175 h 2200275"/>
                <a:gd name="connsiteX85" fmla="*/ 2013561 w 2014114"/>
                <a:gd name="connsiteY85" fmla="*/ 1724025 h 2200275"/>
                <a:gd name="connsiteX86" fmla="*/ 2013561 w 2014114"/>
                <a:gd name="connsiteY86" fmla="*/ 1666875 h 22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014114" h="2200275">
                  <a:moveTo>
                    <a:pt x="2013561" y="1666875"/>
                  </a:moveTo>
                  <a:lnTo>
                    <a:pt x="2013561" y="1666875"/>
                  </a:lnTo>
                  <a:cubicBezTo>
                    <a:pt x="1994511" y="1644650"/>
                    <a:pt x="1975993" y="1621958"/>
                    <a:pt x="1956411" y="1600200"/>
                  </a:cubicBezTo>
                  <a:cubicBezTo>
                    <a:pt x="1947400" y="1590188"/>
                    <a:pt x="1936106" y="1582258"/>
                    <a:pt x="1927836" y="1571625"/>
                  </a:cubicBezTo>
                  <a:cubicBezTo>
                    <a:pt x="1913780" y="1553553"/>
                    <a:pt x="1896976" y="1536195"/>
                    <a:pt x="1889736" y="1514475"/>
                  </a:cubicBezTo>
                  <a:cubicBezTo>
                    <a:pt x="1886561" y="1504950"/>
                    <a:pt x="1886483" y="1493740"/>
                    <a:pt x="1880211" y="1485900"/>
                  </a:cubicBezTo>
                  <a:cubicBezTo>
                    <a:pt x="1873060" y="1476961"/>
                    <a:pt x="1861161" y="1473200"/>
                    <a:pt x="1851636" y="1466850"/>
                  </a:cubicBezTo>
                  <a:cubicBezTo>
                    <a:pt x="1822694" y="1322141"/>
                    <a:pt x="1848064" y="1418927"/>
                    <a:pt x="1813536" y="1323975"/>
                  </a:cubicBezTo>
                  <a:cubicBezTo>
                    <a:pt x="1806674" y="1305104"/>
                    <a:pt x="1800836" y="1285875"/>
                    <a:pt x="1794486" y="1266825"/>
                  </a:cubicBezTo>
                  <a:cubicBezTo>
                    <a:pt x="1791311" y="1257300"/>
                    <a:pt x="1790530" y="1246604"/>
                    <a:pt x="1784961" y="1238250"/>
                  </a:cubicBezTo>
                  <a:lnTo>
                    <a:pt x="1746861" y="1181100"/>
                  </a:lnTo>
                  <a:cubicBezTo>
                    <a:pt x="1740511" y="1171575"/>
                    <a:pt x="1732063" y="1163154"/>
                    <a:pt x="1727811" y="1152525"/>
                  </a:cubicBezTo>
                  <a:cubicBezTo>
                    <a:pt x="1721461" y="1136650"/>
                    <a:pt x="1716407" y="1120193"/>
                    <a:pt x="1708761" y="1104900"/>
                  </a:cubicBezTo>
                  <a:cubicBezTo>
                    <a:pt x="1703641" y="1094661"/>
                    <a:pt x="1694831" y="1086564"/>
                    <a:pt x="1689711" y="1076325"/>
                  </a:cubicBezTo>
                  <a:cubicBezTo>
                    <a:pt x="1685221" y="1067345"/>
                    <a:pt x="1684676" y="1056730"/>
                    <a:pt x="1680186" y="1047750"/>
                  </a:cubicBezTo>
                  <a:cubicBezTo>
                    <a:pt x="1675066" y="1037511"/>
                    <a:pt x="1666256" y="1029414"/>
                    <a:pt x="1661136" y="1019175"/>
                  </a:cubicBezTo>
                  <a:cubicBezTo>
                    <a:pt x="1625057" y="947017"/>
                    <a:pt x="1663651" y="993115"/>
                    <a:pt x="1613511" y="942975"/>
                  </a:cubicBezTo>
                  <a:cubicBezTo>
                    <a:pt x="1589570" y="871151"/>
                    <a:pt x="1624650" y="956898"/>
                    <a:pt x="1575411" y="895350"/>
                  </a:cubicBezTo>
                  <a:cubicBezTo>
                    <a:pt x="1569139" y="887510"/>
                    <a:pt x="1571455" y="875129"/>
                    <a:pt x="1565886" y="866775"/>
                  </a:cubicBezTo>
                  <a:cubicBezTo>
                    <a:pt x="1558414" y="855567"/>
                    <a:pt x="1545141" y="849161"/>
                    <a:pt x="1537311" y="838200"/>
                  </a:cubicBezTo>
                  <a:cubicBezTo>
                    <a:pt x="1529058" y="826646"/>
                    <a:pt x="1526514" y="811654"/>
                    <a:pt x="1518261" y="800100"/>
                  </a:cubicBezTo>
                  <a:cubicBezTo>
                    <a:pt x="1501593" y="776765"/>
                    <a:pt x="1483896" y="767665"/>
                    <a:pt x="1461111" y="752475"/>
                  </a:cubicBezTo>
                  <a:cubicBezTo>
                    <a:pt x="1443524" y="726095"/>
                    <a:pt x="1426587" y="698901"/>
                    <a:pt x="1403961" y="676275"/>
                  </a:cubicBezTo>
                  <a:cubicBezTo>
                    <a:pt x="1340894" y="613208"/>
                    <a:pt x="1389127" y="681334"/>
                    <a:pt x="1337286" y="619125"/>
                  </a:cubicBezTo>
                  <a:cubicBezTo>
                    <a:pt x="1329957" y="610331"/>
                    <a:pt x="1325264" y="599586"/>
                    <a:pt x="1318236" y="590550"/>
                  </a:cubicBezTo>
                  <a:cubicBezTo>
                    <a:pt x="1303012" y="570976"/>
                    <a:pt x="1285835" y="552974"/>
                    <a:pt x="1270611" y="533400"/>
                  </a:cubicBezTo>
                  <a:cubicBezTo>
                    <a:pt x="1263583" y="524364"/>
                    <a:pt x="1259656" y="512920"/>
                    <a:pt x="1251561" y="504825"/>
                  </a:cubicBezTo>
                  <a:cubicBezTo>
                    <a:pt x="1243466" y="496730"/>
                    <a:pt x="1232301" y="492429"/>
                    <a:pt x="1222986" y="485775"/>
                  </a:cubicBezTo>
                  <a:cubicBezTo>
                    <a:pt x="1210068" y="476548"/>
                    <a:pt x="1197891" y="466304"/>
                    <a:pt x="1184886" y="457200"/>
                  </a:cubicBezTo>
                  <a:cubicBezTo>
                    <a:pt x="1166129" y="444070"/>
                    <a:pt x="1127736" y="419100"/>
                    <a:pt x="1127736" y="419100"/>
                  </a:cubicBezTo>
                  <a:cubicBezTo>
                    <a:pt x="1121386" y="409575"/>
                    <a:pt x="1117625" y="397676"/>
                    <a:pt x="1108686" y="390525"/>
                  </a:cubicBezTo>
                  <a:cubicBezTo>
                    <a:pt x="1100846" y="384253"/>
                    <a:pt x="1088888" y="385876"/>
                    <a:pt x="1080111" y="381000"/>
                  </a:cubicBezTo>
                  <a:cubicBezTo>
                    <a:pt x="1060097" y="369881"/>
                    <a:pt x="1039150" y="359089"/>
                    <a:pt x="1022961" y="342900"/>
                  </a:cubicBezTo>
                  <a:cubicBezTo>
                    <a:pt x="948665" y="268604"/>
                    <a:pt x="1044045" y="357960"/>
                    <a:pt x="956286" y="295275"/>
                  </a:cubicBezTo>
                  <a:cubicBezTo>
                    <a:pt x="893856" y="250682"/>
                    <a:pt x="960433" y="277607"/>
                    <a:pt x="899136" y="257175"/>
                  </a:cubicBezTo>
                  <a:cubicBezTo>
                    <a:pt x="892786" y="247650"/>
                    <a:pt x="889794" y="234667"/>
                    <a:pt x="880086" y="228600"/>
                  </a:cubicBezTo>
                  <a:cubicBezTo>
                    <a:pt x="863058" y="217957"/>
                    <a:pt x="839644" y="220689"/>
                    <a:pt x="822936" y="209550"/>
                  </a:cubicBezTo>
                  <a:lnTo>
                    <a:pt x="765786" y="171450"/>
                  </a:lnTo>
                  <a:lnTo>
                    <a:pt x="680061" y="114300"/>
                  </a:lnTo>
                  <a:lnTo>
                    <a:pt x="651486" y="95250"/>
                  </a:lnTo>
                  <a:cubicBezTo>
                    <a:pt x="641961" y="88900"/>
                    <a:pt x="633771" y="79820"/>
                    <a:pt x="622911" y="76200"/>
                  </a:cubicBezTo>
                  <a:lnTo>
                    <a:pt x="508611" y="38100"/>
                  </a:lnTo>
                  <a:lnTo>
                    <a:pt x="480036" y="28575"/>
                  </a:lnTo>
                  <a:cubicBezTo>
                    <a:pt x="470511" y="25400"/>
                    <a:pt x="461306" y="21019"/>
                    <a:pt x="451461" y="19050"/>
                  </a:cubicBezTo>
                  <a:cubicBezTo>
                    <a:pt x="378735" y="4505"/>
                    <a:pt x="419900" y="11533"/>
                    <a:pt x="327636" y="0"/>
                  </a:cubicBezTo>
                  <a:cubicBezTo>
                    <a:pt x="267311" y="3175"/>
                    <a:pt x="206639" y="2328"/>
                    <a:pt x="146661" y="9525"/>
                  </a:cubicBezTo>
                  <a:cubicBezTo>
                    <a:pt x="126724" y="11917"/>
                    <a:pt x="89511" y="28575"/>
                    <a:pt x="89511" y="28575"/>
                  </a:cubicBezTo>
                  <a:cubicBezTo>
                    <a:pt x="37615" y="184262"/>
                    <a:pt x="82745" y="39553"/>
                    <a:pt x="70461" y="457200"/>
                  </a:cubicBezTo>
                  <a:cubicBezTo>
                    <a:pt x="56105" y="945298"/>
                    <a:pt x="77962" y="579893"/>
                    <a:pt x="51411" y="752475"/>
                  </a:cubicBezTo>
                  <a:cubicBezTo>
                    <a:pt x="47519" y="777775"/>
                    <a:pt x="47439" y="803687"/>
                    <a:pt x="41886" y="828675"/>
                  </a:cubicBezTo>
                  <a:cubicBezTo>
                    <a:pt x="34695" y="861034"/>
                    <a:pt x="22836" y="892175"/>
                    <a:pt x="13311" y="923925"/>
                  </a:cubicBezTo>
                  <a:cubicBezTo>
                    <a:pt x="10136" y="946150"/>
                    <a:pt x="3786" y="968149"/>
                    <a:pt x="3786" y="990600"/>
                  </a:cubicBezTo>
                  <a:cubicBezTo>
                    <a:pt x="3786" y="1355688"/>
                    <a:pt x="8406" y="1226441"/>
                    <a:pt x="22836" y="1457325"/>
                  </a:cubicBezTo>
                  <a:cubicBezTo>
                    <a:pt x="33486" y="1627731"/>
                    <a:pt x="35433" y="1724310"/>
                    <a:pt x="41886" y="1905000"/>
                  </a:cubicBezTo>
                  <a:cubicBezTo>
                    <a:pt x="38711" y="1987550"/>
                    <a:pt x="44044" y="2070869"/>
                    <a:pt x="32361" y="2152650"/>
                  </a:cubicBezTo>
                  <a:cubicBezTo>
                    <a:pt x="18820" y="2247434"/>
                    <a:pt x="-20347" y="2099301"/>
                    <a:pt x="13311" y="2200275"/>
                  </a:cubicBezTo>
                  <a:cubicBezTo>
                    <a:pt x="38711" y="2197100"/>
                    <a:pt x="64211" y="2194642"/>
                    <a:pt x="89511" y="2190750"/>
                  </a:cubicBezTo>
                  <a:cubicBezTo>
                    <a:pt x="105512" y="2188288"/>
                    <a:pt x="121193" y="2184038"/>
                    <a:pt x="137136" y="2181225"/>
                  </a:cubicBezTo>
                  <a:lnTo>
                    <a:pt x="251436" y="2162175"/>
                  </a:lnTo>
                  <a:cubicBezTo>
                    <a:pt x="270486" y="2159000"/>
                    <a:pt x="289467" y="2155381"/>
                    <a:pt x="308586" y="2152650"/>
                  </a:cubicBezTo>
                  <a:cubicBezTo>
                    <a:pt x="353036" y="2146300"/>
                    <a:pt x="397907" y="2142406"/>
                    <a:pt x="441936" y="2133600"/>
                  </a:cubicBezTo>
                  <a:cubicBezTo>
                    <a:pt x="457811" y="2130425"/>
                    <a:pt x="473855" y="2128002"/>
                    <a:pt x="489561" y="2124075"/>
                  </a:cubicBezTo>
                  <a:cubicBezTo>
                    <a:pt x="499301" y="2121640"/>
                    <a:pt x="508258" y="2116346"/>
                    <a:pt x="518136" y="2114550"/>
                  </a:cubicBezTo>
                  <a:cubicBezTo>
                    <a:pt x="543321" y="2109971"/>
                    <a:pt x="568936" y="2108200"/>
                    <a:pt x="594336" y="2105025"/>
                  </a:cubicBezTo>
                  <a:cubicBezTo>
                    <a:pt x="626157" y="2094418"/>
                    <a:pt x="625131" y="2093948"/>
                    <a:pt x="661011" y="2085975"/>
                  </a:cubicBezTo>
                  <a:cubicBezTo>
                    <a:pt x="676815" y="2082463"/>
                    <a:pt x="693017" y="2080710"/>
                    <a:pt x="708636" y="2076450"/>
                  </a:cubicBezTo>
                  <a:cubicBezTo>
                    <a:pt x="728009" y="2071166"/>
                    <a:pt x="749078" y="2068539"/>
                    <a:pt x="765786" y="2057400"/>
                  </a:cubicBezTo>
                  <a:cubicBezTo>
                    <a:pt x="802715" y="2032781"/>
                    <a:pt x="783501" y="2041970"/>
                    <a:pt x="822936" y="2028825"/>
                  </a:cubicBezTo>
                  <a:cubicBezTo>
                    <a:pt x="832461" y="2019300"/>
                    <a:pt x="839736" y="2006792"/>
                    <a:pt x="851511" y="2000250"/>
                  </a:cubicBezTo>
                  <a:cubicBezTo>
                    <a:pt x="869064" y="1990498"/>
                    <a:pt x="888970" y="1985138"/>
                    <a:pt x="908661" y="1981200"/>
                  </a:cubicBezTo>
                  <a:cubicBezTo>
                    <a:pt x="924536" y="1978025"/>
                    <a:pt x="940317" y="1974337"/>
                    <a:pt x="956286" y="1971675"/>
                  </a:cubicBezTo>
                  <a:cubicBezTo>
                    <a:pt x="978431" y="1967984"/>
                    <a:pt x="1000872" y="1966166"/>
                    <a:pt x="1022961" y="1962150"/>
                  </a:cubicBezTo>
                  <a:cubicBezTo>
                    <a:pt x="1058277" y="1955729"/>
                    <a:pt x="1058248" y="1952516"/>
                    <a:pt x="1089636" y="1943100"/>
                  </a:cubicBezTo>
                  <a:cubicBezTo>
                    <a:pt x="1111776" y="1936458"/>
                    <a:pt x="1133887" y="1929656"/>
                    <a:pt x="1156311" y="1924050"/>
                  </a:cubicBezTo>
                  <a:cubicBezTo>
                    <a:pt x="1182735" y="1917444"/>
                    <a:pt x="1245873" y="1905264"/>
                    <a:pt x="1280136" y="1895475"/>
                  </a:cubicBezTo>
                  <a:cubicBezTo>
                    <a:pt x="1289790" y="1892717"/>
                    <a:pt x="1299057" y="1888708"/>
                    <a:pt x="1308711" y="1885950"/>
                  </a:cubicBezTo>
                  <a:cubicBezTo>
                    <a:pt x="1321298" y="1882354"/>
                    <a:pt x="1334224" y="1880021"/>
                    <a:pt x="1346811" y="1876425"/>
                  </a:cubicBezTo>
                  <a:cubicBezTo>
                    <a:pt x="1356465" y="1873667"/>
                    <a:pt x="1365391" y="1867852"/>
                    <a:pt x="1375386" y="1866900"/>
                  </a:cubicBezTo>
                  <a:cubicBezTo>
                    <a:pt x="1432366" y="1861473"/>
                    <a:pt x="1489686" y="1860550"/>
                    <a:pt x="1546836" y="1857375"/>
                  </a:cubicBezTo>
                  <a:cubicBezTo>
                    <a:pt x="1565886" y="1854200"/>
                    <a:pt x="1584806" y="1850107"/>
                    <a:pt x="1603986" y="1847850"/>
                  </a:cubicBezTo>
                  <a:cubicBezTo>
                    <a:pt x="1638815" y="1843752"/>
                    <a:pt x="1674000" y="1842960"/>
                    <a:pt x="1708761" y="1838325"/>
                  </a:cubicBezTo>
                  <a:cubicBezTo>
                    <a:pt x="1721737" y="1836595"/>
                    <a:pt x="1733994" y="1831212"/>
                    <a:pt x="1746861" y="1828800"/>
                  </a:cubicBezTo>
                  <a:cubicBezTo>
                    <a:pt x="1784825" y="1821682"/>
                    <a:pt x="1823061" y="1816100"/>
                    <a:pt x="1861161" y="1809750"/>
                  </a:cubicBezTo>
                  <a:cubicBezTo>
                    <a:pt x="1880211" y="1806575"/>
                    <a:pt x="1899575" y="1804909"/>
                    <a:pt x="1918311" y="1800225"/>
                  </a:cubicBezTo>
                  <a:cubicBezTo>
                    <a:pt x="1966151" y="1788265"/>
                    <a:pt x="1943992" y="1794840"/>
                    <a:pt x="1984986" y="1781175"/>
                  </a:cubicBezTo>
                  <a:cubicBezTo>
                    <a:pt x="2001041" y="1757093"/>
                    <a:pt x="2007927" y="1752193"/>
                    <a:pt x="2013561" y="1724025"/>
                  </a:cubicBezTo>
                  <a:cubicBezTo>
                    <a:pt x="2014806" y="1717798"/>
                    <a:pt x="2013561" y="1676400"/>
                    <a:pt x="2013561" y="166687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Freeform: Shape 10">
              <a:extLst>
                <a:ext uri="{FF2B5EF4-FFF2-40B4-BE49-F238E27FC236}">
                  <a16:creationId xmlns:a16="http://schemas.microsoft.com/office/drawing/2014/main" id="{BD4F1EBF-A56E-55EE-F0B0-F49943C1590E}"/>
                </a:ext>
              </a:extLst>
            </p:cNvPr>
            <p:cNvSpPr/>
            <p:nvPr/>
          </p:nvSpPr>
          <p:spPr>
            <a:xfrm>
              <a:off x="5337696" y="2279377"/>
              <a:ext cx="1135870" cy="1769247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Freeform: Shape 4">
              <a:extLst>
                <a:ext uri="{FF2B5EF4-FFF2-40B4-BE49-F238E27FC236}">
                  <a16:creationId xmlns:a16="http://schemas.microsoft.com/office/drawing/2014/main" id="{AE469D84-04FA-7437-B21D-42B62F0424B4}"/>
                </a:ext>
              </a:extLst>
            </p:cNvPr>
            <p:cNvSpPr/>
            <p:nvPr/>
          </p:nvSpPr>
          <p:spPr>
            <a:xfrm>
              <a:off x="6207989" y="3382398"/>
              <a:ext cx="350520" cy="358378"/>
            </a:xfrm>
            <a:custGeom>
              <a:avLst/>
              <a:gdLst>
                <a:gd name="connsiteX0" fmla="*/ 0 w 438150"/>
                <a:gd name="connsiteY0" fmla="*/ 447973 h 447973"/>
                <a:gd name="connsiteX1" fmla="*/ 171450 w 438150"/>
                <a:gd name="connsiteY1" fmla="*/ 286048 h 447973"/>
                <a:gd name="connsiteX2" fmla="*/ 190500 w 438150"/>
                <a:gd name="connsiteY2" fmla="*/ 257473 h 447973"/>
                <a:gd name="connsiteX3" fmla="*/ 247650 w 438150"/>
                <a:gd name="connsiteY3" fmla="*/ 219373 h 447973"/>
                <a:gd name="connsiteX4" fmla="*/ 295275 w 438150"/>
                <a:gd name="connsiteY4" fmla="*/ 162223 h 447973"/>
                <a:gd name="connsiteX5" fmla="*/ 323850 w 438150"/>
                <a:gd name="connsiteY5" fmla="*/ 143173 h 447973"/>
                <a:gd name="connsiteX6" fmla="*/ 400050 w 438150"/>
                <a:gd name="connsiteY6" fmla="*/ 28873 h 447973"/>
                <a:gd name="connsiteX7" fmla="*/ 438150 w 438150"/>
                <a:gd name="connsiteY7" fmla="*/ 298 h 44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447973">
                  <a:moveTo>
                    <a:pt x="0" y="447973"/>
                  </a:moveTo>
                  <a:cubicBezTo>
                    <a:pt x="57150" y="393998"/>
                    <a:pt x="127845" y="351455"/>
                    <a:pt x="171450" y="286048"/>
                  </a:cubicBezTo>
                  <a:cubicBezTo>
                    <a:pt x="177800" y="276523"/>
                    <a:pt x="181885" y="265011"/>
                    <a:pt x="190500" y="257473"/>
                  </a:cubicBezTo>
                  <a:cubicBezTo>
                    <a:pt x="207730" y="242396"/>
                    <a:pt x="247650" y="219373"/>
                    <a:pt x="247650" y="219373"/>
                  </a:cubicBezTo>
                  <a:cubicBezTo>
                    <a:pt x="266381" y="191276"/>
                    <a:pt x="267773" y="185142"/>
                    <a:pt x="295275" y="162223"/>
                  </a:cubicBezTo>
                  <a:cubicBezTo>
                    <a:pt x="304069" y="154894"/>
                    <a:pt x="314325" y="149523"/>
                    <a:pt x="323850" y="143173"/>
                  </a:cubicBezTo>
                  <a:lnTo>
                    <a:pt x="400050" y="28873"/>
                  </a:lnTo>
                  <a:cubicBezTo>
                    <a:pt x="422622" y="-4986"/>
                    <a:pt x="407652" y="298"/>
                    <a:pt x="438150" y="2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EFD66D7E-5931-4FE0-764D-68343D90EB1B}"/>
                </a:ext>
              </a:extLst>
            </p:cNvPr>
            <p:cNvSpPr/>
            <p:nvPr/>
          </p:nvSpPr>
          <p:spPr>
            <a:xfrm>
              <a:off x="6488405" y="3297292"/>
              <a:ext cx="1133856" cy="360422"/>
            </a:xfrm>
            <a:custGeom>
              <a:avLst/>
              <a:gdLst>
                <a:gd name="connsiteX0" fmla="*/ 0 w 1417320"/>
                <a:gd name="connsiteY0" fmla="*/ 0 h 450527"/>
                <a:gd name="connsiteX1" fmla="*/ 76200 w 1417320"/>
                <a:gd name="connsiteY1" fmla="*/ 106680 h 450527"/>
                <a:gd name="connsiteX2" fmla="*/ 99060 w 1417320"/>
                <a:gd name="connsiteY2" fmla="*/ 114300 h 450527"/>
                <a:gd name="connsiteX3" fmla="*/ 121920 w 1417320"/>
                <a:gd name="connsiteY3" fmla="*/ 129540 h 450527"/>
                <a:gd name="connsiteX4" fmla="*/ 167640 w 1417320"/>
                <a:gd name="connsiteY4" fmla="*/ 144780 h 450527"/>
                <a:gd name="connsiteX5" fmla="*/ 190500 w 1417320"/>
                <a:gd name="connsiteY5" fmla="*/ 152400 h 450527"/>
                <a:gd name="connsiteX6" fmla="*/ 274320 w 1417320"/>
                <a:gd name="connsiteY6" fmla="*/ 175260 h 450527"/>
                <a:gd name="connsiteX7" fmla="*/ 297180 w 1417320"/>
                <a:gd name="connsiteY7" fmla="*/ 182880 h 450527"/>
                <a:gd name="connsiteX8" fmla="*/ 320040 w 1417320"/>
                <a:gd name="connsiteY8" fmla="*/ 190500 h 450527"/>
                <a:gd name="connsiteX9" fmla="*/ 342900 w 1417320"/>
                <a:gd name="connsiteY9" fmla="*/ 205740 h 450527"/>
                <a:gd name="connsiteX10" fmla="*/ 388620 w 1417320"/>
                <a:gd name="connsiteY10" fmla="*/ 220980 h 450527"/>
                <a:gd name="connsiteX11" fmla="*/ 457200 w 1417320"/>
                <a:gd name="connsiteY11" fmla="*/ 266700 h 450527"/>
                <a:gd name="connsiteX12" fmla="*/ 480060 w 1417320"/>
                <a:gd name="connsiteY12" fmla="*/ 281940 h 450527"/>
                <a:gd name="connsiteX13" fmla="*/ 502920 w 1417320"/>
                <a:gd name="connsiteY13" fmla="*/ 289560 h 450527"/>
                <a:gd name="connsiteX14" fmla="*/ 525780 w 1417320"/>
                <a:gd name="connsiteY14" fmla="*/ 304800 h 450527"/>
                <a:gd name="connsiteX15" fmla="*/ 548640 w 1417320"/>
                <a:gd name="connsiteY15" fmla="*/ 312420 h 450527"/>
                <a:gd name="connsiteX16" fmla="*/ 624840 w 1417320"/>
                <a:gd name="connsiteY16" fmla="*/ 327660 h 450527"/>
                <a:gd name="connsiteX17" fmla="*/ 731520 w 1417320"/>
                <a:gd name="connsiteY17" fmla="*/ 358140 h 450527"/>
                <a:gd name="connsiteX18" fmla="*/ 822960 w 1417320"/>
                <a:gd name="connsiteY18" fmla="*/ 365760 h 450527"/>
                <a:gd name="connsiteX19" fmla="*/ 883920 w 1417320"/>
                <a:gd name="connsiteY19" fmla="*/ 373380 h 450527"/>
                <a:gd name="connsiteX20" fmla="*/ 960120 w 1417320"/>
                <a:gd name="connsiteY20" fmla="*/ 381000 h 450527"/>
                <a:gd name="connsiteX21" fmla="*/ 1036320 w 1417320"/>
                <a:gd name="connsiteY21" fmla="*/ 403860 h 450527"/>
                <a:gd name="connsiteX22" fmla="*/ 1059180 w 1417320"/>
                <a:gd name="connsiteY22" fmla="*/ 419100 h 450527"/>
                <a:gd name="connsiteX23" fmla="*/ 1173480 w 1417320"/>
                <a:gd name="connsiteY23" fmla="*/ 434340 h 450527"/>
                <a:gd name="connsiteX24" fmla="*/ 1226820 w 1417320"/>
                <a:gd name="connsiteY24" fmla="*/ 441960 h 450527"/>
                <a:gd name="connsiteX25" fmla="*/ 1257300 w 1417320"/>
                <a:gd name="connsiteY25" fmla="*/ 449580 h 450527"/>
                <a:gd name="connsiteX26" fmla="*/ 1417320 w 1417320"/>
                <a:gd name="connsiteY26" fmla="*/ 449580 h 4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7320" h="450527">
                  <a:moveTo>
                    <a:pt x="0" y="0"/>
                  </a:moveTo>
                  <a:cubicBezTo>
                    <a:pt x="25400" y="35560"/>
                    <a:pt x="47580" y="73657"/>
                    <a:pt x="76200" y="106680"/>
                  </a:cubicBezTo>
                  <a:cubicBezTo>
                    <a:pt x="81461" y="112750"/>
                    <a:pt x="91876" y="110708"/>
                    <a:pt x="99060" y="114300"/>
                  </a:cubicBezTo>
                  <a:cubicBezTo>
                    <a:pt x="107251" y="118396"/>
                    <a:pt x="113551" y="125821"/>
                    <a:pt x="121920" y="129540"/>
                  </a:cubicBezTo>
                  <a:cubicBezTo>
                    <a:pt x="136600" y="136064"/>
                    <a:pt x="152400" y="139700"/>
                    <a:pt x="167640" y="144780"/>
                  </a:cubicBezTo>
                  <a:cubicBezTo>
                    <a:pt x="175260" y="147320"/>
                    <a:pt x="182624" y="150825"/>
                    <a:pt x="190500" y="152400"/>
                  </a:cubicBezTo>
                  <a:cubicBezTo>
                    <a:pt x="244352" y="163170"/>
                    <a:pt x="216313" y="155924"/>
                    <a:pt x="274320" y="175260"/>
                  </a:cubicBezTo>
                  <a:lnTo>
                    <a:pt x="297180" y="182880"/>
                  </a:lnTo>
                  <a:cubicBezTo>
                    <a:pt x="304800" y="185420"/>
                    <a:pt x="313357" y="186045"/>
                    <a:pt x="320040" y="190500"/>
                  </a:cubicBezTo>
                  <a:cubicBezTo>
                    <a:pt x="327660" y="195580"/>
                    <a:pt x="334531" y="202021"/>
                    <a:pt x="342900" y="205740"/>
                  </a:cubicBezTo>
                  <a:cubicBezTo>
                    <a:pt x="357580" y="212264"/>
                    <a:pt x="375254" y="212069"/>
                    <a:pt x="388620" y="220980"/>
                  </a:cubicBezTo>
                  <a:lnTo>
                    <a:pt x="457200" y="266700"/>
                  </a:lnTo>
                  <a:cubicBezTo>
                    <a:pt x="464820" y="271780"/>
                    <a:pt x="471372" y="279044"/>
                    <a:pt x="480060" y="281940"/>
                  </a:cubicBezTo>
                  <a:cubicBezTo>
                    <a:pt x="487680" y="284480"/>
                    <a:pt x="495736" y="285968"/>
                    <a:pt x="502920" y="289560"/>
                  </a:cubicBezTo>
                  <a:cubicBezTo>
                    <a:pt x="511111" y="293656"/>
                    <a:pt x="517589" y="300704"/>
                    <a:pt x="525780" y="304800"/>
                  </a:cubicBezTo>
                  <a:cubicBezTo>
                    <a:pt x="532964" y="308392"/>
                    <a:pt x="540814" y="310614"/>
                    <a:pt x="548640" y="312420"/>
                  </a:cubicBezTo>
                  <a:cubicBezTo>
                    <a:pt x="573880" y="318245"/>
                    <a:pt x="600266" y="319469"/>
                    <a:pt x="624840" y="327660"/>
                  </a:cubicBezTo>
                  <a:cubicBezTo>
                    <a:pt x="651292" y="336477"/>
                    <a:pt x="706005" y="356014"/>
                    <a:pt x="731520" y="358140"/>
                  </a:cubicBezTo>
                  <a:lnTo>
                    <a:pt x="822960" y="365760"/>
                  </a:lnTo>
                  <a:cubicBezTo>
                    <a:pt x="843337" y="367798"/>
                    <a:pt x="863567" y="371119"/>
                    <a:pt x="883920" y="373380"/>
                  </a:cubicBezTo>
                  <a:cubicBezTo>
                    <a:pt x="909291" y="376199"/>
                    <a:pt x="934720" y="378460"/>
                    <a:pt x="960120" y="381000"/>
                  </a:cubicBezTo>
                  <a:cubicBezTo>
                    <a:pt x="1015775" y="399552"/>
                    <a:pt x="990255" y="392344"/>
                    <a:pt x="1036320" y="403860"/>
                  </a:cubicBezTo>
                  <a:cubicBezTo>
                    <a:pt x="1043940" y="408940"/>
                    <a:pt x="1050762" y="415492"/>
                    <a:pt x="1059180" y="419100"/>
                  </a:cubicBezTo>
                  <a:cubicBezTo>
                    <a:pt x="1086662" y="430878"/>
                    <a:pt x="1160176" y="432862"/>
                    <a:pt x="1173480" y="434340"/>
                  </a:cubicBezTo>
                  <a:cubicBezTo>
                    <a:pt x="1191331" y="436323"/>
                    <a:pt x="1209149" y="438747"/>
                    <a:pt x="1226820" y="441960"/>
                  </a:cubicBezTo>
                  <a:cubicBezTo>
                    <a:pt x="1237124" y="443833"/>
                    <a:pt x="1246836" y="449161"/>
                    <a:pt x="1257300" y="449580"/>
                  </a:cubicBezTo>
                  <a:cubicBezTo>
                    <a:pt x="1310597" y="451712"/>
                    <a:pt x="1363980" y="449580"/>
                    <a:pt x="1417320" y="4495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3AF27470-EB19-173F-71DC-E94BE849C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96964" y="3229882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Multiplication Sign 29">
              <a:extLst>
                <a:ext uri="{FF2B5EF4-FFF2-40B4-BE49-F238E27FC236}">
                  <a16:creationId xmlns:a16="http://schemas.microsoft.com/office/drawing/2014/main" id="{84A48E60-73C3-C208-52B0-AA4A2B32E6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25505" y="3570626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74D29A3-4B02-67FF-3B59-E96D3B43B8EA}"/>
                    </a:ext>
                  </a:extLst>
                </p:cNvPr>
                <p:cNvSpPr txBox="1"/>
                <p:nvPr/>
              </p:nvSpPr>
              <p:spPr>
                <a:xfrm>
                  <a:off x="6355226" y="2388772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74D29A3-4B02-67FF-3B59-E96D3B43B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226" y="2388772"/>
                  <a:ext cx="3714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6CC152-1B77-E662-AA7F-11BFDA34E1BE}"/>
              </a:ext>
            </a:extLst>
          </p:cNvPr>
          <p:cNvGrpSpPr>
            <a:grpSpLocks noChangeAspect="1"/>
          </p:cNvGrpSpPr>
          <p:nvPr/>
        </p:nvGrpSpPr>
        <p:grpSpPr>
          <a:xfrm>
            <a:off x="2449207" y="4846859"/>
            <a:ext cx="1399042" cy="692372"/>
            <a:chOff x="4059984" y="4389681"/>
            <a:chExt cx="1748803" cy="865465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EE4C1BF-54FA-8081-2B8C-6C71E6512CB6}"/>
                </a:ext>
              </a:extLst>
            </p:cNvPr>
            <p:cNvCxnSpPr/>
            <p:nvPr/>
          </p:nvCxnSpPr>
          <p:spPr>
            <a:xfrm>
              <a:off x="4140044" y="4462224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AAF340-3CC2-E974-2CB4-22F532A68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9460" y="5189634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: Shape 49">
              <a:extLst>
                <a:ext uri="{FF2B5EF4-FFF2-40B4-BE49-F238E27FC236}">
                  <a16:creationId xmlns:a16="http://schemas.microsoft.com/office/drawing/2014/main" id="{9FAB4A13-E644-61DA-8D47-3A589FAC890C}"/>
                </a:ext>
              </a:extLst>
            </p:cNvPr>
            <p:cNvSpPr/>
            <p:nvPr/>
          </p:nvSpPr>
          <p:spPr>
            <a:xfrm>
              <a:off x="4218163" y="4661961"/>
              <a:ext cx="1423656" cy="395787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7196" h="434709">
                  <a:moveTo>
                    <a:pt x="0" y="317014"/>
                  </a:moveTo>
                  <a:cubicBezTo>
                    <a:pt x="57338" y="367562"/>
                    <a:pt x="114677" y="418111"/>
                    <a:pt x="172015" y="425655"/>
                  </a:cubicBezTo>
                  <a:cubicBezTo>
                    <a:pt x="229354" y="433200"/>
                    <a:pt x="306308" y="387932"/>
                    <a:pt x="344031" y="362281"/>
                  </a:cubicBezTo>
                  <a:cubicBezTo>
                    <a:pt x="381754" y="336630"/>
                    <a:pt x="377227" y="300415"/>
                    <a:pt x="398352" y="271746"/>
                  </a:cubicBezTo>
                  <a:cubicBezTo>
                    <a:pt x="419477" y="243077"/>
                    <a:pt x="449655" y="191774"/>
                    <a:pt x="470780" y="190265"/>
                  </a:cubicBezTo>
                  <a:cubicBezTo>
                    <a:pt x="491905" y="188756"/>
                    <a:pt x="525101" y="262693"/>
                    <a:pt x="525101" y="262693"/>
                  </a:cubicBezTo>
                  <a:cubicBezTo>
                    <a:pt x="538681" y="280800"/>
                    <a:pt x="535663" y="282309"/>
                    <a:pt x="552261" y="298907"/>
                  </a:cubicBezTo>
                  <a:cubicBezTo>
                    <a:pt x="568859" y="315505"/>
                    <a:pt x="603564" y="362281"/>
                    <a:pt x="624689" y="362281"/>
                  </a:cubicBezTo>
                  <a:cubicBezTo>
                    <a:pt x="645814" y="362281"/>
                    <a:pt x="651850" y="298907"/>
                    <a:pt x="679010" y="298907"/>
                  </a:cubicBezTo>
                  <a:cubicBezTo>
                    <a:pt x="706170" y="298907"/>
                    <a:pt x="752946" y="381897"/>
                    <a:pt x="787651" y="362281"/>
                  </a:cubicBezTo>
                  <a:cubicBezTo>
                    <a:pt x="822356" y="342665"/>
                    <a:pt x="844990" y="241568"/>
                    <a:pt x="887239" y="181212"/>
                  </a:cubicBezTo>
                  <a:cubicBezTo>
                    <a:pt x="929488" y="120856"/>
                    <a:pt x="1001917" y="4669"/>
                    <a:pt x="1041148" y="142"/>
                  </a:cubicBezTo>
                  <a:cubicBezTo>
                    <a:pt x="1080379" y="-4385"/>
                    <a:pt x="1080380" y="99730"/>
                    <a:pt x="1122629" y="154051"/>
                  </a:cubicBezTo>
                  <a:cubicBezTo>
                    <a:pt x="1164879" y="208372"/>
                    <a:pt x="1255413" y="307960"/>
                    <a:pt x="1294645" y="326067"/>
                  </a:cubicBezTo>
                  <a:cubicBezTo>
                    <a:pt x="1333877" y="344174"/>
                    <a:pt x="1314261" y="244586"/>
                    <a:pt x="1358019" y="262693"/>
                  </a:cubicBezTo>
                  <a:cubicBezTo>
                    <a:pt x="1401777" y="280800"/>
                    <a:pt x="1479486" y="357754"/>
                    <a:pt x="1557196" y="4347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F74A5C-C393-DA89-016B-760348CC75C9}"/>
                </a:ext>
              </a:extLst>
            </p:cNvPr>
            <p:cNvSpPr/>
            <p:nvPr/>
          </p:nvSpPr>
          <p:spPr>
            <a:xfrm>
              <a:off x="4059984" y="4389681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5CA42B8-1D11-03B9-9A1C-51D2B7615E01}"/>
              </a:ext>
            </a:extLst>
          </p:cNvPr>
          <p:cNvGrpSpPr>
            <a:grpSpLocks noChangeAspect="1"/>
          </p:cNvGrpSpPr>
          <p:nvPr/>
        </p:nvGrpSpPr>
        <p:grpSpPr>
          <a:xfrm>
            <a:off x="5923805" y="4806016"/>
            <a:ext cx="1399042" cy="692372"/>
            <a:chOff x="6308392" y="4384688"/>
            <a:chExt cx="1748803" cy="865465"/>
          </a:xfrm>
        </p:grpSpPr>
        <p:sp>
          <p:nvSpPr>
            <p:cNvPr id="38" name="Freeform: Shape 107">
              <a:extLst>
                <a:ext uri="{FF2B5EF4-FFF2-40B4-BE49-F238E27FC236}">
                  <a16:creationId xmlns:a16="http://schemas.microsoft.com/office/drawing/2014/main" id="{FD1A98DA-A74F-879D-A51E-46CA9182D18A}"/>
                </a:ext>
              </a:extLst>
            </p:cNvPr>
            <p:cNvSpPr/>
            <p:nvPr/>
          </p:nvSpPr>
          <p:spPr>
            <a:xfrm>
              <a:off x="6446205" y="4672565"/>
              <a:ext cx="1423656" cy="371205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679010 w 1557196"/>
                <a:gd name="connsiteY7" fmla="*/ 298907 h 434709"/>
                <a:gd name="connsiteX8" fmla="*/ 787651 w 1557196"/>
                <a:gd name="connsiteY8" fmla="*/ 362281 h 434709"/>
                <a:gd name="connsiteX9" fmla="*/ 887239 w 1557196"/>
                <a:gd name="connsiteY9" fmla="*/ 181212 h 434709"/>
                <a:gd name="connsiteX10" fmla="*/ 1041148 w 1557196"/>
                <a:gd name="connsiteY10" fmla="*/ 142 h 434709"/>
                <a:gd name="connsiteX11" fmla="*/ 1122629 w 1557196"/>
                <a:gd name="connsiteY11" fmla="*/ 154051 h 434709"/>
                <a:gd name="connsiteX12" fmla="*/ 1294645 w 1557196"/>
                <a:gd name="connsiteY12" fmla="*/ 326067 h 434709"/>
                <a:gd name="connsiteX13" fmla="*/ 1358019 w 1557196"/>
                <a:gd name="connsiteY13" fmla="*/ 262693 h 434709"/>
                <a:gd name="connsiteX14" fmla="*/ 1557196 w 1557196"/>
                <a:gd name="connsiteY14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787651 w 1557196"/>
                <a:gd name="connsiteY7" fmla="*/ 362281 h 434709"/>
                <a:gd name="connsiteX8" fmla="*/ 887239 w 1557196"/>
                <a:gd name="connsiteY8" fmla="*/ 181212 h 434709"/>
                <a:gd name="connsiteX9" fmla="*/ 1041148 w 1557196"/>
                <a:gd name="connsiteY9" fmla="*/ 142 h 434709"/>
                <a:gd name="connsiteX10" fmla="*/ 1122629 w 1557196"/>
                <a:gd name="connsiteY10" fmla="*/ 154051 h 434709"/>
                <a:gd name="connsiteX11" fmla="*/ 1294645 w 1557196"/>
                <a:gd name="connsiteY11" fmla="*/ 326067 h 434709"/>
                <a:gd name="connsiteX12" fmla="*/ 1358019 w 1557196"/>
                <a:gd name="connsiteY12" fmla="*/ 262693 h 434709"/>
                <a:gd name="connsiteX13" fmla="*/ 1557196 w 1557196"/>
                <a:gd name="connsiteY13" fmla="*/ 434709 h 434709"/>
                <a:gd name="connsiteX0" fmla="*/ 0 w 1557196"/>
                <a:gd name="connsiteY0" fmla="*/ 316938 h 434633"/>
                <a:gd name="connsiteX1" fmla="*/ 208229 w 1557196"/>
                <a:gd name="connsiteY1" fmla="*/ 362205 h 434633"/>
                <a:gd name="connsiteX2" fmla="*/ 344031 w 1557196"/>
                <a:gd name="connsiteY2" fmla="*/ 362205 h 434633"/>
                <a:gd name="connsiteX3" fmla="*/ 398352 w 1557196"/>
                <a:gd name="connsiteY3" fmla="*/ 271670 h 434633"/>
                <a:gd name="connsiteX4" fmla="*/ 479833 w 1557196"/>
                <a:gd name="connsiteY4" fmla="*/ 63440 h 434633"/>
                <a:gd name="connsiteX5" fmla="*/ 525101 w 1557196"/>
                <a:gd name="connsiteY5" fmla="*/ 262617 h 434633"/>
                <a:gd name="connsiteX6" fmla="*/ 624689 w 1557196"/>
                <a:gd name="connsiteY6" fmla="*/ 362205 h 434633"/>
                <a:gd name="connsiteX7" fmla="*/ 787651 w 1557196"/>
                <a:gd name="connsiteY7" fmla="*/ 362205 h 434633"/>
                <a:gd name="connsiteX8" fmla="*/ 950613 w 1557196"/>
                <a:gd name="connsiteY8" fmla="*/ 172082 h 434633"/>
                <a:gd name="connsiteX9" fmla="*/ 1041148 w 1557196"/>
                <a:gd name="connsiteY9" fmla="*/ 66 h 434633"/>
                <a:gd name="connsiteX10" fmla="*/ 1122629 w 1557196"/>
                <a:gd name="connsiteY10" fmla="*/ 153975 h 434633"/>
                <a:gd name="connsiteX11" fmla="*/ 1294645 w 1557196"/>
                <a:gd name="connsiteY11" fmla="*/ 325991 h 434633"/>
                <a:gd name="connsiteX12" fmla="*/ 1358019 w 1557196"/>
                <a:gd name="connsiteY12" fmla="*/ 262617 h 434633"/>
                <a:gd name="connsiteX13" fmla="*/ 1557196 w 1557196"/>
                <a:gd name="connsiteY13" fmla="*/ 434633 h 434633"/>
                <a:gd name="connsiteX0" fmla="*/ 0 w 1557196"/>
                <a:gd name="connsiteY0" fmla="*/ 253510 h 371205"/>
                <a:gd name="connsiteX1" fmla="*/ 208229 w 1557196"/>
                <a:gd name="connsiteY1" fmla="*/ 298777 h 371205"/>
                <a:gd name="connsiteX2" fmla="*/ 344031 w 1557196"/>
                <a:gd name="connsiteY2" fmla="*/ 298777 h 371205"/>
                <a:gd name="connsiteX3" fmla="*/ 398352 w 1557196"/>
                <a:gd name="connsiteY3" fmla="*/ 208242 h 371205"/>
                <a:gd name="connsiteX4" fmla="*/ 479833 w 1557196"/>
                <a:gd name="connsiteY4" fmla="*/ 12 h 371205"/>
                <a:gd name="connsiteX5" fmla="*/ 525101 w 1557196"/>
                <a:gd name="connsiteY5" fmla="*/ 199189 h 371205"/>
                <a:gd name="connsiteX6" fmla="*/ 624689 w 1557196"/>
                <a:gd name="connsiteY6" fmla="*/ 298777 h 371205"/>
                <a:gd name="connsiteX7" fmla="*/ 787651 w 1557196"/>
                <a:gd name="connsiteY7" fmla="*/ 298777 h 371205"/>
                <a:gd name="connsiteX8" fmla="*/ 950613 w 1557196"/>
                <a:gd name="connsiteY8" fmla="*/ 108654 h 371205"/>
                <a:gd name="connsiteX9" fmla="*/ 1122629 w 1557196"/>
                <a:gd name="connsiteY9" fmla="*/ 90547 h 371205"/>
                <a:gd name="connsiteX10" fmla="*/ 1294645 w 1557196"/>
                <a:gd name="connsiteY10" fmla="*/ 262563 h 371205"/>
                <a:gd name="connsiteX11" fmla="*/ 1358019 w 1557196"/>
                <a:gd name="connsiteY11" fmla="*/ 199189 h 371205"/>
                <a:gd name="connsiteX12" fmla="*/ 1557196 w 1557196"/>
                <a:gd name="connsiteY12" fmla="*/ 371205 h 37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7196" h="371205">
                  <a:moveTo>
                    <a:pt x="0" y="253510"/>
                  </a:moveTo>
                  <a:cubicBezTo>
                    <a:pt x="57338" y="304058"/>
                    <a:pt x="150891" y="291233"/>
                    <a:pt x="208229" y="298777"/>
                  </a:cubicBezTo>
                  <a:cubicBezTo>
                    <a:pt x="265568" y="306322"/>
                    <a:pt x="312344" y="313866"/>
                    <a:pt x="344031" y="298777"/>
                  </a:cubicBezTo>
                  <a:cubicBezTo>
                    <a:pt x="375718" y="283688"/>
                    <a:pt x="375718" y="258036"/>
                    <a:pt x="398352" y="208242"/>
                  </a:cubicBezTo>
                  <a:cubicBezTo>
                    <a:pt x="420986" y="158448"/>
                    <a:pt x="458708" y="1521"/>
                    <a:pt x="479833" y="12"/>
                  </a:cubicBezTo>
                  <a:cubicBezTo>
                    <a:pt x="500958" y="-1497"/>
                    <a:pt x="500958" y="149395"/>
                    <a:pt x="525101" y="199189"/>
                  </a:cubicBezTo>
                  <a:cubicBezTo>
                    <a:pt x="549244" y="248983"/>
                    <a:pt x="580931" y="282179"/>
                    <a:pt x="624689" y="298777"/>
                  </a:cubicBezTo>
                  <a:cubicBezTo>
                    <a:pt x="668447" y="315375"/>
                    <a:pt x="733330" y="330464"/>
                    <a:pt x="787651" y="298777"/>
                  </a:cubicBezTo>
                  <a:cubicBezTo>
                    <a:pt x="841972" y="267090"/>
                    <a:pt x="894783" y="143359"/>
                    <a:pt x="950613" y="108654"/>
                  </a:cubicBezTo>
                  <a:cubicBezTo>
                    <a:pt x="1006443" y="73949"/>
                    <a:pt x="1065290" y="64896"/>
                    <a:pt x="1122629" y="90547"/>
                  </a:cubicBezTo>
                  <a:cubicBezTo>
                    <a:pt x="1179968" y="116198"/>
                    <a:pt x="1255413" y="244456"/>
                    <a:pt x="1294645" y="262563"/>
                  </a:cubicBezTo>
                  <a:cubicBezTo>
                    <a:pt x="1333877" y="280670"/>
                    <a:pt x="1314261" y="181082"/>
                    <a:pt x="1358019" y="199189"/>
                  </a:cubicBezTo>
                  <a:cubicBezTo>
                    <a:pt x="1401777" y="217296"/>
                    <a:pt x="1479486" y="294250"/>
                    <a:pt x="1557196" y="37120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D64576-F222-079B-83D5-7DE2CDD80586}"/>
                </a:ext>
              </a:extLst>
            </p:cNvPr>
            <p:cNvCxnSpPr/>
            <p:nvPr/>
          </p:nvCxnSpPr>
          <p:spPr>
            <a:xfrm>
              <a:off x="6388452" y="4457231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E3B10E7-F31D-EB24-583A-A0BD2D98D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7868" y="5184641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4DDFA89-ABBC-C1A4-E090-C78D28154888}"/>
                </a:ext>
              </a:extLst>
            </p:cNvPr>
            <p:cNvSpPr/>
            <p:nvPr/>
          </p:nvSpPr>
          <p:spPr>
            <a:xfrm>
              <a:off x="6308392" y="4384688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DBCA20-65A1-BFD6-E061-101CCC01AB8E}"/>
              </a:ext>
            </a:extLst>
          </p:cNvPr>
          <p:cNvGrpSpPr>
            <a:grpSpLocks noChangeAspect="1"/>
          </p:cNvGrpSpPr>
          <p:nvPr/>
        </p:nvGrpSpPr>
        <p:grpSpPr>
          <a:xfrm>
            <a:off x="9658121" y="4805198"/>
            <a:ext cx="1399042" cy="692372"/>
            <a:chOff x="9155087" y="4381306"/>
            <a:chExt cx="1748803" cy="865465"/>
          </a:xfrm>
        </p:grpSpPr>
        <p:sp>
          <p:nvSpPr>
            <p:cNvPr id="43" name="Free-form: Shape 42">
              <a:extLst>
                <a:ext uri="{FF2B5EF4-FFF2-40B4-BE49-F238E27FC236}">
                  <a16:creationId xmlns:a16="http://schemas.microsoft.com/office/drawing/2014/main" id="{D88A1017-66D0-FC2B-4962-5C070191DD16}"/>
                </a:ext>
              </a:extLst>
            </p:cNvPr>
            <p:cNvSpPr/>
            <p:nvPr/>
          </p:nvSpPr>
          <p:spPr>
            <a:xfrm>
              <a:off x="9308592" y="4431586"/>
              <a:ext cx="1426464" cy="482800"/>
            </a:xfrm>
            <a:custGeom>
              <a:avLst/>
              <a:gdLst>
                <a:gd name="connsiteX0" fmla="*/ 0 w 1426464"/>
                <a:gd name="connsiteY0" fmla="*/ 420830 h 482800"/>
                <a:gd name="connsiteX1" fmla="*/ 237744 w 1426464"/>
                <a:gd name="connsiteY1" fmla="*/ 463502 h 482800"/>
                <a:gd name="connsiteX2" fmla="*/ 329184 w 1426464"/>
                <a:gd name="connsiteY2" fmla="*/ 146510 h 482800"/>
                <a:gd name="connsiteX3" fmla="*/ 573024 w 1426464"/>
                <a:gd name="connsiteY3" fmla="*/ 433022 h 482800"/>
                <a:gd name="connsiteX4" fmla="*/ 719328 w 1426464"/>
                <a:gd name="connsiteY4" fmla="*/ 439118 h 482800"/>
                <a:gd name="connsiteX5" fmla="*/ 792480 w 1426464"/>
                <a:gd name="connsiteY5" fmla="*/ 244046 h 482800"/>
                <a:gd name="connsiteX6" fmla="*/ 908304 w 1426464"/>
                <a:gd name="connsiteY6" fmla="*/ 420830 h 482800"/>
                <a:gd name="connsiteX7" fmla="*/ 1024128 w 1426464"/>
                <a:gd name="connsiteY7" fmla="*/ 206 h 482800"/>
                <a:gd name="connsiteX8" fmla="*/ 1255776 w 1426464"/>
                <a:gd name="connsiteY8" fmla="*/ 365966 h 482800"/>
                <a:gd name="connsiteX9" fmla="*/ 1426464 w 1426464"/>
                <a:gd name="connsiteY9" fmla="*/ 463502 h 48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464" h="482800">
                  <a:moveTo>
                    <a:pt x="0" y="420830"/>
                  </a:moveTo>
                  <a:cubicBezTo>
                    <a:pt x="91440" y="465026"/>
                    <a:pt x="182880" y="509222"/>
                    <a:pt x="237744" y="463502"/>
                  </a:cubicBezTo>
                  <a:cubicBezTo>
                    <a:pt x="292608" y="417782"/>
                    <a:pt x="273304" y="151590"/>
                    <a:pt x="329184" y="146510"/>
                  </a:cubicBezTo>
                  <a:cubicBezTo>
                    <a:pt x="385064" y="141430"/>
                    <a:pt x="508000" y="384254"/>
                    <a:pt x="573024" y="433022"/>
                  </a:cubicBezTo>
                  <a:cubicBezTo>
                    <a:pt x="638048" y="481790"/>
                    <a:pt x="682752" y="470614"/>
                    <a:pt x="719328" y="439118"/>
                  </a:cubicBezTo>
                  <a:cubicBezTo>
                    <a:pt x="755904" y="407622"/>
                    <a:pt x="760984" y="247094"/>
                    <a:pt x="792480" y="244046"/>
                  </a:cubicBezTo>
                  <a:cubicBezTo>
                    <a:pt x="823976" y="240998"/>
                    <a:pt x="869696" y="461470"/>
                    <a:pt x="908304" y="420830"/>
                  </a:cubicBezTo>
                  <a:cubicBezTo>
                    <a:pt x="946912" y="380190"/>
                    <a:pt x="966216" y="9350"/>
                    <a:pt x="1024128" y="206"/>
                  </a:cubicBezTo>
                  <a:cubicBezTo>
                    <a:pt x="1082040" y="-8938"/>
                    <a:pt x="1188720" y="288750"/>
                    <a:pt x="1255776" y="365966"/>
                  </a:cubicBezTo>
                  <a:cubicBezTo>
                    <a:pt x="1322832" y="443182"/>
                    <a:pt x="1374648" y="453342"/>
                    <a:pt x="1426464" y="46350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44AB788-EF5A-2C1F-85B2-263C6D3EABDF}"/>
                </a:ext>
              </a:extLst>
            </p:cNvPr>
            <p:cNvCxnSpPr/>
            <p:nvPr/>
          </p:nvCxnSpPr>
          <p:spPr>
            <a:xfrm>
              <a:off x="9235147" y="4453849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F9E9FC-85C2-839B-3DC8-D5D13FE975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4563" y="5181259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2AB4B4-0AD6-0006-C4E6-A509C723E4E7}"/>
                </a:ext>
              </a:extLst>
            </p:cNvPr>
            <p:cNvSpPr/>
            <p:nvPr/>
          </p:nvSpPr>
          <p:spPr>
            <a:xfrm>
              <a:off x="9155087" y="4381306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92A46A5-7B35-8A00-17E6-DCC036027914}"/>
                  </a:ext>
                </a:extLst>
              </p:cNvPr>
              <p:cNvSpPr txBox="1"/>
              <p:nvPr/>
            </p:nvSpPr>
            <p:spPr>
              <a:xfrm>
                <a:off x="5906890" y="442331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92A46A5-7B35-8A00-17E6-DCC036027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890" y="4423311"/>
                <a:ext cx="3714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Left Brace 47">
            <a:extLst>
              <a:ext uri="{FF2B5EF4-FFF2-40B4-BE49-F238E27FC236}">
                <a16:creationId xmlns:a16="http://schemas.microsoft.com/office/drawing/2014/main" id="{EAE8C646-F1AB-A314-6A22-AF8C4572FF1F}"/>
              </a:ext>
            </a:extLst>
          </p:cNvPr>
          <p:cNvSpPr/>
          <p:nvPr/>
        </p:nvSpPr>
        <p:spPr>
          <a:xfrm>
            <a:off x="5808100" y="429907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E392B0-2354-F31E-3020-38B8C14C366C}"/>
                  </a:ext>
                </a:extLst>
              </p:cNvPr>
              <p:cNvSpPr txBox="1"/>
              <p:nvPr/>
            </p:nvSpPr>
            <p:spPr>
              <a:xfrm>
                <a:off x="9663695" y="440378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E392B0-2354-F31E-3020-38B8C14C3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695" y="4403781"/>
                <a:ext cx="371475" cy="369332"/>
              </a:xfrm>
              <a:prstGeom prst="rect">
                <a:avLst/>
              </a:prstGeom>
              <a:blipFill>
                <a:blip r:embed="rId7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Left Brace 49">
            <a:extLst>
              <a:ext uri="{FF2B5EF4-FFF2-40B4-BE49-F238E27FC236}">
                <a16:creationId xmlns:a16="http://schemas.microsoft.com/office/drawing/2014/main" id="{047F1612-C01F-E5D9-D15B-1715496F3EA3}"/>
              </a:ext>
            </a:extLst>
          </p:cNvPr>
          <p:cNvSpPr/>
          <p:nvPr/>
        </p:nvSpPr>
        <p:spPr>
          <a:xfrm>
            <a:off x="9564905" y="427954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02F23E4-ED5F-7872-D259-A8A95842208B}"/>
              </a:ext>
            </a:extLst>
          </p:cNvPr>
          <p:cNvCxnSpPr>
            <a:cxnSpLocks/>
          </p:cNvCxnSpPr>
          <p:nvPr/>
        </p:nvCxnSpPr>
        <p:spPr>
          <a:xfrm>
            <a:off x="3958806" y="4927343"/>
            <a:ext cx="54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2CB895E-8765-1C73-DE09-AE7E48687FB1}"/>
              </a:ext>
            </a:extLst>
          </p:cNvPr>
          <p:cNvCxnSpPr>
            <a:cxnSpLocks/>
          </p:cNvCxnSpPr>
          <p:nvPr/>
        </p:nvCxnSpPr>
        <p:spPr>
          <a:xfrm>
            <a:off x="7322847" y="5125938"/>
            <a:ext cx="54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8829FC7-B565-77EA-8438-BF41477B9B0E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DE10848-98E1-320F-6480-5010E1B97B31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69" name="Left Bracket 68">
              <a:extLst>
                <a:ext uri="{FF2B5EF4-FFF2-40B4-BE49-F238E27FC236}">
                  <a16:creationId xmlns:a16="http://schemas.microsoft.com/office/drawing/2014/main" id="{D52CC968-2934-7C94-EC3D-E581B396FAF8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0" name="Picture 69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A3D6AFCA-CA91-43DE-8FB0-7F81ACB28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65955D-4722-B7A2-C519-B7785F625AFF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2" name="Rectangle: Rounded Corners 71">
            <a:hlinkClick r:id="rId9" action="ppaction://hlinksldjump"/>
            <a:extLst>
              <a:ext uri="{FF2B5EF4-FFF2-40B4-BE49-F238E27FC236}">
                <a16:creationId xmlns:a16="http://schemas.microsoft.com/office/drawing/2014/main" id="{6C199433-D02C-BE48-AC81-B8B52EF61952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73" name="Rectangle: Rounded Corners 72">
            <a:hlinkClick r:id="rId10" action="ppaction://hlinksldjump"/>
            <a:extLst>
              <a:ext uri="{FF2B5EF4-FFF2-40B4-BE49-F238E27FC236}">
                <a16:creationId xmlns:a16="http://schemas.microsoft.com/office/drawing/2014/main" id="{9C51ED25-217F-0F2E-8A2E-9DA55B65CFD2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74" name="Rectangle: Rounded Corners 73">
            <a:hlinkClick r:id="rId11" action="ppaction://hlinksldjump"/>
            <a:extLst>
              <a:ext uri="{FF2B5EF4-FFF2-40B4-BE49-F238E27FC236}">
                <a16:creationId xmlns:a16="http://schemas.microsoft.com/office/drawing/2014/main" id="{F8CDF3EC-9C05-C701-0416-A80EDB81A3A4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75" name="Rectangle: Rounded Corners 74">
            <a:hlinkClick r:id="rId12" action="ppaction://hlinksldjump"/>
            <a:extLst>
              <a:ext uri="{FF2B5EF4-FFF2-40B4-BE49-F238E27FC236}">
                <a16:creationId xmlns:a16="http://schemas.microsoft.com/office/drawing/2014/main" id="{24C256A5-5175-A67B-161D-2DA04F881FC7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722081C-E1CA-F377-38B5-E5619B616998}"/>
              </a:ext>
            </a:extLst>
          </p:cNvPr>
          <p:cNvSpPr txBox="1"/>
          <p:nvPr/>
        </p:nvSpPr>
        <p:spPr>
          <a:xfrm>
            <a:off x="590321" y="966488"/>
            <a:ext cx="1007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calibración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3AE259-B1B2-BE5B-9E76-DD89D8742BF2}"/>
              </a:ext>
            </a:extLst>
          </p:cNvPr>
          <p:cNvSpPr txBox="1"/>
          <p:nvPr/>
        </p:nvSpPr>
        <p:spPr>
          <a:xfrm>
            <a:off x="590320" y="1315471"/>
            <a:ext cx="1105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2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basados en procesos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6F56481-10D7-683D-98C0-9857E8DBBC0E}"/>
              </a:ext>
            </a:extLst>
          </p:cNvPr>
          <p:cNvGrpSpPr>
            <a:grpSpLocks noChangeAspect="1"/>
          </p:cNvGrpSpPr>
          <p:nvPr/>
        </p:nvGrpSpPr>
        <p:grpSpPr>
          <a:xfrm>
            <a:off x="766090" y="1829205"/>
            <a:ext cx="2682620" cy="1784758"/>
            <a:chOff x="633942" y="1754865"/>
            <a:chExt cx="3353275" cy="223094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7664A39-EA0C-9A3D-005E-B5B3D1E84EE9}"/>
                </a:ext>
              </a:extLst>
            </p:cNvPr>
            <p:cNvGrpSpPr/>
            <p:nvPr/>
          </p:nvGrpSpPr>
          <p:grpSpPr>
            <a:xfrm>
              <a:off x="633942" y="1754865"/>
              <a:ext cx="3268104" cy="2230948"/>
              <a:chOff x="1011721" y="1845737"/>
              <a:chExt cx="3268104" cy="2230948"/>
            </a:xfrm>
          </p:grpSpPr>
          <p:sp>
            <p:nvSpPr>
              <p:cNvPr id="90" name="Freeform: Shape 11">
                <a:extLst>
                  <a:ext uri="{FF2B5EF4-FFF2-40B4-BE49-F238E27FC236}">
                    <a16:creationId xmlns:a16="http://schemas.microsoft.com/office/drawing/2014/main" id="{A917F790-C0DF-A19B-0127-A49B2974ED06}"/>
                  </a:ext>
                </a:extLst>
              </p:cNvPr>
              <p:cNvSpPr/>
              <p:nvPr/>
            </p:nvSpPr>
            <p:spPr>
              <a:xfrm>
                <a:off x="2265710" y="1866546"/>
                <a:ext cx="2014115" cy="2200275"/>
              </a:xfrm>
              <a:custGeom>
                <a:avLst/>
                <a:gdLst>
                  <a:gd name="connsiteX0" fmla="*/ 2013561 w 2014114"/>
                  <a:gd name="connsiteY0" fmla="*/ 1666875 h 2200275"/>
                  <a:gd name="connsiteX1" fmla="*/ 2013561 w 2014114"/>
                  <a:gd name="connsiteY1" fmla="*/ 1666875 h 2200275"/>
                  <a:gd name="connsiteX2" fmla="*/ 1956411 w 2014114"/>
                  <a:gd name="connsiteY2" fmla="*/ 1600200 h 2200275"/>
                  <a:gd name="connsiteX3" fmla="*/ 1927836 w 2014114"/>
                  <a:gd name="connsiteY3" fmla="*/ 1571625 h 2200275"/>
                  <a:gd name="connsiteX4" fmla="*/ 1889736 w 2014114"/>
                  <a:gd name="connsiteY4" fmla="*/ 1514475 h 2200275"/>
                  <a:gd name="connsiteX5" fmla="*/ 1880211 w 2014114"/>
                  <a:gd name="connsiteY5" fmla="*/ 1485900 h 2200275"/>
                  <a:gd name="connsiteX6" fmla="*/ 1851636 w 2014114"/>
                  <a:gd name="connsiteY6" fmla="*/ 1466850 h 2200275"/>
                  <a:gd name="connsiteX7" fmla="*/ 1813536 w 2014114"/>
                  <a:gd name="connsiteY7" fmla="*/ 1323975 h 2200275"/>
                  <a:gd name="connsiteX8" fmla="*/ 1794486 w 2014114"/>
                  <a:gd name="connsiteY8" fmla="*/ 1266825 h 2200275"/>
                  <a:gd name="connsiteX9" fmla="*/ 1784961 w 2014114"/>
                  <a:gd name="connsiteY9" fmla="*/ 1238250 h 2200275"/>
                  <a:gd name="connsiteX10" fmla="*/ 1746861 w 2014114"/>
                  <a:gd name="connsiteY10" fmla="*/ 1181100 h 2200275"/>
                  <a:gd name="connsiteX11" fmla="*/ 1727811 w 2014114"/>
                  <a:gd name="connsiteY11" fmla="*/ 1152525 h 2200275"/>
                  <a:gd name="connsiteX12" fmla="*/ 1708761 w 2014114"/>
                  <a:gd name="connsiteY12" fmla="*/ 1104900 h 2200275"/>
                  <a:gd name="connsiteX13" fmla="*/ 1689711 w 2014114"/>
                  <a:gd name="connsiteY13" fmla="*/ 1076325 h 2200275"/>
                  <a:gd name="connsiteX14" fmla="*/ 1680186 w 2014114"/>
                  <a:gd name="connsiteY14" fmla="*/ 1047750 h 2200275"/>
                  <a:gd name="connsiteX15" fmla="*/ 1661136 w 2014114"/>
                  <a:gd name="connsiteY15" fmla="*/ 1019175 h 2200275"/>
                  <a:gd name="connsiteX16" fmla="*/ 1613511 w 2014114"/>
                  <a:gd name="connsiteY16" fmla="*/ 942975 h 2200275"/>
                  <a:gd name="connsiteX17" fmla="*/ 1575411 w 2014114"/>
                  <a:gd name="connsiteY17" fmla="*/ 895350 h 2200275"/>
                  <a:gd name="connsiteX18" fmla="*/ 1565886 w 2014114"/>
                  <a:gd name="connsiteY18" fmla="*/ 866775 h 2200275"/>
                  <a:gd name="connsiteX19" fmla="*/ 1537311 w 2014114"/>
                  <a:gd name="connsiteY19" fmla="*/ 838200 h 2200275"/>
                  <a:gd name="connsiteX20" fmla="*/ 1518261 w 2014114"/>
                  <a:gd name="connsiteY20" fmla="*/ 800100 h 2200275"/>
                  <a:gd name="connsiteX21" fmla="*/ 1461111 w 2014114"/>
                  <a:gd name="connsiteY21" fmla="*/ 752475 h 2200275"/>
                  <a:gd name="connsiteX22" fmla="*/ 1403961 w 2014114"/>
                  <a:gd name="connsiteY22" fmla="*/ 676275 h 2200275"/>
                  <a:gd name="connsiteX23" fmla="*/ 1337286 w 2014114"/>
                  <a:gd name="connsiteY23" fmla="*/ 619125 h 2200275"/>
                  <a:gd name="connsiteX24" fmla="*/ 1318236 w 2014114"/>
                  <a:gd name="connsiteY24" fmla="*/ 590550 h 2200275"/>
                  <a:gd name="connsiteX25" fmla="*/ 1270611 w 2014114"/>
                  <a:gd name="connsiteY25" fmla="*/ 533400 h 2200275"/>
                  <a:gd name="connsiteX26" fmla="*/ 1251561 w 2014114"/>
                  <a:gd name="connsiteY26" fmla="*/ 504825 h 2200275"/>
                  <a:gd name="connsiteX27" fmla="*/ 1222986 w 2014114"/>
                  <a:gd name="connsiteY27" fmla="*/ 485775 h 2200275"/>
                  <a:gd name="connsiteX28" fmla="*/ 1184886 w 2014114"/>
                  <a:gd name="connsiteY28" fmla="*/ 457200 h 2200275"/>
                  <a:gd name="connsiteX29" fmla="*/ 1127736 w 2014114"/>
                  <a:gd name="connsiteY29" fmla="*/ 419100 h 2200275"/>
                  <a:gd name="connsiteX30" fmla="*/ 1108686 w 2014114"/>
                  <a:gd name="connsiteY30" fmla="*/ 390525 h 2200275"/>
                  <a:gd name="connsiteX31" fmla="*/ 1080111 w 2014114"/>
                  <a:gd name="connsiteY31" fmla="*/ 381000 h 2200275"/>
                  <a:gd name="connsiteX32" fmla="*/ 1022961 w 2014114"/>
                  <a:gd name="connsiteY32" fmla="*/ 342900 h 2200275"/>
                  <a:gd name="connsiteX33" fmla="*/ 956286 w 2014114"/>
                  <a:gd name="connsiteY33" fmla="*/ 295275 h 2200275"/>
                  <a:gd name="connsiteX34" fmla="*/ 899136 w 2014114"/>
                  <a:gd name="connsiteY34" fmla="*/ 257175 h 2200275"/>
                  <a:gd name="connsiteX35" fmla="*/ 880086 w 2014114"/>
                  <a:gd name="connsiteY35" fmla="*/ 228600 h 2200275"/>
                  <a:gd name="connsiteX36" fmla="*/ 822936 w 2014114"/>
                  <a:gd name="connsiteY36" fmla="*/ 209550 h 2200275"/>
                  <a:gd name="connsiteX37" fmla="*/ 765786 w 2014114"/>
                  <a:gd name="connsiteY37" fmla="*/ 171450 h 2200275"/>
                  <a:gd name="connsiteX38" fmla="*/ 680061 w 2014114"/>
                  <a:gd name="connsiteY38" fmla="*/ 114300 h 2200275"/>
                  <a:gd name="connsiteX39" fmla="*/ 651486 w 2014114"/>
                  <a:gd name="connsiteY39" fmla="*/ 95250 h 2200275"/>
                  <a:gd name="connsiteX40" fmla="*/ 622911 w 2014114"/>
                  <a:gd name="connsiteY40" fmla="*/ 76200 h 2200275"/>
                  <a:gd name="connsiteX41" fmla="*/ 508611 w 2014114"/>
                  <a:gd name="connsiteY41" fmla="*/ 38100 h 2200275"/>
                  <a:gd name="connsiteX42" fmla="*/ 480036 w 2014114"/>
                  <a:gd name="connsiteY42" fmla="*/ 28575 h 2200275"/>
                  <a:gd name="connsiteX43" fmla="*/ 451461 w 2014114"/>
                  <a:gd name="connsiteY43" fmla="*/ 19050 h 2200275"/>
                  <a:gd name="connsiteX44" fmla="*/ 327636 w 2014114"/>
                  <a:gd name="connsiteY44" fmla="*/ 0 h 2200275"/>
                  <a:gd name="connsiteX45" fmla="*/ 146661 w 2014114"/>
                  <a:gd name="connsiteY45" fmla="*/ 9525 h 2200275"/>
                  <a:gd name="connsiteX46" fmla="*/ 89511 w 2014114"/>
                  <a:gd name="connsiteY46" fmla="*/ 28575 h 2200275"/>
                  <a:gd name="connsiteX47" fmla="*/ 70461 w 2014114"/>
                  <a:gd name="connsiteY47" fmla="*/ 457200 h 2200275"/>
                  <a:gd name="connsiteX48" fmla="*/ 51411 w 2014114"/>
                  <a:gd name="connsiteY48" fmla="*/ 752475 h 2200275"/>
                  <a:gd name="connsiteX49" fmla="*/ 41886 w 2014114"/>
                  <a:gd name="connsiteY49" fmla="*/ 828675 h 2200275"/>
                  <a:gd name="connsiteX50" fmla="*/ 13311 w 2014114"/>
                  <a:gd name="connsiteY50" fmla="*/ 923925 h 2200275"/>
                  <a:gd name="connsiteX51" fmla="*/ 3786 w 2014114"/>
                  <a:gd name="connsiteY51" fmla="*/ 990600 h 2200275"/>
                  <a:gd name="connsiteX52" fmla="*/ 22836 w 2014114"/>
                  <a:gd name="connsiteY52" fmla="*/ 1457325 h 2200275"/>
                  <a:gd name="connsiteX53" fmla="*/ 41886 w 2014114"/>
                  <a:gd name="connsiteY53" fmla="*/ 1905000 h 2200275"/>
                  <a:gd name="connsiteX54" fmla="*/ 32361 w 2014114"/>
                  <a:gd name="connsiteY54" fmla="*/ 2152650 h 2200275"/>
                  <a:gd name="connsiteX55" fmla="*/ 13311 w 2014114"/>
                  <a:gd name="connsiteY55" fmla="*/ 2200275 h 2200275"/>
                  <a:gd name="connsiteX56" fmla="*/ 89511 w 2014114"/>
                  <a:gd name="connsiteY56" fmla="*/ 2190750 h 2200275"/>
                  <a:gd name="connsiteX57" fmla="*/ 137136 w 2014114"/>
                  <a:gd name="connsiteY57" fmla="*/ 2181225 h 2200275"/>
                  <a:gd name="connsiteX58" fmla="*/ 251436 w 2014114"/>
                  <a:gd name="connsiteY58" fmla="*/ 2162175 h 2200275"/>
                  <a:gd name="connsiteX59" fmla="*/ 308586 w 2014114"/>
                  <a:gd name="connsiteY59" fmla="*/ 2152650 h 2200275"/>
                  <a:gd name="connsiteX60" fmla="*/ 441936 w 2014114"/>
                  <a:gd name="connsiteY60" fmla="*/ 2133600 h 2200275"/>
                  <a:gd name="connsiteX61" fmla="*/ 489561 w 2014114"/>
                  <a:gd name="connsiteY61" fmla="*/ 2124075 h 2200275"/>
                  <a:gd name="connsiteX62" fmla="*/ 518136 w 2014114"/>
                  <a:gd name="connsiteY62" fmla="*/ 2114550 h 2200275"/>
                  <a:gd name="connsiteX63" fmla="*/ 594336 w 2014114"/>
                  <a:gd name="connsiteY63" fmla="*/ 2105025 h 2200275"/>
                  <a:gd name="connsiteX64" fmla="*/ 661011 w 2014114"/>
                  <a:gd name="connsiteY64" fmla="*/ 2085975 h 2200275"/>
                  <a:gd name="connsiteX65" fmla="*/ 708636 w 2014114"/>
                  <a:gd name="connsiteY65" fmla="*/ 2076450 h 2200275"/>
                  <a:gd name="connsiteX66" fmla="*/ 765786 w 2014114"/>
                  <a:gd name="connsiteY66" fmla="*/ 2057400 h 2200275"/>
                  <a:gd name="connsiteX67" fmla="*/ 822936 w 2014114"/>
                  <a:gd name="connsiteY67" fmla="*/ 2028825 h 2200275"/>
                  <a:gd name="connsiteX68" fmla="*/ 851511 w 2014114"/>
                  <a:gd name="connsiteY68" fmla="*/ 2000250 h 2200275"/>
                  <a:gd name="connsiteX69" fmla="*/ 908661 w 2014114"/>
                  <a:gd name="connsiteY69" fmla="*/ 1981200 h 2200275"/>
                  <a:gd name="connsiteX70" fmla="*/ 956286 w 2014114"/>
                  <a:gd name="connsiteY70" fmla="*/ 1971675 h 2200275"/>
                  <a:gd name="connsiteX71" fmla="*/ 1022961 w 2014114"/>
                  <a:gd name="connsiteY71" fmla="*/ 1962150 h 2200275"/>
                  <a:gd name="connsiteX72" fmla="*/ 1089636 w 2014114"/>
                  <a:gd name="connsiteY72" fmla="*/ 1943100 h 2200275"/>
                  <a:gd name="connsiteX73" fmla="*/ 1156311 w 2014114"/>
                  <a:gd name="connsiteY73" fmla="*/ 1924050 h 2200275"/>
                  <a:gd name="connsiteX74" fmla="*/ 1280136 w 2014114"/>
                  <a:gd name="connsiteY74" fmla="*/ 1895475 h 2200275"/>
                  <a:gd name="connsiteX75" fmla="*/ 1308711 w 2014114"/>
                  <a:gd name="connsiteY75" fmla="*/ 1885950 h 2200275"/>
                  <a:gd name="connsiteX76" fmla="*/ 1346811 w 2014114"/>
                  <a:gd name="connsiteY76" fmla="*/ 1876425 h 2200275"/>
                  <a:gd name="connsiteX77" fmla="*/ 1375386 w 2014114"/>
                  <a:gd name="connsiteY77" fmla="*/ 1866900 h 2200275"/>
                  <a:gd name="connsiteX78" fmla="*/ 1546836 w 2014114"/>
                  <a:gd name="connsiteY78" fmla="*/ 1857375 h 2200275"/>
                  <a:gd name="connsiteX79" fmla="*/ 1603986 w 2014114"/>
                  <a:gd name="connsiteY79" fmla="*/ 1847850 h 2200275"/>
                  <a:gd name="connsiteX80" fmla="*/ 1708761 w 2014114"/>
                  <a:gd name="connsiteY80" fmla="*/ 1838325 h 2200275"/>
                  <a:gd name="connsiteX81" fmla="*/ 1746861 w 2014114"/>
                  <a:gd name="connsiteY81" fmla="*/ 1828800 h 2200275"/>
                  <a:gd name="connsiteX82" fmla="*/ 1861161 w 2014114"/>
                  <a:gd name="connsiteY82" fmla="*/ 1809750 h 2200275"/>
                  <a:gd name="connsiteX83" fmla="*/ 1918311 w 2014114"/>
                  <a:gd name="connsiteY83" fmla="*/ 1800225 h 2200275"/>
                  <a:gd name="connsiteX84" fmla="*/ 1984986 w 2014114"/>
                  <a:gd name="connsiteY84" fmla="*/ 1781175 h 2200275"/>
                  <a:gd name="connsiteX85" fmla="*/ 2013561 w 2014114"/>
                  <a:gd name="connsiteY85" fmla="*/ 1724025 h 2200275"/>
                  <a:gd name="connsiteX86" fmla="*/ 2013561 w 2014114"/>
                  <a:gd name="connsiteY86" fmla="*/ 1666875 h 2200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014114" h="2200275">
                    <a:moveTo>
                      <a:pt x="2013561" y="1666875"/>
                    </a:moveTo>
                    <a:lnTo>
                      <a:pt x="2013561" y="1666875"/>
                    </a:lnTo>
                    <a:cubicBezTo>
                      <a:pt x="1994511" y="1644650"/>
                      <a:pt x="1975993" y="1621958"/>
                      <a:pt x="1956411" y="1600200"/>
                    </a:cubicBezTo>
                    <a:cubicBezTo>
                      <a:pt x="1947400" y="1590188"/>
                      <a:pt x="1936106" y="1582258"/>
                      <a:pt x="1927836" y="1571625"/>
                    </a:cubicBezTo>
                    <a:cubicBezTo>
                      <a:pt x="1913780" y="1553553"/>
                      <a:pt x="1896976" y="1536195"/>
                      <a:pt x="1889736" y="1514475"/>
                    </a:cubicBezTo>
                    <a:cubicBezTo>
                      <a:pt x="1886561" y="1504950"/>
                      <a:pt x="1886483" y="1493740"/>
                      <a:pt x="1880211" y="1485900"/>
                    </a:cubicBezTo>
                    <a:cubicBezTo>
                      <a:pt x="1873060" y="1476961"/>
                      <a:pt x="1861161" y="1473200"/>
                      <a:pt x="1851636" y="1466850"/>
                    </a:cubicBezTo>
                    <a:cubicBezTo>
                      <a:pt x="1822694" y="1322141"/>
                      <a:pt x="1848064" y="1418927"/>
                      <a:pt x="1813536" y="1323975"/>
                    </a:cubicBezTo>
                    <a:cubicBezTo>
                      <a:pt x="1806674" y="1305104"/>
                      <a:pt x="1800836" y="1285875"/>
                      <a:pt x="1794486" y="1266825"/>
                    </a:cubicBezTo>
                    <a:cubicBezTo>
                      <a:pt x="1791311" y="1257300"/>
                      <a:pt x="1790530" y="1246604"/>
                      <a:pt x="1784961" y="1238250"/>
                    </a:cubicBezTo>
                    <a:lnTo>
                      <a:pt x="1746861" y="1181100"/>
                    </a:lnTo>
                    <a:cubicBezTo>
                      <a:pt x="1740511" y="1171575"/>
                      <a:pt x="1732063" y="1163154"/>
                      <a:pt x="1727811" y="1152525"/>
                    </a:cubicBezTo>
                    <a:cubicBezTo>
                      <a:pt x="1721461" y="1136650"/>
                      <a:pt x="1716407" y="1120193"/>
                      <a:pt x="1708761" y="1104900"/>
                    </a:cubicBezTo>
                    <a:cubicBezTo>
                      <a:pt x="1703641" y="1094661"/>
                      <a:pt x="1694831" y="1086564"/>
                      <a:pt x="1689711" y="1076325"/>
                    </a:cubicBezTo>
                    <a:cubicBezTo>
                      <a:pt x="1685221" y="1067345"/>
                      <a:pt x="1684676" y="1056730"/>
                      <a:pt x="1680186" y="1047750"/>
                    </a:cubicBezTo>
                    <a:cubicBezTo>
                      <a:pt x="1675066" y="1037511"/>
                      <a:pt x="1666256" y="1029414"/>
                      <a:pt x="1661136" y="1019175"/>
                    </a:cubicBezTo>
                    <a:cubicBezTo>
                      <a:pt x="1625057" y="947017"/>
                      <a:pt x="1663651" y="993115"/>
                      <a:pt x="1613511" y="942975"/>
                    </a:cubicBezTo>
                    <a:cubicBezTo>
                      <a:pt x="1589570" y="871151"/>
                      <a:pt x="1624650" y="956898"/>
                      <a:pt x="1575411" y="895350"/>
                    </a:cubicBezTo>
                    <a:cubicBezTo>
                      <a:pt x="1569139" y="887510"/>
                      <a:pt x="1571455" y="875129"/>
                      <a:pt x="1565886" y="866775"/>
                    </a:cubicBezTo>
                    <a:cubicBezTo>
                      <a:pt x="1558414" y="855567"/>
                      <a:pt x="1545141" y="849161"/>
                      <a:pt x="1537311" y="838200"/>
                    </a:cubicBezTo>
                    <a:cubicBezTo>
                      <a:pt x="1529058" y="826646"/>
                      <a:pt x="1526514" y="811654"/>
                      <a:pt x="1518261" y="800100"/>
                    </a:cubicBezTo>
                    <a:cubicBezTo>
                      <a:pt x="1501593" y="776765"/>
                      <a:pt x="1483896" y="767665"/>
                      <a:pt x="1461111" y="752475"/>
                    </a:cubicBezTo>
                    <a:cubicBezTo>
                      <a:pt x="1443524" y="726095"/>
                      <a:pt x="1426587" y="698901"/>
                      <a:pt x="1403961" y="676275"/>
                    </a:cubicBezTo>
                    <a:cubicBezTo>
                      <a:pt x="1340894" y="613208"/>
                      <a:pt x="1389127" y="681334"/>
                      <a:pt x="1337286" y="619125"/>
                    </a:cubicBezTo>
                    <a:cubicBezTo>
                      <a:pt x="1329957" y="610331"/>
                      <a:pt x="1325264" y="599586"/>
                      <a:pt x="1318236" y="590550"/>
                    </a:cubicBezTo>
                    <a:cubicBezTo>
                      <a:pt x="1303012" y="570976"/>
                      <a:pt x="1285835" y="552974"/>
                      <a:pt x="1270611" y="533400"/>
                    </a:cubicBezTo>
                    <a:cubicBezTo>
                      <a:pt x="1263583" y="524364"/>
                      <a:pt x="1259656" y="512920"/>
                      <a:pt x="1251561" y="504825"/>
                    </a:cubicBezTo>
                    <a:cubicBezTo>
                      <a:pt x="1243466" y="496730"/>
                      <a:pt x="1232301" y="492429"/>
                      <a:pt x="1222986" y="485775"/>
                    </a:cubicBezTo>
                    <a:cubicBezTo>
                      <a:pt x="1210068" y="476548"/>
                      <a:pt x="1197891" y="466304"/>
                      <a:pt x="1184886" y="457200"/>
                    </a:cubicBezTo>
                    <a:cubicBezTo>
                      <a:pt x="1166129" y="444070"/>
                      <a:pt x="1127736" y="419100"/>
                      <a:pt x="1127736" y="419100"/>
                    </a:cubicBezTo>
                    <a:cubicBezTo>
                      <a:pt x="1121386" y="409575"/>
                      <a:pt x="1117625" y="397676"/>
                      <a:pt x="1108686" y="390525"/>
                    </a:cubicBezTo>
                    <a:cubicBezTo>
                      <a:pt x="1100846" y="384253"/>
                      <a:pt x="1088888" y="385876"/>
                      <a:pt x="1080111" y="381000"/>
                    </a:cubicBezTo>
                    <a:cubicBezTo>
                      <a:pt x="1060097" y="369881"/>
                      <a:pt x="1039150" y="359089"/>
                      <a:pt x="1022961" y="342900"/>
                    </a:cubicBezTo>
                    <a:cubicBezTo>
                      <a:pt x="948665" y="268604"/>
                      <a:pt x="1044045" y="357960"/>
                      <a:pt x="956286" y="295275"/>
                    </a:cubicBezTo>
                    <a:cubicBezTo>
                      <a:pt x="893856" y="250682"/>
                      <a:pt x="960433" y="277607"/>
                      <a:pt x="899136" y="257175"/>
                    </a:cubicBezTo>
                    <a:cubicBezTo>
                      <a:pt x="892786" y="247650"/>
                      <a:pt x="889794" y="234667"/>
                      <a:pt x="880086" y="228600"/>
                    </a:cubicBezTo>
                    <a:cubicBezTo>
                      <a:pt x="863058" y="217957"/>
                      <a:pt x="839644" y="220689"/>
                      <a:pt x="822936" y="209550"/>
                    </a:cubicBezTo>
                    <a:lnTo>
                      <a:pt x="765786" y="171450"/>
                    </a:lnTo>
                    <a:lnTo>
                      <a:pt x="680061" y="114300"/>
                    </a:lnTo>
                    <a:lnTo>
                      <a:pt x="651486" y="95250"/>
                    </a:lnTo>
                    <a:cubicBezTo>
                      <a:pt x="641961" y="88900"/>
                      <a:pt x="633771" y="79820"/>
                      <a:pt x="622911" y="76200"/>
                    </a:cubicBezTo>
                    <a:lnTo>
                      <a:pt x="508611" y="38100"/>
                    </a:lnTo>
                    <a:lnTo>
                      <a:pt x="480036" y="28575"/>
                    </a:lnTo>
                    <a:cubicBezTo>
                      <a:pt x="470511" y="25400"/>
                      <a:pt x="461306" y="21019"/>
                      <a:pt x="451461" y="19050"/>
                    </a:cubicBezTo>
                    <a:cubicBezTo>
                      <a:pt x="378735" y="4505"/>
                      <a:pt x="419900" y="11533"/>
                      <a:pt x="327636" y="0"/>
                    </a:cubicBezTo>
                    <a:cubicBezTo>
                      <a:pt x="267311" y="3175"/>
                      <a:pt x="206639" y="2328"/>
                      <a:pt x="146661" y="9525"/>
                    </a:cubicBezTo>
                    <a:cubicBezTo>
                      <a:pt x="126724" y="11917"/>
                      <a:pt x="89511" y="28575"/>
                      <a:pt x="89511" y="28575"/>
                    </a:cubicBezTo>
                    <a:cubicBezTo>
                      <a:pt x="37615" y="184262"/>
                      <a:pt x="82745" y="39553"/>
                      <a:pt x="70461" y="457200"/>
                    </a:cubicBezTo>
                    <a:cubicBezTo>
                      <a:pt x="56105" y="945298"/>
                      <a:pt x="77962" y="579893"/>
                      <a:pt x="51411" y="752475"/>
                    </a:cubicBezTo>
                    <a:cubicBezTo>
                      <a:pt x="47519" y="777775"/>
                      <a:pt x="47439" y="803687"/>
                      <a:pt x="41886" y="828675"/>
                    </a:cubicBezTo>
                    <a:cubicBezTo>
                      <a:pt x="34695" y="861034"/>
                      <a:pt x="22836" y="892175"/>
                      <a:pt x="13311" y="923925"/>
                    </a:cubicBezTo>
                    <a:cubicBezTo>
                      <a:pt x="10136" y="946150"/>
                      <a:pt x="3786" y="968149"/>
                      <a:pt x="3786" y="990600"/>
                    </a:cubicBezTo>
                    <a:cubicBezTo>
                      <a:pt x="3786" y="1355688"/>
                      <a:pt x="8406" y="1226441"/>
                      <a:pt x="22836" y="1457325"/>
                    </a:cubicBezTo>
                    <a:cubicBezTo>
                      <a:pt x="33486" y="1627731"/>
                      <a:pt x="35433" y="1724310"/>
                      <a:pt x="41886" y="1905000"/>
                    </a:cubicBezTo>
                    <a:cubicBezTo>
                      <a:pt x="38711" y="1987550"/>
                      <a:pt x="44044" y="2070869"/>
                      <a:pt x="32361" y="2152650"/>
                    </a:cubicBezTo>
                    <a:cubicBezTo>
                      <a:pt x="18820" y="2247434"/>
                      <a:pt x="-20347" y="2099301"/>
                      <a:pt x="13311" y="2200275"/>
                    </a:cubicBezTo>
                    <a:cubicBezTo>
                      <a:pt x="38711" y="2197100"/>
                      <a:pt x="64211" y="2194642"/>
                      <a:pt x="89511" y="2190750"/>
                    </a:cubicBezTo>
                    <a:cubicBezTo>
                      <a:pt x="105512" y="2188288"/>
                      <a:pt x="121193" y="2184038"/>
                      <a:pt x="137136" y="2181225"/>
                    </a:cubicBezTo>
                    <a:lnTo>
                      <a:pt x="251436" y="2162175"/>
                    </a:lnTo>
                    <a:cubicBezTo>
                      <a:pt x="270486" y="2159000"/>
                      <a:pt x="289467" y="2155381"/>
                      <a:pt x="308586" y="2152650"/>
                    </a:cubicBezTo>
                    <a:cubicBezTo>
                      <a:pt x="353036" y="2146300"/>
                      <a:pt x="397907" y="2142406"/>
                      <a:pt x="441936" y="2133600"/>
                    </a:cubicBezTo>
                    <a:cubicBezTo>
                      <a:pt x="457811" y="2130425"/>
                      <a:pt x="473855" y="2128002"/>
                      <a:pt x="489561" y="2124075"/>
                    </a:cubicBezTo>
                    <a:cubicBezTo>
                      <a:pt x="499301" y="2121640"/>
                      <a:pt x="508258" y="2116346"/>
                      <a:pt x="518136" y="2114550"/>
                    </a:cubicBezTo>
                    <a:cubicBezTo>
                      <a:pt x="543321" y="2109971"/>
                      <a:pt x="568936" y="2108200"/>
                      <a:pt x="594336" y="2105025"/>
                    </a:cubicBezTo>
                    <a:cubicBezTo>
                      <a:pt x="626157" y="2094418"/>
                      <a:pt x="625131" y="2093948"/>
                      <a:pt x="661011" y="2085975"/>
                    </a:cubicBezTo>
                    <a:cubicBezTo>
                      <a:pt x="676815" y="2082463"/>
                      <a:pt x="693017" y="2080710"/>
                      <a:pt x="708636" y="2076450"/>
                    </a:cubicBezTo>
                    <a:cubicBezTo>
                      <a:pt x="728009" y="2071166"/>
                      <a:pt x="749078" y="2068539"/>
                      <a:pt x="765786" y="2057400"/>
                    </a:cubicBezTo>
                    <a:cubicBezTo>
                      <a:pt x="802715" y="2032781"/>
                      <a:pt x="783501" y="2041970"/>
                      <a:pt x="822936" y="2028825"/>
                    </a:cubicBezTo>
                    <a:cubicBezTo>
                      <a:pt x="832461" y="2019300"/>
                      <a:pt x="839736" y="2006792"/>
                      <a:pt x="851511" y="2000250"/>
                    </a:cubicBezTo>
                    <a:cubicBezTo>
                      <a:pt x="869064" y="1990498"/>
                      <a:pt x="888970" y="1985138"/>
                      <a:pt x="908661" y="1981200"/>
                    </a:cubicBezTo>
                    <a:cubicBezTo>
                      <a:pt x="924536" y="1978025"/>
                      <a:pt x="940317" y="1974337"/>
                      <a:pt x="956286" y="1971675"/>
                    </a:cubicBezTo>
                    <a:cubicBezTo>
                      <a:pt x="978431" y="1967984"/>
                      <a:pt x="1000872" y="1966166"/>
                      <a:pt x="1022961" y="1962150"/>
                    </a:cubicBezTo>
                    <a:cubicBezTo>
                      <a:pt x="1058277" y="1955729"/>
                      <a:pt x="1058248" y="1952516"/>
                      <a:pt x="1089636" y="1943100"/>
                    </a:cubicBezTo>
                    <a:cubicBezTo>
                      <a:pt x="1111776" y="1936458"/>
                      <a:pt x="1133887" y="1929656"/>
                      <a:pt x="1156311" y="1924050"/>
                    </a:cubicBezTo>
                    <a:cubicBezTo>
                      <a:pt x="1182735" y="1917444"/>
                      <a:pt x="1245873" y="1905264"/>
                      <a:pt x="1280136" y="1895475"/>
                    </a:cubicBezTo>
                    <a:cubicBezTo>
                      <a:pt x="1289790" y="1892717"/>
                      <a:pt x="1299057" y="1888708"/>
                      <a:pt x="1308711" y="1885950"/>
                    </a:cubicBezTo>
                    <a:cubicBezTo>
                      <a:pt x="1321298" y="1882354"/>
                      <a:pt x="1334224" y="1880021"/>
                      <a:pt x="1346811" y="1876425"/>
                    </a:cubicBezTo>
                    <a:cubicBezTo>
                      <a:pt x="1356465" y="1873667"/>
                      <a:pt x="1365391" y="1867852"/>
                      <a:pt x="1375386" y="1866900"/>
                    </a:cubicBezTo>
                    <a:cubicBezTo>
                      <a:pt x="1432366" y="1861473"/>
                      <a:pt x="1489686" y="1860550"/>
                      <a:pt x="1546836" y="1857375"/>
                    </a:cubicBezTo>
                    <a:cubicBezTo>
                      <a:pt x="1565886" y="1854200"/>
                      <a:pt x="1584806" y="1850107"/>
                      <a:pt x="1603986" y="1847850"/>
                    </a:cubicBezTo>
                    <a:cubicBezTo>
                      <a:pt x="1638815" y="1843752"/>
                      <a:pt x="1674000" y="1842960"/>
                      <a:pt x="1708761" y="1838325"/>
                    </a:cubicBezTo>
                    <a:cubicBezTo>
                      <a:pt x="1721737" y="1836595"/>
                      <a:pt x="1733994" y="1831212"/>
                      <a:pt x="1746861" y="1828800"/>
                    </a:cubicBezTo>
                    <a:cubicBezTo>
                      <a:pt x="1784825" y="1821682"/>
                      <a:pt x="1823061" y="1816100"/>
                      <a:pt x="1861161" y="1809750"/>
                    </a:cubicBezTo>
                    <a:cubicBezTo>
                      <a:pt x="1880211" y="1806575"/>
                      <a:pt x="1899575" y="1804909"/>
                      <a:pt x="1918311" y="1800225"/>
                    </a:cubicBezTo>
                    <a:cubicBezTo>
                      <a:pt x="1966151" y="1788265"/>
                      <a:pt x="1943992" y="1794840"/>
                      <a:pt x="1984986" y="1781175"/>
                    </a:cubicBezTo>
                    <a:cubicBezTo>
                      <a:pt x="2001041" y="1757093"/>
                      <a:pt x="2007927" y="1752193"/>
                      <a:pt x="2013561" y="1724025"/>
                    </a:cubicBezTo>
                    <a:cubicBezTo>
                      <a:pt x="2014806" y="1717798"/>
                      <a:pt x="2013561" y="1676400"/>
                      <a:pt x="2013561" y="166687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1" name="Freeform: Shape 10">
                <a:extLst>
                  <a:ext uri="{FF2B5EF4-FFF2-40B4-BE49-F238E27FC236}">
                    <a16:creationId xmlns:a16="http://schemas.microsoft.com/office/drawing/2014/main" id="{DE89F8E8-C710-B763-54E2-D75843200646}"/>
                  </a:ext>
                </a:extLst>
              </p:cNvPr>
              <p:cNvSpPr/>
              <p:nvPr/>
            </p:nvSpPr>
            <p:spPr>
              <a:xfrm>
                <a:off x="1450235" y="1845737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Freeform: Shape 8">
                <a:extLst>
                  <a:ext uri="{FF2B5EF4-FFF2-40B4-BE49-F238E27FC236}">
                    <a16:creationId xmlns:a16="http://schemas.microsoft.com/office/drawing/2014/main" id="{948659F5-E7F5-C1D3-B349-CEED0E0E1304}"/>
                  </a:ext>
                </a:extLst>
              </p:cNvPr>
              <p:cNvSpPr/>
              <p:nvPr/>
            </p:nvSpPr>
            <p:spPr>
              <a:xfrm>
                <a:off x="1011721" y="2228496"/>
                <a:ext cx="1160749" cy="1848189"/>
              </a:xfrm>
              <a:custGeom>
                <a:avLst/>
                <a:gdLst>
                  <a:gd name="connsiteX0" fmla="*/ 1143475 w 1160749"/>
                  <a:gd name="connsiteY0" fmla="*/ 733425 h 1848189"/>
                  <a:gd name="connsiteX1" fmla="*/ 1105375 w 1160749"/>
                  <a:gd name="connsiteY1" fmla="*/ 628650 h 1848189"/>
                  <a:gd name="connsiteX2" fmla="*/ 1095850 w 1160749"/>
                  <a:gd name="connsiteY2" fmla="*/ 600075 h 1848189"/>
                  <a:gd name="connsiteX3" fmla="*/ 1086325 w 1160749"/>
                  <a:gd name="connsiteY3" fmla="*/ 571500 h 1848189"/>
                  <a:gd name="connsiteX4" fmla="*/ 1067275 w 1160749"/>
                  <a:gd name="connsiteY4" fmla="*/ 542925 h 1848189"/>
                  <a:gd name="connsiteX5" fmla="*/ 1057750 w 1160749"/>
                  <a:gd name="connsiteY5" fmla="*/ 514350 h 1848189"/>
                  <a:gd name="connsiteX6" fmla="*/ 991075 w 1160749"/>
                  <a:gd name="connsiteY6" fmla="*/ 438150 h 1848189"/>
                  <a:gd name="connsiteX7" fmla="*/ 914875 w 1160749"/>
                  <a:gd name="connsiteY7" fmla="*/ 352425 h 1848189"/>
                  <a:gd name="connsiteX8" fmla="*/ 886300 w 1160749"/>
                  <a:gd name="connsiteY8" fmla="*/ 323850 h 1848189"/>
                  <a:gd name="connsiteX9" fmla="*/ 848200 w 1160749"/>
                  <a:gd name="connsiteY9" fmla="*/ 314325 h 1848189"/>
                  <a:gd name="connsiteX10" fmla="*/ 810100 w 1160749"/>
                  <a:gd name="connsiteY10" fmla="*/ 266700 h 1848189"/>
                  <a:gd name="connsiteX11" fmla="*/ 724375 w 1160749"/>
                  <a:gd name="connsiteY11" fmla="*/ 200025 h 1848189"/>
                  <a:gd name="connsiteX12" fmla="*/ 676750 w 1160749"/>
                  <a:gd name="connsiteY12" fmla="*/ 161925 h 1848189"/>
                  <a:gd name="connsiteX13" fmla="*/ 657700 w 1160749"/>
                  <a:gd name="connsiteY13" fmla="*/ 133350 h 1848189"/>
                  <a:gd name="connsiteX14" fmla="*/ 600550 w 1160749"/>
                  <a:gd name="connsiteY14" fmla="*/ 95250 h 1848189"/>
                  <a:gd name="connsiteX15" fmla="*/ 571975 w 1160749"/>
                  <a:gd name="connsiteY15" fmla="*/ 66675 h 1848189"/>
                  <a:gd name="connsiteX16" fmla="*/ 543400 w 1160749"/>
                  <a:gd name="connsiteY16" fmla="*/ 57150 h 1848189"/>
                  <a:gd name="connsiteX17" fmla="*/ 467200 w 1160749"/>
                  <a:gd name="connsiteY17" fmla="*/ 9525 h 1848189"/>
                  <a:gd name="connsiteX18" fmla="*/ 438625 w 1160749"/>
                  <a:gd name="connsiteY18" fmla="*/ 0 h 1848189"/>
                  <a:gd name="connsiteX19" fmla="*/ 400525 w 1160749"/>
                  <a:gd name="connsiteY19" fmla="*/ 38100 h 1848189"/>
                  <a:gd name="connsiteX20" fmla="*/ 371950 w 1160749"/>
                  <a:gd name="connsiteY20" fmla="*/ 47625 h 1848189"/>
                  <a:gd name="connsiteX21" fmla="*/ 343375 w 1160749"/>
                  <a:gd name="connsiteY21" fmla="*/ 66675 h 1848189"/>
                  <a:gd name="connsiteX22" fmla="*/ 305275 w 1160749"/>
                  <a:gd name="connsiteY22" fmla="*/ 123825 h 1848189"/>
                  <a:gd name="connsiteX23" fmla="*/ 286225 w 1160749"/>
                  <a:gd name="connsiteY23" fmla="*/ 152400 h 1848189"/>
                  <a:gd name="connsiteX24" fmla="*/ 257650 w 1160749"/>
                  <a:gd name="connsiteY24" fmla="*/ 171450 h 1848189"/>
                  <a:gd name="connsiteX25" fmla="*/ 238600 w 1160749"/>
                  <a:gd name="connsiteY25" fmla="*/ 200025 h 1848189"/>
                  <a:gd name="connsiteX26" fmla="*/ 229075 w 1160749"/>
                  <a:gd name="connsiteY26" fmla="*/ 228600 h 1848189"/>
                  <a:gd name="connsiteX27" fmla="*/ 190975 w 1160749"/>
                  <a:gd name="connsiteY27" fmla="*/ 285750 h 1848189"/>
                  <a:gd name="connsiteX28" fmla="*/ 171925 w 1160749"/>
                  <a:gd name="connsiteY28" fmla="*/ 314325 h 1848189"/>
                  <a:gd name="connsiteX29" fmla="*/ 162400 w 1160749"/>
                  <a:gd name="connsiteY29" fmla="*/ 342900 h 1848189"/>
                  <a:gd name="connsiteX30" fmla="*/ 143350 w 1160749"/>
                  <a:gd name="connsiteY30" fmla="*/ 457200 h 1848189"/>
                  <a:gd name="connsiteX31" fmla="*/ 124300 w 1160749"/>
                  <a:gd name="connsiteY31" fmla="*/ 514350 h 1848189"/>
                  <a:gd name="connsiteX32" fmla="*/ 95725 w 1160749"/>
                  <a:gd name="connsiteY32" fmla="*/ 609600 h 1848189"/>
                  <a:gd name="connsiteX33" fmla="*/ 86200 w 1160749"/>
                  <a:gd name="connsiteY33" fmla="*/ 638175 h 1848189"/>
                  <a:gd name="connsiteX34" fmla="*/ 76675 w 1160749"/>
                  <a:gd name="connsiteY34" fmla="*/ 666750 h 1848189"/>
                  <a:gd name="connsiteX35" fmla="*/ 67150 w 1160749"/>
                  <a:gd name="connsiteY35" fmla="*/ 714375 h 1848189"/>
                  <a:gd name="connsiteX36" fmla="*/ 38575 w 1160749"/>
                  <a:gd name="connsiteY36" fmla="*/ 809625 h 1848189"/>
                  <a:gd name="connsiteX37" fmla="*/ 29050 w 1160749"/>
                  <a:gd name="connsiteY37" fmla="*/ 838200 h 1848189"/>
                  <a:gd name="connsiteX38" fmla="*/ 10000 w 1160749"/>
                  <a:gd name="connsiteY38" fmla="*/ 914400 h 1848189"/>
                  <a:gd name="connsiteX39" fmla="*/ 10000 w 1160749"/>
                  <a:gd name="connsiteY39" fmla="*/ 1257300 h 1848189"/>
                  <a:gd name="connsiteX40" fmla="*/ 48100 w 1160749"/>
                  <a:gd name="connsiteY40" fmla="*/ 1314450 h 1848189"/>
                  <a:gd name="connsiteX41" fmla="*/ 95725 w 1160749"/>
                  <a:gd name="connsiteY41" fmla="*/ 1371600 h 1848189"/>
                  <a:gd name="connsiteX42" fmla="*/ 124300 w 1160749"/>
                  <a:gd name="connsiteY42" fmla="*/ 1409700 h 1848189"/>
                  <a:gd name="connsiteX43" fmla="*/ 152875 w 1160749"/>
                  <a:gd name="connsiteY43" fmla="*/ 1428750 h 1848189"/>
                  <a:gd name="connsiteX44" fmla="*/ 210025 w 1160749"/>
                  <a:gd name="connsiteY44" fmla="*/ 1476375 h 1848189"/>
                  <a:gd name="connsiteX45" fmla="*/ 248125 w 1160749"/>
                  <a:gd name="connsiteY45" fmla="*/ 1533525 h 1848189"/>
                  <a:gd name="connsiteX46" fmla="*/ 267175 w 1160749"/>
                  <a:gd name="connsiteY46" fmla="*/ 1562100 h 1848189"/>
                  <a:gd name="connsiteX47" fmla="*/ 276700 w 1160749"/>
                  <a:gd name="connsiteY47" fmla="*/ 1590675 h 1848189"/>
                  <a:gd name="connsiteX48" fmla="*/ 305275 w 1160749"/>
                  <a:gd name="connsiteY48" fmla="*/ 1609725 h 1848189"/>
                  <a:gd name="connsiteX49" fmla="*/ 324325 w 1160749"/>
                  <a:gd name="connsiteY49" fmla="*/ 1638300 h 1848189"/>
                  <a:gd name="connsiteX50" fmla="*/ 352900 w 1160749"/>
                  <a:gd name="connsiteY50" fmla="*/ 1657350 h 1848189"/>
                  <a:gd name="connsiteX51" fmla="*/ 391000 w 1160749"/>
                  <a:gd name="connsiteY51" fmla="*/ 1695450 h 1848189"/>
                  <a:gd name="connsiteX52" fmla="*/ 410050 w 1160749"/>
                  <a:gd name="connsiteY52" fmla="*/ 1724025 h 1848189"/>
                  <a:gd name="connsiteX53" fmla="*/ 438625 w 1160749"/>
                  <a:gd name="connsiteY53" fmla="*/ 1733550 h 1848189"/>
                  <a:gd name="connsiteX54" fmla="*/ 467200 w 1160749"/>
                  <a:gd name="connsiteY54" fmla="*/ 1752600 h 1848189"/>
                  <a:gd name="connsiteX55" fmla="*/ 495775 w 1160749"/>
                  <a:gd name="connsiteY55" fmla="*/ 1762125 h 1848189"/>
                  <a:gd name="connsiteX56" fmla="*/ 524350 w 1160749"/>
                  <a:gd name="connsiteY56" fmla="*/ 1781175 h 1848189"/>
                  <a:gd name="connsiteX57" fmla="*/ 619600 w 1160749"/>
                  <a:gd name="connsiteY57" fmla="*/ 1790700 h 1848189"/>
                  <a:gd name="connsiteX58" fmla="*/ 676750 w 1160749"/>
                  <a:gd name="connsiteY58" fmla="*/ 1809750 h 1848189"/>
                  <a:gd name="connsiteX59" fmla="*/ 714850 w 1160749"/>
                  <a:gd name="connsiteY59" fmla="*/ 1819275 h 1848189"/>
                  <a:gd name="connsiteX60" fmla="*/ 772000 w 1160749"/>
                  <a:gd name="connsiteY60" fmla="*/ 1838325 h 1848189"/>
                  <a:gd name="connsiteX61" fmla="*/ 829150 w 1160749"/>
                  <a:gd name="connsiteY61" fmla="*/ 1847850 h 1848189"/>
                  <a:gd name="connsiteX62" fmla="*/ 1019650 w 1160749"/>
                  <a:gd name="connsiteY62" fmla="*/ 1828800 h 1848189"/>
                  <a:gd name="connsiteX63" fmla="*/ 1048225 w 1160749"/>
                  <a:gd name="connsiteY63" fmla="*/ 1809750 h 1848189"/>
                  <a:gd name="connsiteX64" fmla="*/ 1067275 w 1160749"/>
                  <a:gd name="connsiteY64" fmla="*/ 1466850 h 1848189"/>
                  <a:gd name="connsiteX65" fmla="*/ 1086325 w 1160749"/>
                  <a:gd name="connsiteY65" fmla="*/ 1333500 h 1848189"/>
                  <a:gd name="connsiteX66" fmla="*/ 1095850 w 1160749"/>
                  <a:gd name="connsiteY66" fmla="*/ 1257300 h 1848189"/>
                  <a:gd name="connsiteX67" fmla="*/ 1124425 w 1160749"/>
                  <a:gd name="connsiteY67" fmla="*/ 1114425 h 1848189"/>
                  <a:gd name="connsiteX68" fmla="*/ 1133950 w 1160749"/>
                  <a:gd name="connsiteY68" fmla="*/ 1038225 h 1848189"/>
                  <a:gd name="connsiteX69" fmla="*/ 1153000 w 1160749"/>
                  <a:gd name="connsiteY69" fmla="*/ 962025 h 1848189"/>
                  <a:gd name="connsiteX70" fmla="*/ 1143475 w 1160749"/>
                  <a:gd name="connsiteY70" fmla="*/ 733425 h 1848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160749" h="1848189">
                    <a:moveTo>
                      <a:pt x="1143475" y="733425"/>
                    </a:moveTo>
                    <a:cubicBezTo>
                      <a:pt x="1116967" y="667156"/>
                      <a:pt x="1129832" y="702020"/>
                      <a:pt x="1105375" y="628650"/>
                    </a:cubicBezTo>
                    <a:lnTo>
                      <a:pt x="1095850" y="600075"/>
                    </a:lnTo>
                    <a:cubicBezTo>
                      <a:pt x="1092675" y="590550"/>
                      <a:pt x="1091894" y="579854"/>
                      <a:pt x="1086325" y="571500"/>
                    </a:cubicBezTo>
                    <a:cubicBezTo>
                      <a:pt x="1079975" y="561975"/>
                      <a:pt x="1072395" y="553164"/>
                      <a:pt x="1067275" y="542925"/>
                    </a:cubicBezTo>
                    <a:cubicBezTo>
                      <a:pt x="1062785" y="533945"/>
                      <a:pt x="1062626" y="523127"/>
                      <a:pt x="1057750" y="514350"/>
                    </a:cubicBezTo>
                    <a:cubicBezTo>
                      <a:pt x="1025066" y="455519"/>
                      <a:pt x="1032817" y="465978"/>
                      <a:pt x="991075" y="438150"/>
                    </a:cubicBezTo>
                    <a:cubicBezTo>
                      <a:pt x="957081" y="387159"/>
                      <a:pt x="980120" y="417670"/>
                      <a:pt x="914875" y="352425"/>
                    </a:cubicBezTo>
                    <a:cubicBezTo>
                      <a:pt x="905350" y="342900"/>
                      <a:pt x="899368" y="327117"/>
                      <a:pt x="886300" y="323850"/>
                    </a:cubicBezTo>
                    <a:lnTo>
                      <a:pt x="848200" y="314325"/>
                    </a:lnTo>
                    <a:cubicBezTo>
                      <a:pt x="831646" y="264662"/>
                      <a:pt x="850916" y="302981"/>
                      <a:pt x="810100" y="266700"/>
                    </a:cubicBezTo>
                    <a:cubicBezTo>
                      <a:pt x="733001" y="198167"/>
                      <a:pt x="783297" y="219666"/>
                      <a:pt x="724375" y="200025"/>
                    </a:cubicBezTo>
                    <a:cubicBezTo>
                      <a:pt x="669780" y="118133"/>
                      <a:pt x="742475" y="214505"/>
                      <a:pt x="676750" y="161925"/>
                    </a:cubicBezTo>
                    <a:cubicBezTo>
                      <a:pt x="667811" y="154774"/>
                      <a:pt x="666315" y="140888"/>
                      <a:pt x="657700" y="133350"/>
                    </a:cubicBezTo>
                    <a:cubicBezTo>
                      <a:pt x="640470" y="118273"/>
                      <a:pt x="616739" y="111439"/>
                      <a:pt x="600550" y="95250"/>
                    </a:cubicBezTo>
                    <a:cubicBezTo>
                      <a:pt x="591025" y="85725"/>
                      <a:pt x="583183" y="74147"/>
                      <a:pt x="571975" y="66675"/>
                    </a:cubicBezTo>
                    <a:cubicBezTo>
                      <a:pt x="563621" y="61106"/>
                      <a:pt x="552925" y="60325"/>
                      <a:pt x="543400" y="57150"/>
                    </a:cubicBezTo>
                    <a:cubicBezTo>
                      <a:pt x="513211" y="11867"/>
                      <a:pt x="535210" y="32195"/>
                      <a:pt x="467200" y="9525"/>
                    </a:cubicBezTo>
                    <a:lnTo>
                      <a:pt x="438625" y="0"/>
                    </a:lnTo>
                    <a:cubicBezTo>
                      <a:pt x="362425" y="25400"/>
                      <a:pt x="451325" y="-12700"/>
                      <a:pt x="400525" y="38100"/>
                    </a:cubicBezTo>
                    <a:cubicBezTo>
                      <a:pt x="393425" y="45200"/>
                      <a:pt x="380930" y="43135"/>
                      <a:pt x="371950" y="47625"/>
                    </a:cubicBezTo>
                    <a:cubicBezTo>
                      <a:pt x="361711" y="52745"/>
                      <a:pt x="352900" y="60325"/>
                      <a:pt x="343375" y="66675"/>
                    </a:cubicBezTo>
                    <a:lnTo>
                      <a:pt x="305275" y="123825"/>
                    </a:lnTo>
                    <a:cubicBezTo>
                      <a:pt x="298925" y="133350"/>
                      <a:pt x="295750" y="146050"/>
                      <a:pt x="286225" y="152400"/>
                    </a:cubicBezTo>
                    <a:lnTo>
                      <a:pt x="257650" y="171450"/>
                    </a:lnTo>
                    <a:cubicBezTo>
                      <a:pt x="251300" y="180975"/>
                      <a:pt x="243720" y="189786"/>
                      <a:pt x="238600" y="200025"/>
                    </a:cubicBezTo>
                    <a:cubicBezTo>
                      <a:pt x="234110" y="209005"/>
                      <a:pt x="233951" y="219823"/>
                      <a:pt x="229075" y="228600"/>
                    </a:cubicBezTo>
                    <a:cubicBezTo>
                      <a:pt x="217956" y="248614"/>
                      <a:pt x="203675" y="266700"/>
                      <a:pt x="190975" y="285750"/>
                    </a:cubicBezTo>
                    <a:cubicBezTo>
                      <a:pt x="184625" y="295275"/>
                      <a:pt x="175545" y="303465"/>
                      <a:pt x="171925" y="314325"/>
                    </a:cubicBezTo>
                    <a:lnTo>
                      <a:pt x="162400" y="342900"/>
                    </a:lnTo>
                    <a:cubicBezTo>
                      <a:pt x="158311" y="371521"/>
                      <a:pt x="151707" y="426559"/>
                      <a:pt x="143350" y="457200"/>
                    </a:cubicBezTo>
                    <a:cubicBezTo>
                      <a:pt x="138066" y="476573"/>
                      <a:pt x="129170" y="494869"/>
                      <a:pt x="124300" y="514350"/>
                    </a:cubicBezTo>
                    <a:cubicBezTo>
                      <a:pt x="109905" y="571931"/>
                      <a:pt x="118915" y="540031"/>
                      <a:pt x="95725" y="609600"/>
                    </a:cubicBezTo>
                    <a:lnTo>
                      <a:pt x="86200" y="638175"/>
                    </a:lnTo>
                    <a:cubicBezTo>
                      <a:pt x="83025" y="647700"/>
                      <a:pt x="78644" y="656905"/>
                      <a:pt x="76675" y="666750"/>
                    </a:cubicBezTo>
                    <a:cubicBezTo>
                      <a:pt x="73500" y="682625"/>
                      <a:pt x="70662" y="698571"/>
                      <a:pt x="67150" y="714375"/>
                    </a:cubicBezTo>
                    <a:cubicBezTo>
                      <a:pt x="57553" y="757561"/>
                      <a:pt x="54404" y="762137"/>
                      <a:pt x="38575" y="809625"/>
                    </a:cubicBezTo>
                    <a:cubicBezTo>
                      <a:pt x="35400" y="819150"/>
                      <a:pt x="31485" y="828460"/>
                      <a:pt x="29050" y="838200"/>
                    </a:cubicBezTo>
                    <a:lnTo>
                      <a:pt x="10000" y="914400"/>
                    </a:lnTo>
                    <a:cubicBezTo>
                      <a:pt x="5307" y="1003564"/>
                      <a:pt x="-9941" y="1165572"/>
                      <a:pt x="10000" y="1257300"/>
                    </a:cubicBezTo>
                    <a:cubicBezTo>
                      <a:pt x="14864" y="1279673"/>
                      <a:pt x="35400" y="1295400"/>
                      <a:pt x="48100" y="1314450"/>
                    </a:cubicBezTo>
                    <a:cubicBezTo>
                      <a:pt x="90204" y="1377605"/>
                      <a:pt x="40720" y="1307428"/>
                      <a:pt x="95725" y="1371600"/>
                    </a:cubicBezTo>
                    <a:cubicBezTo>
                      <a:pt x="106056" y="1383653"/>
                      <a:pt x="113075" y="1398475"/>
                      <a:pt x="124300" y="1409700"/>
                    </a:cubicBezTo>
                    <a:cubicBezTo>
                      <a:pt x="132395" y="1417795"/>
                      <a:pt x="144081" y="1421421"/>
                      <a:pt x="152875" y="1428750"/>
                    </a:cubicBezTo>
                    <a:cubicBezTo>
                      <a:pt x="226214" y="1489866"/>
                      <a:pt x="139079" y="1429077"/>
                      <a:pt x="210025" y="1476375"/>
                    </a:cubicBezTo>
                    <a:cubicBezTo>
                      <a:pt x="226764" y="1526593"/>
                      <a:pt x="208487" y="1485959"/>
                      <a:pt x="248125" y="1533525"/>
                    </a:cubicBezTo>
                    <a:cubicBezTo>
                      <a:pt x="255454" y="1542319"/>
                      <a:pt x="262055" y="1551861"/>
                      <a:pt x="267175" y="1562100"/>
                    </a:cubicBezTo>
                    <a:cubicBezTo>
                      <a:pt x="271665" y="1571080"/>
                      <a:pt x="270428" y="1582835"/>
                      <a:pt x="276700" y="1590675"/>
                    </a:cubicBezTo>
                    <a:cubicBezTo>
                      <a:pt x="283851" y="1599614"/>
                      <a:pt x="295750" y="1603375"/>
                      <a:pt x="305275" y="1609725"/>
                    </a:cubicBezTo>
                    <a:cubicBezTo>
                      <a:pt x="311625" y="1619250"/>
                      <a:pt x="316230" y="1630205"/>
                      <a:pt x="324325" y="1638300"/>
                    </a:cubicBezTo>
                    <a:cubicBezTo>
                      <a:pt x="332420" y="1646395"/>
                      <a:pt x="345749" y="1648411"/>
                      <a:pt x="352900" y="1657350"/>
                    </a:cubicBezTo>
                    <a:cubicBezTo>
                      <a:pt x="389845" y="1703532"/>
                      <a:pt x="328655" y="1674668"/>
                      <a:pt x="391000" y="1695450"/>
                    </a:cubicBezTo>
                    <a:cubicBezTo>
                      <a:pt x="397350" y="1704975"/>
                      <a:pt x="401111" y="1716874"/>
                      <a:pt x="410050" y="1724025"/>
                    </a:cubicBezTo>
                    <a:cubicBezTo>
                      <a:pt x="417890" y="1730297"/>
                      <a:pt x="429645" y="1729060"/>
                      <a:pt x="438625" y="1733550"/>
                    </a:cubicBezTo>
                    <a:cubicBezTo>
                      <a:pt x="448864" y="1738670"/>
                      <a:pt x="456961" y="1747480"/>
                      <a:pt x="467200" y="1752600"/>
                    </a:cubicBezTo>
                    <a:cubicBezTo>
                      <a:pt x="476180" y="1757090"/>
                      <a:pt x="486795" y="1757635"/>
                      <a:pt x="495775" y="1762125"/>
                    </a:cubicBezTo>
                    <a:cubicBezTo>
                      <a:pt x="506014" y="1767245"/>
                      <a:pt x="513196" y="1778601"/>
                      <a:pt x="524350" y="1781175"/>
                    </a:cubicBezTo>
                    <a:cubicBezTo>
                      <a:pt x="555441" y="1788350"/>
                      <a:pt x="587850" y="1787525"/>
                      <a:pt x="619600" y="1790700"/>
                    </a:cubicBezTo>
                    <a:cubicBezTo>
                      <a:pt x="638650" y="1797050"/>
                      <a:pt x="657269" y="1804880"/>
                      <a:pt x="676750" y="1809750"/>
                    </a:cubicBezTo>
                    <a:cubicBezTo>
                      <a:pt x="689450" y="1812925"/>
                      <a:pt x="702311" y="1815513"/>
                      <a:pt x="714850" y="1819275"/>
                    </a:cubicBezTo>
                    <a:cubicBezTo>
                      <a:pt x="734084" y="1825045"/>
                      <a:pt x="752193" y="1835024"/>
                      <a:pt x="772000" y="1838325"/>
                    </a:cubicBezTo>
                    <a:lnTo>
                      <a:pt x="829150" y="1847850"/>
                    </a:lnTo>
                    <a:cubicBezTo>
                      <a:pt x="838613" y="1847293"/>
                      <a:pt x="969954" y="1853648"/>
                      <a:pt x="1019650" y="1828800"/>
                    </a:cubicBezTo>
                    <a:cubicBezTo>
                      <a:pt x="1029889" y="1823680"/>
                      <a:pt x="1038700" y="1816100"/>
                      <a:pt x="1048225" y="1809750"/>
                    </a:cubicBezTo>
                    <a:cubicBezTo>
                      <a:pt x="1070399" y="1610187"/>
                      <a:pt x="1047211" y="1838026"/>
                      <a:pt x="1067275" y="1466850"/>
                    </a:cubicBezTo>
                    <a:cubicBezTo>
                      <a:pt x="1077473" y="1278194"/>
                      <a:pt x="1069320" y="1435533"/>
                      <a:pt x="1086325" y="1333500"/>
                    </a:cubicBezTo>
                    <a:cubicBezTo>
                      <a:pt x="1090533" y="1308251"/>
                      <a:pt x="1092467" y="1282673"/>
                      <a:pt x="1095850" y="1257300"/>
                    </a:cubicBezTo>
                    <a:cubicBezTo>
                      <a:pt x="1118951" y="1084043"/>
                      <a:pt x="1088416" y="1306474"/>
                      <a:pt x="1124425" y="1114425"/>
                    </a:cubicBezTo>
                    <a:cubicBezTo>
                      <a:pt x="1129142" y="1089266"/>
                      <a:pt x="1129233" y="1063384"/>
                      <a:pt x="1133950" y="1038225"/>
                    </a:cubicBezTo>
                    <a:cubicBezTo>
                      <a:pt x="1138775" y="1012492"/>
                      <a:pt x="1153000" y="962025"/>
                      <a:pt x="1153000" y="962025"/>
                    </a:cubicBezTo>
                    <a:cubicBezTo>
                      <a:pt x="1166000" y="832023"/>
                      <a:pt x="1162525" y="898683"/>
                      <a:pt x="1143475" y="733425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5272225-2320-2E3F-53A4-C25A0349DEA4}"/>
                </a:ext>
              </a:extLst>
            </p:cNvPr>
            <p:cNvGrpSpPr/>
            <p:nvPr/>
          </p:nvGrpSpPr>
          <p:grpSpPr>
            <a:xfrm>
              <a:off x="1093522" y="1976643"/>
              <a:ext cx="2893695" cy="1604971"/>
              <a:chOff x="1471301" y="2067515"/>
              <a:chExt cx="2893695" cy="1604971"/>
            </a:xfrm>
          </p:grpSpPr>
          <p:sp>
            <p:nvSpPr>
              <p:cNvPr id="82" name="Freeform: Shape 3">
                <a:extLst>
                  <a:ext uri="{FF2B5EF4-FFF2-40B4-BE49-F238E27FC236}">
                    <a16:creationId xmlns:a16="http://schemas.microsoft.com/office/drawing/2014/main" id="{82437A4B-1311-578E-C7F0-BE36BDBA55B6}"/>
                  </a:ext>
                </a:extLst>
              </p:cNvPr>
              <p:cNvSpPr/>
              <p:nvPr/>
            </p:nvSpPr>
            <p:spPr>
              <a:xfrm>
                <a:off x="1926596" y="2067515"/>
                <a:ext cx="466725" cy="876300"/>
              </a:xfrm>
              <a:custGeom>
                <a:avLst/>
                <a:gdLst>
                  <a:gd name="connsiteX0" fmla="*/ 466725 w 466725"/>
                  <a:gd name="connsiteY0" fmla="*/ 876300 h 876300"/>
                  <a:gd name="connsiteX1" fmla="*/ 400050 w 466725"/>
                  <a:gd name="connsiteY1" fmla="*/ 590550 h 876300"/>
                  <a:gd name="connsiteX2" fmla="*/ 390525 w 466725"/>
                  <a:gd name="connsiteY2" fmla="*/ 409575 h 876300"/>
                  <a:gd name="connsiteX3" fmla="*/ 371475 w 466725"/>
                  <a:gd name="connsiteY3" fmla="*/ 314325 h 876300"/>
                  <a:gd name="connsiteX4" fmla="*/ 352425 w 466725"/>
                  <a:gd name="connsiteY4" fmla="*/ 266700 h 876300"/>
                  <a:gd name="connsiteX5" fmla="*/ 342900 w 466725"/>
                  <a:gd name="connsiteY5" fmla="*/ 238125 h 876300"/>
                  <a:gd name="connsiteX6" fmla="*/ 304800 w 466725"/>
                  <a:gd name="connsiteY6" fmla="*/ 180975 h 876300"/>
                  <a:gd name="connsiteX7" fmla="*/ 285750 w 466725"/>
                  <a:gd name="connsiteY7" fmla="*/ 152400 h 876300"/>
                  <a:gd name="connsiteX8" fmla="*/ 266700 w 466725"/>
                  <a:gd name="connsiteY8" fmla="*/ 123825 h 876300"/>
                  <a:gd name="connsiteX9" fmla="*/ 238125 w 466725"/>
                  <a:gd name="connsiteY9" fmla="*/ 114300 h 876300"/>
                  <a:gd name="connsiteX10" fmla="*/ 209550 w 466725"/>
                  <a:gd name="connsiteY10" fmla="*/ 85725 h 876300"/>
                  <a:gd name="connsiteX11" fmla="*/ 152400 w 466725"/>
                  <a:gd name="connsiteY11" fmla="*/ 66675 h 876300"/>
                  <a:gd name="connsiteX12" fmla="*/ 123825 w 466725"/>
                  <a:gd name="connsiteY12" fmla="*/ 57150 h 876300"/>
                  <a:gd name="connsiteX13" fmla="*/ 66675 w 466725"/>
                  <a:gd name="connsiteY13" fmla="*/ 19050 h 876300"/>
                  <a:gd name="connsiteX14" fmla="*/ 38100 w 466725"/>
                  <a:gd name="connsiteY14" fmla="*/ 9525 h 876300"/>
                  <a:gd name="connsiteX15" fmla="*/ 0 w 466725"/>
                  <a:gd name="connsiteY15" fmla="*/ 0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6725" h="876300">
                    <a:moveTo>
                      <a:pt x="466725" y="876300"/>
                    </a:moveTo>
                    <a:cubicBezTo>
                      <a:pt x="444500" y="781050"/>
                      <a:pt x="415810" y="687080"/>
                      <a:pt x="400050" y="590550"/>
                    </a:cubicBezTo>
                    <a:cubicBezTo>
                      <a:pt x="390316" y="530931"/>
                      <a:pt x="395342" y="469791"/>
                      <a:pt x="390525" y="409575"/>
                    </a:cubicBezTo>
                    <a:cubicBezTo>
                      <a:pt x="389044" y="391063"/>
                      <a:pt x="378773" y="336218"/>
                      <a:pt x="371475" y="314325"/>
                    </a:cubicBezTo>
                    <a:cubicBezTo>
                      <a:pt x="366068" y="298105"/>
                      <a:pt x="358428" y="282709"/>
                      <a:pt x="352425" y="266700"/>
                    </a:cubicBezTo>
                    <a:cubicBezTo>
                      <a:pt x="348900" y="257299"/>
                      <a:pt x="347776" y="246902"/>
                      <a:pt x="342900" y="238125"/>
                    </a:cubicBezTo>
                    <a:cubicBezTo>
                      <a:pt x="331781" y="218111"/>
                      <a:pt x="317500" y="200025"/>
                      <a:pt x="304800" y="180975"/>
                    </a:cubicBezTo>
                    <a:lnTo>
                      <a:pt x="285750" y="152400"/>
                    </a:lnTo>
                    <a:cubicBezTo>
                      <a:pt x="279400" y="142875"/>
                      <a:pt x="277560" y="127445"/>
                      <a:pt x="266700" y="123825"/>
                    </a:cubicBezTo>
                    <a:lnTo>
                      <a:pt x="238125" y="114300"/>
                    </a:lnTo>
                    <a:cubicBezTo>
                      <a:pt x="228600" y="104775"/>
                      <a:pt x="221325" y="92267"/>
                      <a:pt x="209550" y="85725"/>
                    </a:cubicBezTo>
                    <a:cubicBezTo>
                      <a:pt x="191997" y="75973"/>
                      <a:pt x="171450" y="73025"/>
                      <a:pt x="152400" y="66675"/>
                    </a:cubicBezTo>
                    <a:cubicBezTo>
                      <a:pt x="142875" y="63500"/>
                      <a:pt x="132179" y="62719"/>
                      <a:pt x="123825" y="57150"/>
                    </a:cubicBezTo>
                    <a:cubicBezTo>
                      <a:pt x="104775" y="44450"/>
                      <a:pt x="88395" y="26290"/>
                      <a:pt x="66675" y="19050"/>
                    </a:cubicBezTo>
                    <a:cubicBezTo>
                      <a:pt x="57150" y="15875"/>
                      <a:pt x="47754" y="12283"/>
                      <a:pt x="38100" y="9525"/>
                    </a:cubicBezTo>
                    <a:cubicBezTo>
                      <a:pt x="25513" y="5929"/>
                      <a:pt x="0" y="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Freeform: Shape 4">
                <a:extLst>
                  <a:ext uri="{FF2B5EF4-FFF2-40B4-BE49-F238E27FC236}">
                    <a16:creationId xmlns:a16="http://schemas.microsoft.com/office/drawing/2014/main" id="{7DD58251-0307-47F9-96A8-CCDF60DE000C}"/>
                  </a:ext>
                </a:extLst>
              </p:cNvPr>
              <p:cNvSpPr/>
              <p:nvPr/>
            </p:nvSpPr>
            <p:spPr>
              <a:xfrm>
                <a:off x="2538101" y="3224514"/>
                <a:ext cx="438150" cy="447972"/>
              </a:xfrm>
              <a:custGeom>
                <a:avLst/>
                <a:gdLst>
                  <a:gd name="connsiteX0" fmla="*/ 0 w 438150"/>
                  <a:gd name="connsiteY0" fmla="*/ 447973 h 447973"/>
                  <a:gd name="connsiteX1" fmla="*/ 171450 w 438150"/>
                  <a:gd name="connsiteY1" fmla="*/ 286048 h 447973"/>
                  <a:gd name="connsiteX2" fmla="*/ 190500 w 438150"/>
                  <a:gd name="connsiteY2" fmla="*/ 257473 h 447973"/>
                  <a:gd name="connsiteX3" fmla="*/ 247650 w 438150"/>
                  <a:gd name="connsiteY3" fmla="*/ 219373 h 447973"/>
                  <a:gd name="connsiteX4" fmla="*/ 295275 w 438150"/>
                  <a:gd name="connsiteY4" fmla="*/ 162223 h 447973"/>
                  <a:gd name="connsiteX5" fmla="*/ 323850 w 438150"/>
                  <a:gd name="connsiteY5" fmla="*/ 143173 h 447973"/>
                  <a:gd name="connsiteX6" fmla="*/ 400050 w 438150"/>
                  <a:gd name="connsiteY6" fmla="*/ 28873 h 447973"/>
                  <a:gd name="connsiteX7" fmla="*/ 438150 w 438150"/>
                  <a:gd name="connsiteY7" fmla="*/ 298 h 44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150" h="447973">
                    <a:moveTo>
                      <a:pt x="0" y="447973"/>
                    </a:moveTo>
                    <a:cubicBezTo>
                      <a:pt x="57150" y="393998"/>
                      <a:pt x="127845" y="351455"/>
                      <a:pt x="171450" y="286048"/>
                    </a:cubicBezTo>
                    <a:cubicBezTo>
                      <a:pt x="177800" y="276523"/>
                      <a:pt x="181885" y="265011"/>
                      <a:pt x="190500" y="257473"/>
                    </a:cubicBezTo>
                    <a:cubicBezTo>
                      <a:pt x="207730" y="242396"/>
                      <a:pt x="247650" y="219373"/>
                      <a:pt x="247650" y="219373"/>
                    </a:cubicBezTo>
                    <a:cubicBezTo>
                      <a:pt x="266381" y="191276"/>
                      <a:pt x="267773" y="185142"/>
                      <a:pt x="295275" y="162223"/>
                    </a:cubicBezTo>
                    <a:cubicBezTo>
                      <a:pt x="304069" y="154894"/>
                      <a:pt x="314325" y="149523"/>
                      <a:pt x="323850" y="143173"/>
                    </a:cubicBezTo>
                    <a:lnTo>
                      <a:pt x="400050" y="28873"/>
                    </a:lnTo>
                    <a:cubicBezTo>
                      <a:pt x="422622" y="-4986"/>
                      <a:pt x="407652" y="298"/>
                      <a:pt x="438150" y="29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Freeform: Shape 12">
                <a:extLst>
                  <a:ext uri="{FF2B5EF4-FFF2-40B4-BE49-F238E27FC236}">
                    <a16:creationId xmlns:a16="http://schemas.microsoft.com/office/drawing/2014/main" id="{40902B52-8A1E-07B4-35E4-96A697D5BBFF}"/>
                  </a:ext>
                </a:extLst>
              </p:cNvPr>
              <p:cNvSpPr/>
              <p:nvPr/>
            </p:nvSpPr>
            <p:spPr>
              <a:xfrm>
                <a:off x="1471301" y="2980718"/>
                <a:ext cx="678180" cy="350773"/>
              </a:xfrm>
              <a:custGeom>
                <a:avLst/>
                <a:gdLst>
                  <a:gd name="connsiteX0" fmla="*/ 0 w 678180"/>
                  <a:gd name="connsiteY0" fmla="*/ 350773 h 350773"/>
                  <a:gd name="connsiteX1" fmla="*/ 38100 w 678180"/>
                  <a:gd name="connsiteY1" fmla="*/ 327913 h 350773"/>
                  <a:gd name="connsiteX2" fmla="*/ 53340 w 678180"/>
                  <a:gd name="connsiteY2" fmla="*/ 305053 h 350773"/>
                  <a:gd name="connsiteX3" fmla="*/ 76200 w 678180"/>
                  <a:gd name="connsiteY3" fmla="*/ 289813 h 350773"/>
                  <a:gd name="connsiteX4" fmla="*/ 114300 w 678180"/>
                  <a:gd name="connsiteY4" fmla="*/ 221233 h 350773"/>
                  <a:gd name="connsiteX5" fmla="*/ 137160 w 678180"/>
                  <a:gd name="connsiteY5" fmla="*/ 205993 h 350773"/>
                  <a:gd name="connsiteX6" fmla="*/ 152400 w 678180"/>
                  <a:gd name="connsiteY6" fmla="*/ 183133 h 350773"/>
                  <a:gd name="connsiteX7" fmla="*/ 198120 w 678180"/>
                  <a:gd name="connsiteY7" fmla="*/ 160273 h 350773"/>
                  <a:gd name="connsiteX8" fmla="*/ 220980 w 678180"/>
                  <a:gd name="connsiteY8" fmla="*/ 145033 h 350773"/>
                  <a:gd name="connsiteX9" fmla="*/ 243840 w 678180"/>
                  <a:gd name="connsiteY9" fmla="*/ 137413 h 350773"/>
                  <a:gd name="connsiteX10" fmla="*/ 266700 w 678180"/>
                  <a:gd name="connsiteY10" fmla="*/ 122173 h 350773"/>
                  <a:gd name="connsiteX11" fmla="*/ 342900 w 678180"/>
                  <a:gd name="connsiteY11" fmla="*/ 91693 h 350773"/>
                  <a:gd name="connsiteX12" fmla="*/ 365760 w 678180"/>
                  <a:gd name="connsiteY12" fmla="*/ 76453 h 350773"/>
                  <a:gd name="connsiteX13" fmla="*/ 434340 w 678180"/>
                  <a:gd name="connsiteY13" fmla="*/ 53593 h 350773"/>
                  <a:gd name="connsiteX14" fmla="*/ 457200 w 678180"/>
                  <a:gd name="connsiteY14" fmla="*/ 45973 h 350773"/>
                  <a:gd name="connsiteX15" fmla="*/ 480060 w 678180"/>
                  <a:gd name="connsiteY15" fmla="*/ 38353 h 350773"/>
                  <a:gd name="connsiteX16" fmla="*/ 525780 w 678180"/>
                  <a:gd name="connsiteY16" fmla="*/ 15493 h 350773"/>
                  <a:gd name="connsiteX17" fmla="*/ 632460 w 678180"/>
                  <a:gd name="connsiteY17" fmla="*/ 7873 h 350773"/>
                  <a:gd name="connsiteX18" fmla="*/ 678180 w 678180"/>
                  <a:gd name="connsiteY18" fmla="*/ 253 h 350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8180" h="350773">
                    <a:moveTo>
                      <a:pt x="0" y="350773"/>
                    </a:moveTo>
                    <a:cubicBezTo>
                      <a:pt x="12700" y="343153"/>
                      <a:pt x="26855" y="337552"/>
                      <a:pt x="38100" y="327913"/>
                    </a:cubicBezTo>
                    <a:cubicBezTo>
                      <a:pt x="45053" y="321953"/>
                      <a:pt x="46864" y="311529"/>
                      <a:pt x="53340" y="305053"/>
                    </a:cubicBezTo>
                    <a:cubicBezTo>
                      <a:pt x="59816" y="298577"/>
                      <a:pt x="68580" y="294893"/>
                      <a:pt x="76200" y="289813"/>
                    </a:cubicBezTo>
                    <a:cubicBezTo>
                      <a:pt x="84141" y="265991"/>
                      <a:pt x="91841" y="236205"/>
                      <a:pt x="114300" y="221233"/>
                    </a:cubicBezTo>
                    <a:lnTo>
                      <a:pt x="137160" y="205993"/>
                    </a:lnTo>
                    <a:cubicBezTo>
                      <a:pt x="142240" y="198373"/>
                      <a:pt x="145924" y="189609"/>
                      <a:pt x="152400" y="183133"/>
                    </a:cubicBezTo>
                    <a:cubicBezTo>
                      <a:pt x="174238" y="161295"/>
                      <a:pt x="173330" y="172668"/>
                      <a:pt x="198120" y="160273"/>
                    </a:cubicBezTo>
                    <a:cubicBezTo>
                      <a:pt x="206311" y="156177"/>
                      <a:pt x="212789" y="149129"/>
                      <a:pt x="220980" y="145033"/>
                    </a:cubicBezTo>
                    <a:cubicBezTo>
                      <a:pt x="228164" y="141441"/>
                      <a:pt x="236656" y="141005"/>
                      <a:pt x="243840" y="137413"/>
                    </a:cubicBezTo>
                    <a:cubicBezTo>
                      <a:pt x="252031" y="133317"/>
                      <a:pt x="258694" y="126621"/>
                      <a:pt x="266700" y="122173"/>
                    </a:cubicBezTo>
                    <a:cubicBezTo>
                      <a:pt x="311771" y="97133"/>
                      <a:pt x="302046" y="101907"/>
                      <a:pt x="342900" y="91693"/>
                    </a:cubicBezTo>
                    <a:cubicBezTo>
                      <a:pt x="350520" y="86613"/>
                      <a:pt x="357391" y="80172"/>
                      <a:pt x="365760" y="76453"/>
                    </a:cubicBezTo>
                    <a:lnTo>
                      <a:pt x="434340" y="53593"/>
                    </a:lnTo>
                    <a:lnTo>
                      <a:pt x="457200" y="45973"/>
                    </a:lnTo>
                    <a:cubicBezTo>
                      <a:pt x="464820" y="43433"/>
                      <a:pt x="473377" y="42808"/>
                      <a:pt x="480060" y="38353"/>
                    </a:cubicBezTo>
                    <a:cubicBezTo>
                      <a:pt x="495472" y="28078"/>
                      <a:pt x="506626" y="17746"/>
                      <a:pt x="525780" y="15493"/>
                    </a:cubicBezTo>
                    <a:cubicBezTo>
                      <a:pt x="561186" y="11328"/>
                      <a:pt x="596900" y="10413"/>
                      <a:pt x="632460" y="7873"/>
                    </a:cubicBezTo>
                    <a:cubicBezTo>
                      <a:pt x="662549" y="-2157"/>
                      <a:pt x="647288" y="253"/>
                      <a:pt x="678180" y="25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Freeform: Shape 14">
                <a:extLst>
                  <a:ext uri="{FF2B5EF4-FFF2-40B4-BE49-F238E27FC236}">
                    <a16:creationId xmlns:a16="http://schemas.microsoft.com/office/drawing/2014/main" id="{8AA40EF1-1D75-1085-BED8-98FAE412FB6B}"/>
                  </a:ext>
                </a:extLst>
              </p:cNvPr>
              <p:cNvSpPr/>
              <p:nvPr/>
            </p:nvSpPr>
            <p:spPr>
              <a:xfrm>
                <a:off x="2888621" y="3118131"/>
                <a:ext cx="1417320" cy="450527"/>
              </a:xfrm>
              <a:custGeom>
                <a:avLst/>
                <a:gdLst>
                  <a:gd name="connsiteX0" fmla="*/ 0 w 1417320"/>
                  <a:gd name="connsiteY0" fmla="*/ 0 h 450527"/>
                  <a:gd name="connsiteX1" fmla="*/ 76200 w 1417320"/>
                  <a:gd name="connsiteY1" fmla="*/ 106680 h 450527"/>
                  <a:gd name="connsiteX2" fmla="*/ 99060 w 1417320"/>
                  <a:gd name="connsiteY2" fmla="*/ 114300 h 450527"/>
                  <a:gd name="connsiteX3" fmla="*/ 121920 w 1417320"/>
                  <a:gd name="connsiteY3" fmla="*/ 129540 h 450527"/>
                  <a:gd name="connsiteX4" fmla="*/ 167640 w 1417320"/>
                  <a:gd name="connsiteY4" fmla="*/ 144780 h 450527"/>
                  <a:gd name="connsiteX5" fmla="*/ 190500 w 1417320"/>
                  <a:gd name="connsiteY5" fmla="*/ 152400 h 450527"/>
                  <a:gd name="connsiteX6" fmla="*/ 274320 w 1417320"/>
                  <a:gd name="connsiteY6" fmla="*/ 175260 h 450527"/>
                  <a:gd name="connsiteX7" fmla="*/ 297180 w 1417320"/>
                  <a:gd name="connsiteY7" fmla="*/ 182880 h 450527"/>
                  <a:gd name="connsiteX8" fmla="*/ 320040 w 1417320"/>
                  <a:gd name="connsiteY8" fmla="*/ 190500 h 450527"/>
                  <a:gd name="connsiteX9" fmla="*/ 342900 w 1417320"/>
                  <a:gd name="connsiteY9" fmla="*/ 205740 h 450527"/>
                  <a:gd name="connsiteX10" fmla="*/ 388620 w 1417320"/>
                  <a:gd name="connsiteY10" fmla="*/ 220980 h 450527"/>
                  <a:gd name="connsiteX11" fmla="*/ 457200 w 1417320"/>
                  <a:gd name="connsiteY11" fmla="*/ 266700 h 450527"/>
                  <a:gd name="connsiteX12" fmla="*/ 480060 w 1417320"/>
                  <a:gd name="connsiteY12" fmla="*/ 281940 h 450527"/>
                  <a:gd name="connsiteX13" fmla="*/ 502920 w 1417320"/>
                  <a:gd name="connsiteY13" fmla="*/ 289560 h 450527"/>
                  <a:gd name="connsiteX14" fmla="*/ 525780 w 1417320"/>
                  <a:gd name="connsiteY14" fmla="*/ 304800 h 450527"/>
                  <a:gd name="connsiteX15" fmla="*/ 548640 w 1417320"/>
                  <a:gd name="connsiteY15" fmla="*/ 312420 h 450527"/>
                  <a:gd name="connsiteX16" fmla="*/ 624840 w 1417320"/>
                  <a:gd name="connsiteY16" fmla="*/ 327660 h 450527"/>
                  <a:gd name="connsiteX17" fmla="*/ 731520 w 1417320"/>
                  <a:gd name="connsiteY17" fmla="*/ 358140 h 450527"/>
                  <a:gd name="connsiteX18" fmla="*/ 822960 w 1417320"/>
                  <a:gd name="connsiteY18" fmla="*/ 365760 h 450527"/>
                  <a:gd name="connsiteX19" fmla="*/ 883920 w 1417320"/>
                  <a:gd name="connsiteY19" fmla="*/ 373380 h 450527"/>
                  <a:gd name="connsiteX20" fmla="*/ 960120 w 1417320"/>
                  <a:gd name="connsiteY20" fmla="*/ 381000 h 450527"/>
                  <a:gd name="connsiteX21" fmla="*/ 1036320 w 1417320"/>
                  <a:gd name="connsiteY21" fmla="*/ 403860 h 450527"/>
                  <a:gd name="connsiteX22" fmla="*/ 1059180 w 1417320"/>
                  <a:gd name="connsiteY22" fmla="*/ 419100 h 450527"/>
                  <a:gd name="connsiteX23" fmla="*/ 1173480 w 1417320"/>
                  <a:gd name="connsiteY23" fmla="*/ 434340 h 450527"/>
                  <a:gd name="connsiteX24" fmla="*/ 1226820 w 1417320"/>
                  <a:gd name="connsiteY24" fmla="*/ 441960 h 450527"/>
                  <a:gd name="connsiteX25" fmla="*/ 1257300 w 1417320"/>
                  <a:gd name="connsiteY25" fmla="*/ 449580 h 450527"/>
                  <a:gd name="connsiteX26" fmla="*/ 1417320 w 1417320"/>
                  <a:gd name="connsiteY26" fmla="*/ 449580 h 450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17320" h="450527">
                    <a:moveTo>
                      <a:pt x="0" y="0"/>
                    </a:moveTo>
                    <a:cubicBezTo>
                      <a:pt x="25400" y="35560"/>
                      <a:pt x="47580" y="73657"/>
                      <a:pt x="76200" y="106680"/>
                    </a:cubicBezTo>
                    <a:cubicBezTo>
                      <a:pt x="81461" y="112750"/>
                      <a:pt x="91876" y="110708"/>
                      <a:pt x="99060" y="114300"/>
                    </a:cubicBezTo>
                    <a:cubicBezTo>
                      <a:pt x="107251" y="118396"/>
                      <a:pt x="113551" y="125821"/>
                      <a:pt x="121920" y="129540"/>
                    </a:cubicBezTo>
                    <a:cubicBezTo>
                      <a:pt x="136600" y="136064"/>
                      <a:pt x="152400" y="139700"/>
                      <a:pt x="167640" y="144780"/>
                    </a:cubicBezTo>
                    <a:cubicBezTo>
                      <a:pt x="175260" y="147320"/>
                      <a:pt x="182624" y="150825"/>
                      <a:pt x="190500" y="152400"/>
                    </a:cubicBezTo>
                    <a:cubicBezTo>
                      <a:pt x="244352" y="163170"/>
                      <a:pt x="216313" y="155924"/>
                      <a:pt x="274320" y="175260"/>
                    </a:cubicBezTo>
                    <a:lnTo>
                      <a:pt x="297180" y="182880"/>
                    </a:lnTo>
                    <a:cubicBezTo>
                      <a:pt x="304800" y="185420"/>
                      <a:pt x="313357" y="186045"/>
                      <a:pt x="320040" y="190500"/>
                    </a:cubicBezTo>
                    <a:cubicBezTo>
                      <a:pt x="327660" y="195580"/>
                      <a:pt x="334531" y="202021"/>
                      <a:pt x="342900" y="205740"/>
                    </a:cubicBezTo>
                    <a:cubicBezTo>
                      <a:pt x="357580" y="212264"/>
                      <a:pt x="375254" y="212069"/>
                      <a:pt x="388620" y="220980"/>
                    </a:cubicBezTo>
                    <a:lnTo>
                      <a:pt x="457200" y="266700"/>
                    </a:lnTo>
                    <a:cubicBezTo>
                      <a:pt x="464820" y="271780"/>
                      <a:pt x="471372" y="279044"/>
                      <a:pt x="480060" y="281940"/>
                    </a:cubicBezTo>
                    <a:cubicBezTo>
                      <a:pt x="487680" y="284480"/>
                      <a:pt x="495736" y="285968"/>
                      <a:pt x="502920" y="289560"/>
                    </a:cubicBezTo>
                    <a:cubicBezTo>
                      <a:pt x="511111" y="293656"/>
                      <a:pt x="517589" y="300704"/>
                      <a:pt x="525780" y="304800"/>
                    </a:cubicBezTo>
                    <a:cubicBezTo>
                      <a:pt x="532964" y="308392"/>
                      <a:pt x="540814" y="310614"/>
                      <a:pt x="548640" y="312420"/>
                    </a:cubicBezTo>
                    <a:cubicBezTo>
                      <a:pt x="573880" y="318245"/>
                      <a:pt x="600266" y="319469"/>
                      <a:pt x="624840" y="327660"/>
                    </a:cubicBezTo>
                    <a:cubicBezTo>
                      <a:pt x="651292" y="336477"/>
                      <a:pt x="706005" y="356014"/>
                      <a:pt x="731520" y="358140"/>
                    </a:cubicBezTo>
                    <a:lnTo>
                      <a:pt x="822960" y="365760"/>
                    </a:lnTo>
                    <a:cubicBezTo>
                      <a:pt x="843337" y="367798"/>
                      <a:pt x="863567" y="371119"/>
                      <a:pt x="883920" y="373380"/>
                    </a:cubicBezTo>
                    <a:cubicBezTo>
                      <a:pt x="909291" y="376199"/>
                      <a:pt x="934720" y="378460"/>
                      <a:pt x="960120" y="381000"/>
                    </a:cubicBezTo>
                    <a:cubicBezTo>
                      <a:pt x="1015775" y="399552"/>
                      <a:pt x="990255" y="392344"/>
                      <a:pt x="1036320" y="403860"/>
                    </a:cubicBezTo>
                    <a:cubicBezTo>
                      <a:pt x="1043940" y="408940"/>
                      <a:pt x="1050762" y="415492"/>
                      <a:pt x="1059180" y="419100"/>
                    </a:cubicBezTo>
                    <a:cubicBezTo>
                      <a:pt x="1086662" y="430878"/>
                      <a:pt x="1160176" y="432862"/>
                      <a:pt x="1173480" y="434340"/>
                    </a:cubicBezTo>
                    <a:cubicBezTo>
                      <a:pt x="1191331" y="436323"/>
                      <a:pt x="1209149" y="438747"/>
                      <a:pt x="1226820" y="441960"/>
                    </a:cubicBezTo>
                    <a:cubicBezTo>
                      <a:pt x="1237124" y="443833"/>
                      <a:pt x="1246836" y="449161"/>
                      <a:pt x="1257300" y="449580"/>
                    </a:cubicBezTo>
                    <a:cubicBezTo>
                      <a:pt x="1310597" y="451712"/>
                      <a:pt x="1363980" y="449580"/>
                      <a:pt x="1417320" y="44958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Multiplication Sign 85">
                <a:extLst>
                  <a:ext uri="{FF2B5EF4-FFF2-40B4-BE49-F238E27FC236}">
                    <a16:creationId xmlns:a16="http://schemas.microsoft.com/office/drawing/2014/main" id="{C1CCEFDB-5DBB-93F3-8EB1-F8C59516CF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9958" y="2871921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Multiplication Sign 86">
                <a:extLst>
                  <a:ext uri="{FF2B5EF4-FFF2-40B4-BE49-F238E27FC236}">
                    <a16:creationId xmlns:a16="http://schemas.microsoft.com/office/drawing/2014/main" id="{FD1E36F0-55C3-FC70-1F35-EA752CB59C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4320" y="303386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Multiplication Sign 87">
                <a:extLst>
                  <a:ext uri="{FF2B5EF4-FFF2-40B4-BE49-F238E27FC236}">
                    <a16:creationId xmlns:a16="http://schemas.microsoft.com/office/drawing/2014/main" id="{81C39C1D-9348-9356-B645-6E8092C9E9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84996" y="345979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Freeform: Shape 13">
                <a:extLst>
                  <a:ext uri="{FF2B5EF4-FFF2-40B4-BE49-F238E27FC236}">
                    <a16:creationId xmlns:a16="http://schemas.microsoft.com/office/drawing/2014/main" id="{311B8AE3-A67E-2A2E-693B-F7CC552A45E8}"/>
                  </a:ext>
                </a:extLst>
              </p:cNvPr>
              <p:cNvSpPr/>
              <p:nvPr/>
            </p:nvSpPr>
            <p:spPr>
              <a:xfrm>
                <a:off x="2149481" y="2935251"/>
                <a:ext cx="740407" cy="190503"/>
              </a:xfrm>
              <a:custGeom>
                <a:avLst/>
                <a:gdLst>
                  <a:gd name="connsiteX0" fmla="*/ 0 w 740407"/>
                  <a:gd name="connsiteY0" fmla="*/ 45720 h 190503"/>
                  <a:gd name="connsiteX1" fmla="*/ 60960 w 740407"/>
                  <a:gd name="connsiteY1" fmla="*/ 30480 h 190503"/>
                  <a:gd name="connsiteX2" fmla="*/ 83820 w 740407"/>
                  <a:gd name="connsiteY2" fmla="*/ 15240 h 190503"/>
                  <a:gd name="connsiteX3" fmla="*/ 129540 w 740407"/>
                  <a:gd name="connsiteY3" fmla="*/ 0 h 190503"/>
                  <a:gd name="connsiteX4" fmla="*/ 274320 w 740407"/>
                  <a:gd name="connsiteY4" fmla="*/ 15240 h 190503"/>
                  <a:gd name="connsiteX5" fmla="*/ 320040 w 740407"/>
                  <a:gd name="connsiteY5" fmla="*/ 30480 h 190503"/>
                  <a:gd name="connsiteX6" fmla="*/ 342900 w 740407"/>
                  <a:gd name="connsiteY6" fmla="*/ 38100 h 190503"/>
                  <a:gd name="connsiteX7" fmla="*/ 365760 w 740407"/>
                  <a:gd name="connsiteY7" fmla="*/ 53340 h 190503"/>
                  <a:gd name="connsiteX8" fmla="*/ 411480 w 740407"/>
                  <a:gd name="connsiteY8" fmla="*/ 68580 h 190503"/>
                  <a:gd name="connsiteX9" fmla="*/ 457200 w 740407"/>
                  <a:gd name="connsiteY9" fmla="*/ 99060 h 190503"/>
                  <a:gd name="connsiteX10" fmla="*/ 480060 w 740407"/>
                  <a:gd name="connsiteY10" fmla="*/ 106680 h 190503"/>
                  <a:gd name="connsiteX11" fmla="*/ 510540 w 740407"/>
                  <a:gd name="connsiteY11" fmla="*/ 121920 h 190503"/>
                  <a:gd name="connsiteX12" fmla="*/ 571500 w 740407"/>
                  <a:gd name="connsiteY12" fmla="*/ 137160 h 190503"/>
                  <a:gd name="connsiteX13" fmla="*/ 617220 w 740407"/>
                  <a:gd name="connsiteY13" fmla="*/ 152400 h 190503"/>
                  <a:gd name="connsiteX14" fmla="*/ 640080 w 740407"/>
                  <a:gd name="connsiteY14" fmla="*/ 160020 h 190503"/>
                  <a:gd name="connsiteX15" fmla="*/ 670560 w 740407"/>
                  <a:gd name="connsiteY15" fmla="*/ 167640 h 190503"/>
                  <a:gd name="connsiteX16" fmla="*/ 693420 w 740407"/>
                  <a:gd name="connsiteY16" fmla="*/ 182880 h 190503"/>
                  <a:gd name="connsiteX17" fmla="*/ 731520 w 740407"/>
                  <a:gd name="connsiteY17" fmla="*/ 190500 h 19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40407" h="190503">
                    <a:moveTo>
                      <a:pt x="0" y="45720"/>
                    </a:moveTo>
                    <a:cubicBezTo>
                      <a:pt x="14491" y="42822"/>
                      <a:pt x="45339" y="38290"/>
                      <a:pt x="60960" y="30480"/>
                    </a:cubicBezTo>
                    <a:cubicBezTo>
                      <a:pt x="69151" y="26384"/>
                      <a:pt x="75451" y="18959"/>
                      <a:pt x="83820" y="15240"/>
                    </a:cubicBezTo>
                    <a:cubicBezTo>
                      <a:pt x="98500" y="8716"/>
                      <a:pt x="129540" y="0"/>
                      <a:pt x="129540" y="0"/>
                    </a:cubicBezTo>
                    <a:cubicBezTo>
                      <a:pt x="201532" y="4799"/>
                      <a:pt x="221265" y="-676"/>
                      <a:pt x="274320" y="15240"/>
                    </a:cubicBezTo>
                    <a:cubicBezTo>
                      <a:pt x="289707" y="19856"/>
                      <a:pt x="304800" y="25400"/>
                      <a:pt x="320040" y="30480"/>
                    </a:cubicBezTo>
                    <a:cubicBezTo>
                      <a:pt x="327660" y="33020"/>
                      <a:pt x="336217" y="33645"/>
                      <a:pt x="342900" y="38100"/>
                    </a:cubicBezTo>
                    <a:cubicBezTo>
                      <a:pt x="350520" y="43180"/>
                      <a:pt x="357391" y="49621"/>
                      <a:pt x="365760" y="53340"/>
                    </a:cubicBezTo>
                    <a:cubicBezTo>
                      <a:pt x="380440" y="59864"/>
                      <a:pt x="398114" y="59669"/>
                      <a:pt x="411480" y="68580"/>
                    </a:cubicBezTo>
                    <a:cubicBezTo>
                      <a:pt x="426720" y="78740"/>
                      <a:pt x="439824" y="93268"/>
                      <a:pt x="457200" y="99060"/>
                    </a:cubicBezTo>
                    <a:cubicBezTo>
                      <a:pt x="464820" y="101600"/>
                      <a:pt x="472677" y="103516"/>
                      <a:pt x="480060" y="106680"/>
                    </a:cubicBezTo>
                    <a:cubicBezTo>
                      <a:pt x="490501" y="111155"/>
                      <a:pt x="499764" y="118328"/>
                      <a:pt x="510540" y="121920"/>
                    </a:cubicBezTo>
                    <a:cubicBezTo>
                      <a:pt x="530411" y="128544"/>
                      <a:pt x="551629" y="130536"/>
                      <a:pt x="571500" y="137160"/>
                    </a:cubicBezTo>
                    <a:lnTo>
                      <a:pt x="617220" y="152400"/>
                    </a:lnTo>
                    <a:cubicBezTo>
                      <a:pt x="624840" y="154940"/>
                      <a:pt x="632288" y="158072"/>
                      <a:pt x="640080" y="160020"/>
                    </a:cubicBezTo>
                    <a:lnTo>
                      <a:pt x="670560" y="167640"/>
                    </a:lnTo>
                    <a:cubicBezTo>
                      <a:pt x="678180" y="172720"/>
                      <a:pt x="684732" y="179984"/>
                      <a:pt x="693420" y="182880"/>
                    </a:cubicBezTo>
                    <a:cubicBezTo>
                      <a:pt x="717533" y="190918"/>
                      <a:pt x="758554" y="190500"/>
                      <a:pt x="731520" y="1905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210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18" grpId="0"/>
      <p:bldP spid="47" grpId="0"/>
      <p:bldP spid="48" grpId="0" animBg="1"/>
      <p:bldP spid="49" grpId="0"/>
      <p:bldP spid="50" grpId="0" animBg="1"/>
      <p:bldP spid="7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B4A7-2D1E-3146-9C4E-02B4922F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0C50C-883C-9137-A5DF-93E82B0AA897}"/>
              </a:ext>
            </a:extLst>
          </p:cNvPr>
          <p:cNvSpPr txBox="1"/>
          <p:nvPr/>
        </p:nvSpPr>
        <p:spPr>
          <a:xfrm>
            <a:off x="592938" y="3903993"/>
            <a:ext cx="3762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En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paralelo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Menor tiempo de computación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Trasvase de información: un único modelo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F44B25-B1C9-1A24-0B1B-603D1CABE04A}"/>
              </a:ext>
            </a:extLst>
          </p:cNvPr>
          <p:cNvGrpSpPr>
            <a:grpSpLocks noChangeAspect="1"/>
          </p:cNvGrpSpPr>
          <p:nvPr/>
        </p:nvGrpSpPr>
        <p:grpSpPr>
          <a:xfrm>
            <a:off x="4677642" y="1964274"/>
            <a:ext cx="1001869" cy="1478551"/>
            <a:chOff x="4994967" y="1594357"/>
            <a:chExt cx="1252336" cy="1848189"/>
          </a:xfrm>
        </p:grpSpPr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B2589EC1-0CCF-B73D-9CD4-8257DB505EBD}"/>
                </a:ext>
              </a:extLst>
            </p:cNvPr>
            <p:cNvSpPr/>
            <p:nvPr/>
          </p:nvSpPr>
          <p:spPr>
            <a:xfrm>
              <a:off x="4994967" y="1594357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76AC7237-F9DB-FA71-A87E-BFCC96C24CEC}"/>
                </a:ext>
              </a:extLst>
            </p:cNvPr>
            <p:cNvSpPr/>
            <p:nvPr/>
          </p:nvSpPr>
          <p:spPr>
            <a:xfrm>
              <a:off x="5473068" y="237001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id="{A75A8341-EA75-C89F-DE63-156BC9C056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7303" y="2276080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2761755-495E-61FA-F057-039FC3894852}"/>
                    </a:ext>
                  </a:extLst>
                </p:cNvPr>
                <p:cNvSpPr txBox="1"/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2761755-495E-61FA-F057-039FC3894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4490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050E1D-E6E1-B457-FA44-FB0CB56DA83E}"/>
              </a:ext>
            </a:extLst>
          </p:cNvPr>
          <p:cNvGrpSpPr>
            <a:grpSpLocks noChangeAspect="1"/>
          </p:cNvGrpSpPr>
          <p:nvPr/>
        </p:nvGrpSpPr>
        <p:grpSpPr>
          <a:xfrm>
            <a:off x="6610832" y="1797378"/>
            <a:ext cx="1576115" cy="1784758"/>
            <a:chOff x="7170479" y="1461181"/>
            <a:chExt cx="1970144" cy="2230948"/>
          </a:xfrm>
        </p:grpSpPr>
        <p:sp>
          <p:nvSpPr>
            <p:cNvPr id="12" name="Freeform: Shape 10">
              <a:extLst>
                <a:ext uri="{FF2B5EF4-FFF2-40B4-BE49-F238E27FC236}">
                  <a16:creationId xmlns:a16="http://schemas.microsoft.com/office/drawing/2014/main" id="{CC4F3545-DD76-176C-1E30-7CA248C21F3B}"/>
                </a:ext>
              </a:extLst>
            </p:cNvPr>
            <p:cNvSpPr/>
            <p:nvPr/>
          </p:nvSpPr>
          <p:spPr>
            <a:xfrm>
              <a:off x="7608993" y="1461181"/>
              <a:ext cx="1419837" cy="2211559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0ADEAC13-A029-2F7D-DAFA-8883ED3EE5FA}"/>
                </a:ext>
              </a:extLst>
            </p:cNvPr>
            <p:cNvSpPr/>
            <p:nvPr/>
          </p:nvSpPr>
          <p:spPr>
            <a:xfrm>
              <a:off x="7170479" y="1843940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eform: Shape 3">
              <a:extLst>
                <a:ext uri="{FF2B5EF4-FFF2-40B4-BE49-F238E27FC236}">
                  <a16:creationId xmlns:a16="http://schemas.microsoft.com/office/drawing/2014/main" id="{F61C1F45-7471-4EEF-364E-841E49E0C38D}"/>
                </a:ext>
              </a:extLst>
            </p:cNvPr>
            <p:cNvSpPr/>
            <p:nvPr/>
          </p:nvSpPr>
          <p:spPr>
            <a:xfrm>
              <a:off x="8089602" y="1675872"/>
              <a:ext cx="466725" cy="87630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9980F427-0BC4-8CD9-41C3-684113243F7E}"/>
                </a:ext>
              </a:extLst>
            </p:cNvPr>
            <p:cNvSpPr/>
            <p:nvPr/>
          </p:nvSpPr>
          <p:spPr>
            <a:xfrm>
              <a:off x="7634307" y="258907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1B800C60-2B30-96C8-E619-1A69809709C1}"/>
                </a:ext>
              </a:extLst>
            </p:cNvPr>
            <p:cNvSpPr/>
            <p:nvPr/>
          </p:nvSpPr>
          <p:spPr>
            <a:xfrm>
              <a:off x="8312487" y="2543608"/>
              <a:ext cx="740407" cy="190503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Multiplication Sign 16">
              <a:extLst>
                <a:ext uri="{FF2B5EF4-FFF2-40B4-BE49-F238E27FC236}">
                  <a16:creationId xmlns:a16="http://schemas.microsoft.com/office/drawing/2014/main" id="{849B37EF-AD8E-D259-567A-7E1B90B58D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0623" y="2648286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1E5D88-0367-16AE-239F-CEFF29982930}"/>
                    </a:ext>
                  </a:extLst>
                </p:cNvPr>
                <p:cNvSpPr txBox="1"/>
                <p:nvPr/>
              </p:nvSpPr>
              <p:spPr>
                <a:xfrm>
                  <a:off x="7621600" y="1914868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1E5D88-0367-16AE-239F-CEFF29982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600" y="1914868"/>
                  <a:ext cx="371475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7083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CFF633-3498-FD5A-14D5-3553DD96C6AE}"/>
              </a:ext>
            </a:extLst>
          </p:cNvPr>
          <p:cNvGrpSpPr>
            <a:grpSpLocks noChangeAspect="1"/>
          </p:cNvGrpSpPr>
          <p:nvPr/>
        </p:nvGrpSpPr>
        <p:grpSpPr>
          <a:xfrm>
            <a:off x="9114780" y="1858273"/>
            <a:ext cx="2679861" cy="1784758"/>
            <a:chOff x="9140623" y="1631486"/>
            <a:chExt cx="3349826" cy="223094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72B1485-6226-0548-D465-1E43F38D0675}"/>
                </a:ext>
              </a:extLst>
            </p:cNvPr>
            <p:cNvGrpSpPr/>
            <p:nvPr/>
          </p:nvGrpSpPr>
          <p:grpSpPr>
            <a:xfrm>
              <a:off x="9140623" y="1631486"/>
              <a:ext cx="3349826" cy="2230948"/>
              <a:chOff x="9170243" y="1645392"/>
              <a:chExt cx="3349826" cy="2230948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068707C-7475-EEE9-6727-15FF3DF85425}"/>
                  </a:ext>
                </a:extLst>
              </p:cNvPr>
              <p:cNvGrpSpPr/>
              <p:nvPr/>
            </p:nvGrpSpPr>
            <p:grpSpPr>
              <a:xfrm>
                <a:off x="9170243" y="1645392"/>
                <a:ext cx="3268103" cy="2230948"/>
                <a:chOff x="1011721" y="1845737"/>
                <a:chExt cx="3268103" cy="2230948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30" name="Freeform: Shape 11">
                  <a:extLst>
                    <a:ext uri="{FF2B5EF4-FFF2-40B4-BE49-F238E27FC236}">
                      <a16:creationId xmlns:a16="http://schemas.microsoft.com/office/drawing/2014/main" id="{9041FB59-54BF-235E-D78C-642924D434EB}"/>
                    </a:ext>
                  </a:extLst>
                </p:cNvPr>
                <p:cNvSpPr/>
                <p:nvPr/>
              </p:nvSpPr>
              <p:spPr>
                <a:xfrm>
                  <a:off x="2265710" y="1866546"/>
                  <a:ext cx="2014114" cy="2200275"/>
                </a:xfrm>
                <a:custGeom>
                  <a:avLst/>
                  <a:gdLst>
                    <a:gd name="connsiteX0" fmla="*/ 2013561 w 2014114"/>
                    <a:gd name="connsiteY0" fmla="*/ 1666875 h 2200275"/>
                    <a:gd name="connsiteX1" fmla="*/ 2013561 w 2014114"/>
                    <a:gd name="connsiteY1" fmla="*/ 1666875 h 2200275"/>
                    <a:gd name="connsiteX2" fmla="*/ 1956411 w 2014114"/>
                    <a:gd name="connsiteY2" fmla="*/ 1600200 h 2200275"/>
                    <a:gd name="connsiteX3" fmla="*/ 1927836 w 2014114"/>
                    <a:gd name="connsiteY3" fmla="*/ 1571625 h 2200275"/>
                    <a:gd name="connsiteX4" fmla="*/ 1889736 w 2014114"/>
                    <a:gd name="connsiteY4" fmla="*/ 1514475 h 2200275"/>
                    <a:gd name="connsiteX5" fmla="*/ 1880211 w 2014114"/>
                    <a:gd name="connsiteY5" fmla="*/ 1485900 h 2200275"/>
                    <a:gd name="connsiteX6" fmla="*/ 1851636 w 2014114"/>
                    <a:gd name="connsiteY6" fmla="*/ 1466850 h 2200275"/>
                    <a:gd name="connsiteX7" fmla="*/ 1813536 w 2014114"/>
                    <a:gd name="connsiteY7" fmla="*/ 1323975 h 2200275"/>
                    <a:gd name="connsiteX8" fmla="*/ 1794486 w 2014114"/>
                    <a:gd name="connsiteY8" fmla="*/ 1266825 h 2200275"/>
                    <a:gd name="connsiteX9" fmla="*/ 1784961 w 2014114"/>
                    <a:gd name="connsiteY9" fmla="*/ 1238250 h 2200275"/>
                    <a:gd name="connsiteX10" fmla="*/ 1746861 w 2014114"/>
                    <a:gd name="connsiteY10" fmla="*/ 1181100 h 2200275"/>
                    <a:gd name="connsiteX11" fmla="*/ 1727811 w 2014114"/>
                    <a:gd name="connsiteY11" fmla="*/ 1152525 h 2200275"/>
                    <a:gd name="connsiteX12" fmla="*/ 1708761 w 2014114"/>
                    <a:gd name="connsiteY12" fmla="*/ 1104900 h 2200275"/>
                    <a:gd name="connsiteX13" fmla="*/ 1689711 w 2014114"/>
                    <a:gd name="connsiteY13" fmla="*/ 1076325 h 2200275"/>
                    <a:gd name="connsiteX14" fmla="*/ 1680186 w 2014114"/>
                    <a:gd name="connsiteY14" fmla="*/ 1047750 h 2200275"/>
                    <a:gd name="connsiteX15" fmla="*/ 1661136 w 2014114"/>
                    <a:gd name="connsiteY15" fmla="*/ 1019175 h 2200275"/>
                    <a:gd name="connsiteX16" fmla="*/ 1613511 w 2014114"/>
                    <a:gd name="connsiteY16" fmla="*/ 942975 h 2200275"/>
                    <a:gd name="connsiteX17" fmla="*/ 1575411 w 2014114"/>
                    <a:gd name="connsiteY17" fmla="*/ 895350 h 2200275"/>
                    <a:gd name="connsiteX18" fmla="*/ 1565886 w 2014114"/>
                    <a:gd name="connsiteY18" fmla="*/ 866775 h 2200275"/>
                    <a:gd name="connsiteX19" fmla="*/ 1537311 w 2014114"/>
                    <a:gd name="connsiteY19" fmla="*/ 838200 h 2200275"/>
                    <a:gd name="connsiteX20" fmla="*/ 1518261 w 2014114"/>
                    <a:gd name="connsiteY20" fmla="*/ 800100 h 2200275"/>
                    <a:gd name="connsiteX21" fmla="*/ 1461111 w 2014114"/>
                    <a:gd name="connsiteY21" fmla="*/ 752475 h 2200275"/>
                    <a:gd name="connsiteX22" fmla="*/ 1403961 w 2014114"/>
                    <a:gd name="connsiteY22" fmla="*/ 676275 h 2200275"/>
                    <a:gd name="connsiteX23" fmla="*/ 1337286 w 2014114"/>
                    <a:gd name="connsiteY23" fmla="*/ 619125 h 2200275"/>
                    <a:gd name="connsiteX24" fmla="*/ 1318236 w 2014114"/>
                    <a:gd name="connsiteY24" fmla="*/ 590550 h 2200275"/>
                    <a:gd name="connsiteX25" fmla="*/ 1270611 w 2014114"/>
                    <a:gd name="connsiteY25" fmla="*/ 533400 h 2200275"/>
                    <a:gd name="connsiteX26" fmla="*/ 1251561 w 2014114"/>
                    <a:gd name="connsiteY26" fmla="*/ 504825 h 2200275"/>
                    <a:gd name="connsiteX27" fmla="*/ 1222986 w 2014114"/>
                    <a:gd name="connsiteY27" fmla="*/ 485775 h 2200275"/>
                    <a:gd name="connsiteX28" fmla="*/ 1184886 w 2014114"/>
                    <a:gd name="connsiteY28" fmla="*/ 457200 h 2200275"/>
                    <a:gd name="connsiteX29" fmla="*/ 1127736 w 2014114"/>
                    <a:gd name="connsiteY29" fmla="*/ 419100 h 2200275"/>
                    <a:gd name="connsiteX30" fmla="*/ 1108686 w 2014114"/>
                    <a:gd name="connsiteY30" fmla="*/ 390525 h 2200275"/>
                    <a:gd name="connsiteX31" fmla="*/ 1080111 w 2014114"/>
                    <a:gd name="connsiteY31" fmla="*/ 381000 h 2200275"/>
                    <a:gd name="connsiteX32" fmla="*/ 1022961 w 2014114"/>
                    <a:gd name="connsiteY32" fmla="*/ 342900 h 2200275"/>
                    <a:gd name="connsiteX33" fmla="*/ 956286 w 2014114"/>
                    <a:gd name="connsiteY33" fmla="*/ 295275 h 2200275"/>
                    <a:gd name="connsiteX34" fmla="*/ 899136 w 2014114"/>
                    <a:gd name="connsiteY34" fmla="*/ 257175 h 2200275"/>
                    <a:gd name="connsiteX35" fmla="*/ 880086 w 2014114"/>
                    <a:gd name="connsiteY35" fmla="*/ 228600 h 2200275"/>
                    <a:gd name="connsiteX36" fmla="*/ 822936 w 2014114"/>
                    <a:gd name="connsiteY36" fmla="*/ 209550 h 2200275"/>
                    <a:gd name="connsiteX37" fmla="*/ 765786 w 2014114"/>
                    <a:gd name="connsiteY37" fmla="*/ 171450 h 2200275"/>
                    <a:gd name="connsiteX38" fmla="*/ 680061 w 2014114"/>
                    <a:gd name="connsiteY38" fmla="*/ 114300 h 2200275"/>
                    <a:gd name="connsiteX39" fmla="*/ 651486 w 2014114"/>
                    <a:gd name="connsiteY39" fmla="*/ 95250 h 2200275"/>
                    <a:gd name="connsiteX40" fmla="*/ 622911 w 2014114"/>
                    <a:gd name="connsiteY40" fmla="*/ 76200 h 2200275"/>
                    <a:gd name="connsiteX41" fmla="*/ 508611 w 2014114"/>
                    <a:gd name="connsiteY41" fmla="*/ 38100 h 2200275"/>
                    <a:gd name="connsiteX42" fmla="*/ 480036 w 2014114"/>
                    <a:gd name="connsiteY42" fmla="*/ 28575 h 2200275"/>
                    <a:gd name="connsiteX43" fmla="*/ 451461 w 2014114"/>
                    <a:gd name="connsiteY43" fmla="*/ 19050 h 2200275"/>
                    <a:gd name="connsiteX44" fmla="*/ 327636 w 2014114"/>
                    <a:gd name="connsiteY44" fmla="*/ 0 h 2200275"/>
                    <a:gd name="connsiteX45" fmla="*/ 146661 w 2014114"/>
                    <a:gd name="connsiteY45" fmla="*/ 9525 h 2200275"/>
                    <a:gd name="connsiteX46" fmla="*/ 89511 w 2014114"/>
                    <a:gd name="connsiteY46" fmla="*/ 28575 h 2200275"/>
                    <a:gd name="connsiteX47" fmla="*/ 70461 w 2014114"/>
                    <a:gd name="connsiteY47" fmla="*/ 457200 h 2200275"/>
                    <a:gd name="connsiteX48" fmla="*/ 51411 w 2014114"/>
                    <a:gd name="connsiteY48" fmla="*/ 752475 h 2200275"/>
                    <a:gd name="connsiteX49" fmla="*/ 41886 w 2014114"/>
                    <a:gd name="connsiteY49" fmla="*/ 828675 h 2200275"/>
                    <a:gd name="connsiteX50" fmla="*/ 13311 w 2014114"/>
                    <a:gd name="connsiteY50" fmla="*/ 923925 h 2200275"/>
                    <a:gd name="connsiteX51" fmla="*/ 3786 w 2014114"/>
                    <a:gd name="connsiteY51" fmla="*/ 990600 h 2200275"/>
                    <a:gd name="connsiteX52" fmla="*/ 22836 w 2014114"/>
                    <a:gd name="connsiteY52" fmla="*/ 1457325 h 2200275"/>
                    <a:gd name="connsiteX53" fmla="*/ 41886 w 2014114"/>
                    <a:gd name="connsiteY53" fmla="*/ 1905000 h 2200275"/>
                    <a:gd name="connsiteX54" fmla="*/ 32361 w 2014114"/>
                    <a:gd name="connsiteY54" fmla="*/ 2152650 h 2200275"/>
                    <a:gd name="connsiteX55" fmla="*/ 13311 w 2014114"/>
                    <a:gd name="connsiteY55" fmla="*/ 2200275 h 2200275"/>
                    <a:gd name="connsiteX56" fmla="*/ 89511 w 2014114"/>
                    <a:gd name="connsiteY56" fmla="*/ 2190750 h 2200275"/>
                    <a:gd name="connsiteX57" fmla="*/ 137136 w 2014114"/>
                    <a:gd name="connsiteY57" fmla="*/ 2181225 h 2200275"/>
                    <a:gd name="connsiteX58" fmla="*/ 251436 w 2014114"/>
                    <a:gd name="connsiteY58" fmla="*/ 2162175 h 2200275"/>
                    <a:gd name="connsiteX59" fmla="*/ 308586 w 2014114"/>
                    <a:gd name="connsiteY59" fmla="*/ 2152650 h 2200275"/>
                    <a:gd name="connsiteX60" fmla="*/ 441936 w 2014114"/>
                    <a:gd name="connsiteY60" fmla="*/ 2133600 h 2200275"/>
                    <a:gd name="connsiteX61" fmla="*/ 489561 w 2014114"/>
                    <a:gd name="connsiteY61" fmla="*/ 2124075 h 2200275"/>
                    <a:gd name="connsiteX62" fmla="*/ 518136 w 2014114"/>
                    <a:gd name="connsiteY62" fmla="*/ 2114550 h 2200275"/>
                    <a:gd name="connsiteX63" fmla="*/ 594336 w 2014114"/>
                    <a:gd name="connsiteY63" fmla="*/ 2105025 h 2200275"/>
                    <a:gd name="connsiteX64" fmla="*/ 661011 w 2014114"/>
                    <a:gd name="connsiteY64" fmla="*/ 2085975 h 2200275"/>
                    <a:gd name="connsiteX65" fmla="*/ 708636 w 2014114"/>
                    <a:gd name="connsiteY65" fmla="*/ 2076450 h 2200275"/>
                    <a:gd name="connsiteX66" fmla="*/ 765786 w 2014114"/>
                    <a:gd name="connsiteY66" fmla="*/ 2057400 h 2200275"/>
                    <a:gd name="connsiteX67" fmla="*/ 822936 w 2014114"/>
                    <a:gd name="connsiteY67" fmla="*/ 2028825 h 2200275"/>
                    <a:gd name="connsiteX68" fmla="*/ 851511 w 2014114"/>
                    <a:gd name="connsiteY68" fmla="*/ 2000250 h 2200275"/>
                    <a:gd name="connsiteX69" fmla="*/ 908661 w 2014114"/>
                    <a:gd name="connsiteY69" fmla="*/ 1981200 h 2200275"/>
                    <a:gd name="connsiteX70" fmla="*/ 956286 w 2014114"/>
                    <a:gd name="connsiteY70" fmla="*/ 1971675 h 2200275"/>
                    <a:gd name="connsiteX71" fmla="*/ 1022961 w 2014114"/>
                    <a:gd name="connsiteY71" fmla="*/ 1962150 h 2200275"/>
                    <a:gd name="connsiteX72" fmla="*/ 1089636 w 2014114"/>
                    <a:gd name="connsiteY72" fmla="*/ 1943100 h 2200275"/>
                    <a:gd name="connsiteX73" fmla="*/ 1156311 w 2014114"/>
                    <a:gd name="connsiteY73" fmla="*/ 1924050 h 2200275"/>
                    <a:gd name="connsiteX74" fmla="*/ 1280136 w 2014114"/>
                    <a:gd name="connsiteY74" fmla="*/ 1895475 h 2200275"/>
                    <a:gd name="connsiteX75" fmla="*/ 1308711 w 2014114"/>
                    <a:gd name="connsiteY75" fmla="*/ 1885950 h 2200275"/>
                    <a:gd name="connsiteX76" fmla="*/ 1346811 w 2014114"/>
                    <a:gd name="connsiteY76" fmla="*/ 1876425 h 2200275"/>
                    <a:gd name="connsiteX77" fmla="*/ 1375386 w 2014114"/>
                    <a:gd name="connsiteY77" fmla="*/ 1866900 h 2200275"/>
                    <a:gd name="connsiteX78" fmla="*/ 1546836 w 2014114"/>
                    <a:gd name="connsiteY78" fmla="*/ 1857375 h 2200275"/>
                    <a:gd name="connsiteX79" fmla="*/ 1603986 w 2014114"/>
                    <a:gd name="connsiteY79" fmla="*/ 1847850 h 2200275"/>
                    <a:gd name="connsiteX80" fmla="*/ 1708761 w 2014114"/>
                    <a:gd name="connsiteY80" fmla="*/ 1838325 h 2200275"/>
                    <a:gd name="connsiteX81" fmla="*/ 1746861 w 2014114"/>
                    <a:gd name="connsiteY81" fmla="*/ 1828800 h 2200275"/>
                    <a:gd name="connsiteX82" fmla="*/ 1861161 w 2014114"/>
                    <a:gd name="connsiteY82" fmla="*/ 1809750 h 2200275"/>
                    <a:gd name="connsiteX83" fmla="*/ 1918311 w 2014114"/>
                    <a:gd name="connsiteY83" fmla="*/ 1800225 h 2200275"/>
                    <a:gd name="connsiteX84" fmla="*/ 1984986 w 2014114"/>
                    <a:gd name="connsiteY84" fmla="*/ 1781175 h 2200275"/>
                    <a:gd name="connsiteX85" fmla="*/ 2013561 w 2014114"/>
                    <a:gd name="connsiteY85" fmla="*/ 1724025 h 2200275"/>
                    <a:gd name="connsiteX86" fmla="*/ 2013561 w 2014114"/>
                    <a:gd name="connsiteY86" fmla="*/ 1666875 h 2200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014114" h="2200275">
                      <a:moveTo>
                        <a:pt x="2013561" y="1666875"/>
                      </a:moveTo>
                      <a:lnTo>
                        <a:pt x="2013561" y="1666875"/>
                      </a:lnTo>
                      <a:cubicBezTo>
                        <a:pt x="1994511" y="1644650"/>
                        <a:pt x="1975993" y="1621958"/>
                        <a:pt x="1956411" y="1600200"/>
                      </a:cubicBezTo>
                      <a:cubicBezTo>
                        <a:pt x="1947400" y="1590188"/>
                        <a:pt x="1936106" y="1582258"/>
                        <a:pt x="1927836" y="1571625"/>
                      </a:cubicBezTo>
                      <a:cubicBezTo>
                        <a:pt x="1913780" y="1553553"/>
                        <a:pt x="1896976" y="1536195"/>
                        <a:pt x="1889736" y="1514475"/>
                      </a:cubicBezTo>
                      <a:cubicBezTo>
                        <a:pt x="1886561" y="1504950"/>
                        <a:pt x="1886483" y="1493740"/>
                        <a:pt x="1880211" y="1485900"/>
                      </a:cubicBezTo>
                      <a:cubicBezTo>
                        <a:pt x="1873060" y="1476961"/>
                        <a:pt x="1861161" y="1473200"/>
                        <a:pt x="1851636" y="1466850"/>
                      </a:cubicBezTo>
                      <a:cubicBezTo>
                        <a:pt x="1822694" y="1322141"/>
                        <a:pt x="1848064" y="1418927"/>
                        <a:pt x="1813536" y="1323975"/>
                      </a:cubicBezTo>
                      <a:cubicBezTo>
                        <a:pt x="1806674" y="1305104"/>
                        <a:pt x="1800836" y="1285875"/>
                        <a:pt x="1794486" y="1266825"/>
                      </a:cubicBezTo>
                      <a:cubicBezTo>
                        <a:pt x="1791311" y="1257300"/>
                        <a:pt x="1790530" y="1246604"/>
                        <a:pt x="1784961" y="1238250"/>
                      </a:cubicBezTo>
                      <a:lnTo>
                        <a:pt x="1746861" y="1181100"/>
                      </a:lnTo>
                      <a:cubicBezTo>
                        <a:pt x="1740511" y="1171575"/>
                        <a:pt x="1732063" y="1163154"/>
                        <a:pt x="1727811" y="1152525"/>
                      </a:cubicBezTo>
                      <a:cubicBezTo>
                        <a:pt x="1721461" y="1136650"/>
                        <a:pt x="1716407" y="1120193"/>
                        <a:pt x="1708761" y="1104900"/>
                      </a:cubicBezTo>
                      <a:cubicBezTo>
                        <a:pt x="1703641" y="1094661"/>
                        <a:pt x="1694831" y="1086564"/>
                        <a:pt x="1689711" y="1076325"/>
                      </a:cubicBezTo>
                      <a:cubicBezTo>
                        <a:pt x="1685221" y="1067345"/>
                        <a:pt x="1684676" y="1056730"/>
                        <a:pt x="1680186" y="1047750"/>
                      </a:cubicBezTo>
                      <a:cubicBezTo>
                        <a:pt x="1675066" y="1037511"/>
                        <a:pt x="1666256" y="1029414"/>
                        <a:pt x="1661136" y="1019175"/>
                      </a:cubicBezTo>
                      <a:cubicBezTo>
                        <a:pt x="1625057" y="947017"/>
                        <a:pt x="1663651" y="993115"/>
                        <a:pt x="1613511" y="942975"/>
                      </a:cubicBezTo>
                      <a:cubicBezTo>
                        <a:pt x="1589570" y="871151"/>
                        <a:pt x="1624650" y="956898"/>
                        <a:pt x="1575411" y="895350"/>
                      </a:cubicBezTo>
                      <a:cubicBezTo>
                        <a:pt x="1569139" y="887510"/>
                        <a:pt x="1571455" y="875129"/>
                        <a:pt x="1565886" y="866775"/>
                      </a:cubicBezTo>
                      <a:cubicBezTo>
                        <a:pt x="1558414" y="855567"/>
                        <a:pt x="1545141" y="849161"/>
                        <a:pt x="1537311" y="838200"/>
                      </a:cubicBezTo>
                      <a:cubicBezTo>
                        <a:pt x="1529058" y="826646"/>
                        <a:pt x="1526514" y="811654"/>
                        <a:pt x="1518261" y="800100"/>
                      </a:cubicBezTo>
                      <a:cubicBezTo>
                        <a:pt x="1501593" y="776765"/>
                        <a:pt x="1483896" y="767665"/>
                        <a:pt x="1461111" y="752475"/>
                      </a:cubicBezTo>
                      <a:cubicBezTo>
                        <a:pt x="1443524" y="726095"/>
                        <a:pt x="1426587" y="698901"/>
                        <a:pt x="1403961" y="676275"/>
                      </a:cubicBezTo>
                      <a:cubicBezTo>
                        <a:pt x="1340894" y="613208"/>
                        <a:pt x="1389127" y="681334"/>
                        <a:pt x="1337286" y="619125"/>
                      </a:cubicBezTo>
                      <a:cubicBezTo>
                        <a:pt x="1329957" y="610331"/>
                        <a:pt x="1325264" y="599586"/>
                        <a:pt x="1318236" y="590550"/>
                      </a:cubicBezTo>
                      <a:cubicBezTo>
                        <a:pt x="1303012" y="570976"/>
                        <a:pt x="1285835" y="552974"/>
                        <a:pt x="1270611" y="533400"/>
                      </a:cubicBezTo>
                      <a:cubicBezTo>
                        <a:pt x="1263583" y="524364"/>
                        <a:pt x="1259656" y="512920"/>
                        <a:pt x="1251561" y="504825"/>
                      </a:cubicBezTo>
                      <a:cubicBezTo>
                        <a:pt x="1243466" y="496730"/>
                        <a:pt x="1232301" y="492429"/>
                        <a:pt x="1222986" y="485775"/>
                      </a:cubicBezTo>
                      <a:cubicBezTo>
                        <a:pt x="1210068" y="476548"/>
                        <a:pt x="1197891" y="466304"/>
                        <a:pt x="1184886" y="457200"/>
                      </a:cubicBezTo>
                      <a:cubicBezTo>
                        <a:pt x="1166129" y="444070"/>
                        <a:pt x="1127736" y="419100"/>
                        <a:pt x="1127736" y="419100"/>
                      </a:cubicBezTo>
                      <a:cubicBezTo>
                        <a:pt x="1121386" y="409575"/>
                        <a:pt x="1117625" y="397676"/>
                        <a:pt x="1108686" y="390525"/>
                      </a:cubicBezTo>
                      <a:cubicBezTo>
                        <a:pt x="1100846" y="384253"/>
                        <a:pt x="1088888" y="385876"/>
                        <a:pt x="1080111" y="381000"/>
                      </a:cubicBezTo>
                      <a:cubicBezTo>
                        <a:pt x="1060097" y="369881"/>
                        <a:pt x="1039150" y="359089"/>
                        <a:pt x="1022961" y="342900"/>
                      </a:cubicBezTo>
                      <a:cubicBezTo>
                        <a:pt x="948665" y="268604"/>
                        <a:pt x="1044045" y="357960"/>
                        <a:pt x="956286" y="295275"/>
                      </a:cubicBezTo>
                      <a:cubicBezTo>
                        <a:pt x="893856" y="250682"/>
                        <a:pt x="960433" y="277607"/>
                        <a:pt x="899136" y="257175"/>
                      </a:cubicBezTo>
                      <a:cubicBezTo>
                        <a:pt x="892786" y="247650"/>
                        <a:pt x="889794" y="234667"/>
                        <a:pt x="880086" y="228600"/>
                      </a:cubicBezTo>
                      <a:cubicBezTo>
                        <a:pt x="863058" y="217957"/>
                        <a:pt x="839644" y="220689"/>
                        <a:pt x="822936" y="209550"/>
                      </a:cubicBezTo>
                      <a:lnTo>
                        <a:pt x="765786" y="171450"/>
                      </a:lnTo>
                      <a:lnTo>
                        <a:pt x="680061" y="114300"/>
                      </a:lnTo>
                      <a:lnTo>
                        <a:pt x="651486" y="95250"/>
                      </a:lnTo>
                      <a:cubicBezTo>
                        <a:pt x="641961" y="88900"/>
                        <a:pt x="633771" y="79820"/>
                        <a:pt x="622911" y="76200"/>
                      </a:cubicBezTo>
                      <a:lnTo>
                        <a:pt x="508611" y="38100"/>
                      </a:lnTo>
                      <a:lnTo>
                        <a:pt x="480036" y="28575"/>
                      </a:lnTo>
                      <a:cubicBezTo>
                        <a:pt x="470511" y="25400"/>
                        <a:pt x="461306" y="21019"/>
                        <a:pt x="451461" y="19050"/>
                      </a:cubicBezTo>
                      <a:cubicBezTo>
                        <a:pt x="378735" y="4505"/>
                        <a:pt x="419900" y="11533"/>
                        <a:pt x="327636" y="0"/>
                      </a:cubicBezTo>
                      <a:cubicBezTo>
                        <a:pt x="267311" y="3175"/>
                        <a:pt x="206639" y="2328"/>
                        <a:pt x="146661" y="9525"/>
                      </a:cubicBezTo>
                      <a:cubicBezTo>
                        <a:pt x="126724" y="11917"/>
                        <a:pt x="89511" y="28575"/>
                        <a:pt x="89511" y="28575"/>
                      </a:cubicBezTo>
                      <a:cubicBezTo>
                        <a:pt x="37615" y="184262"/>
                        <a:pt x="82745" y="39553"/>
                        <a:pt x="70461" y="457200"/>
                      </a:cubicBezTo>
                      <a:cubicBezTo>
                        <a:pt x="56105" y="945298"/>
                        <a:pt x="77962" y="579893"/>
                        <a:pt x="51411" y="752475"/>
                      </a:cubicBezTo>
                      <a:cubicBezTo>
                        <a:pt x="47519" y="777775"/>
                        <a:pt x="47439" y="803687"/>
                        <a:pt x="41886" y="828675"/>
                      </a:cubicBezTo>
                      <a:cubicBezTo>
                        <a:pt x="34695" y="861034"/>
                        <a:pt x="22836" y="892175"/>
                        <a:pt x="13311" y="923925"/>
                      </a:cubicBezTo>
                      <a:cubicBezTo>
                        <a:pt x="10136" y="946150"/>
                        <a:pt x="3786" y="968149"/>
                        <a:pt x="3786" y="990600"/>
                      </a:cubicBezTo>
                      <a:cubicBezTo>
                        <a:pt x="3786" y="1355688"/>
                        <a:pt x="8406" y="1226441"/>
                        <a:pt x="22836" y="1457325"/>
                      </a:cubicBezTo>
                      <a:cubicBezTo>
                        <a:pt x="33486" y="1627731"/>
                        <a:pt x="35433" y="1724310"/>
                        <a:pt x="41886" y="1905000"/>
                      </a:cubicBezTo>
                      <a:cubicBezTo>
                        <a:pt x="38711" y="1987550"/>
                        <a:pt x="44044" y="2070869"/>
                        <a:pt x="32361" y="2152650"/>
                      </a:cubicBezTo>
                      <a:cubicBezTo>
                        <a:pt x="18820" y="2247434"/>
                        <a:pt x="-20347" y="2099301"/>
                        <a:pt x="13311" y="2200275"/>
                      </a:cubicBezTo>
                      <a:cubicBezTo>
                        <a:pt x="38711" y="2197100"/>
                        <a:pt x="64211" y="2194642"/>
                        <a:pt x="89511" y="2190750"/>
                      </a:cubicBezTo>
                      <a:cubicBezTo>
                        <a:pt x="105512" y="2188288"/>
                        <a:pt x="121193" y="2184038"/>
                        <a:pt x="137136" y="2181225"/>
                      </a:cubicBezTo>
                      <a:lnTo>
                        <a:pt x="251436" y="2162175"/>
                      </a:lnTo>
                      <a:cubicBezTo>
                        <a:pt x="270486" y="2159000"/>
                        <a:pt x="289467" y="2155381"/>
                        <a:pt x="308586" y="2152650"/>
                      </a:cubicBezTo>
                      <a:cubicBezTo>
                        <a:pt x="353036" y="2146300"/>
                        <a:pt x="397907" y="2142406"/>
                        <a:pt x="441936" y="2133600"/>
                      </a:cubicBezTo>
                      <a:cubicBezTo>
                        <a:pt x="457811" y="2130425"/>
                        <a:pt x="473855" y="2128002"/>
                        <a:pt x="489561" y="2124075"/>
                      </a:cubicBezTo>
                      <a:cubicBezTo>
                        <a:pt x="499301" y="2121640"/>
                        <a:pt x="508258" y="2116346"/>
                        <a:pt x="518136" y="2114550"/>
                      </a:cubicBezTo>
                      <a:cubicBezTo>
                        <a:pt x="543321" y="2109971"/>
                        <a:pt x="568936" y="2108200"/>
                        <a:pt x="594336" y="2105025"/>
                      </a:cubicBezTo>
                      <a:cubicBezTo>
                        <a:pt x="626157" y="2094418"/>
                        <a:pt x="625131" y="2093948"/>
                        <a:pt x="661011" y="2085975"/>
                      </a:cubicBezTo>
                      <a:cubicBezTo>
                        <a:pt x="676815" y="2082463"/>
                        <a:pt x="693017" y="2080710"/>
                        <a:pt x="708636" y="2076450"/>
                      </a:cubicBezTo>
                      <a:cubicBezTo>
                        <a:pt x="728009" y="2071166"/>
                        <a:pt x="749078" y="2068539"/>
                        <a:pt x="765786" y="2057400"/>
                      </a:cubicBezTo>
                      <a:cubicBezTo>
                        <a:pt x="802715" y="2032781"/>
                        <a:pt x="783501" y="2041970"/>
                        <a:pt x="822936" y="2028825"/>
                      </a:cubicBezTo>
                      <a:cubicBezTo>
                        <a:pt x="832461" y="2019300"/>
                        <a:pt x="839736" y="2006792"/>
                        <a:pt x="851511" y="2000250"/>
                      </a:cubicBezTo>
                      <a:cubicBezTo>
                        <a:pt x="869064" y="1990498"/>
                        <a:pt x="888970" y="1985138"/>
                        <a:pt x="908661" y="1981200"/>
                      </a:cubicBezTo>
                      <a:cubicBezTo>
                        <a:pt x="924536" y="1978025"/>
                        <a:pt x="940317" y="1974337"/>
                        <a:pt x="956286" y="1971675"/>
                      </a:cubicBezTo>
                      <a:cubicBezTo>
                        <a:pt x="978431" y="1967984"/>
                        <a:pt x="1000872" y="1966166"/>
                        <a:pt x="1022961" y="1962150"/>
                      </a:cubicBezTo>
                      <a:cubicBezTo>
                        <a:pt x="1058277" y="1955729"/>
                        <a:pt x="1058248" y="1952516"/>
                        <a:pt x="1089636" y="1943100"/>
                      </a:cubicBezTo>
                      <a:cubicBezTo>
                        <a:pt x="1111776" y="1936458"/>
                        <a:pt x="1133887" y="1929656"/>
                        <a:pt x="1156311" y="1924050"/>
                      </a:cubicBezTo>
                      <a:cubicBezTo>
                        <a:pt x="1182735" y="1917444"/>
                        <a:pt x="1245873" y="1905264"/>
                        <a:pt x="1280136" y="1895475"/>
                      </a:cubicBezTo>
                      <a:cubicBezTo>
                        <a:pt x="1289790" y="1892717"/>
                        <a:pt x="1299057" y="1888708"/>
                        <a:pt x="1308711" y="1885950"/>
                      </a:cubicBezTo>
                      <a:cubicBezTo>
                        <a:pt x="1321298" y="1882354"/>
                        <a:pt x="1334224" y="1880021"/>
                        <a:pt x="1346811" y="1876425"/>
                      </a:cubicBezTo>
                      <a:cubicBezTo>
                        <a:pt x="1356465" y="1873667"/>
                        <a:pt x="1365391" y="1867852"/>
                        <a:pt x="1375386" y="1866900"/>
                      </a:cubicBezTo>
                      <a:cubicBezTo>
                        <a:pt x="1432366" y="1861473"/>
                        <a:pt x="1489686" y="1860550"/>
                        <a:pt x="1546836" y="1857375"/>
                      </a:cubicBezTo>
                      <a:cubicBezTo>
                        <a:pt x="1565886" y="1854200"/>
                        <a:pt x="1584806" y="1850107"/>
                        <a:pt x="1603986" y="1847850"/>
                      </a:cubicBezTo>
                      <a:cubicBezTo>
                        <a:pt x="1638815" y="1843752"/>
                        <a:pt x="1674000" y="1842960"/>
                        <a:pt x="1708761" y="1838325"/>
                      </a:cubicBezTo>
                      <a:cubicBezTo>
                        <a:pt x="1721737" y="1836595"/>
                        <a:pt x="1733994" y="1831212"/>
                        <a:pt x="1746861" y="1828800"/>
                      </a:cubicBezTo>
                      <a:cubicBezTo>
                        <a:pt x="1784825" y="1821682"/>
                        <a:pt x="1823061" y="1816100"/>
                        <a:pt x="1861161" y="1809750"/>
                      </a:cubicBezTo>
                      <a:cubicBezTo>
                        <a:pt x="1880211" y="1806575"/>
                        <a:pt x="1899575" y="1804909"/>
                        <a:pt x="1918311" y="1800225"/>
                      </a:cubicBezTo>
                      <a:cubicBezTo>
                        <a:pt x="1966151" y="1788265"/>
                        <a:pt x="1943992" y="1794840"/>
                        <a:pt x="1984986" y="1781175"/>
                      </a:cubicBezTo>
                      <a:cubicBezTo>
                        <a:pt x="2001041" y="1757093"/>
                        <a:pt x="2007927" y="1752193"/>
                        <a:pt x="2013561" y="1724025"/>
                      </a:cubicBezTo>
                      <a:cubicBezTo>
                        <a:pt x="2014806" y="1717798"/>
                        <a:pt x="2013561" y="1676400"/>
                        <a:pt x="2013561" y="16668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Freeform: Shape 10">
                  <a:extLst>
                    <a:ext uri="{FF2B5EF4-FFF2-40B4-BE49-F238E27FC236}">
                      <a16:creationId xmlns:a16="http://schemas.microsoft.com/office/drawing/2014/main" id="{88D01609-24CD-5B5A-0417-C5B3A0D1D2E6}"/>
                    </a:ext>
                  </a:extLst>
                </p:cNvPr>
                <p:cNvSpPr/>
                <p:nvPr/>
              </p:nvSpPr>
              <p:spPr>
                <a:xfrm>
                  <a:off x="1450235" y="1845737"/>
                  <a:ext cx="1419837" cy="2211559"/>
                </a:xfrm>
                <a:custGeom>
                  <a:avLst/>
                  <a:gdLst>
                    <a:gd name="connsiteX0" fmla="*/ 1409811 w 1419837"/>
                    <a:gd name="connsiteY0" fmla="*/ 1238250 h 2181225"/>
                    <a:gd name="connsiteX1" fmla="*/ 1409811 w 1419837"/>
                    <a:gd name="connsiteY1" fmla="*/ 1238250 h 2181225"/>
                    <a:gd name="connsiteX2" fmla="*/ 1409811 w 1419837"/>
                    <a:gd name="connsiteY2" fmla="*/ 1028700 h 2181225"/>
                    <a:gd name="connsiteX3" fmla="*/ 1390761 w 1419837"/>
                    <a:gd name="connsiteY3" fmla="*/ 971550 h 2181225"/>
                    <a:gd name="connsiteX4" fmla="*/ 1381236 w 1419837"/>
                    <a:gd name="connsiteY4" fmla="*/ 914400 h 2181225"/>
                    <a:gd name="connsiteX5" fmla="*/ 1371711 w 1419837"/>
                    <a:gd name="connsiteY5" fmla="*/ 762000 h 2181225"/>
                    <a:gd name="connsiteX6" fmla="*/ 1352661 w 1419837"/>
                    <a:gd name="connsiteY6" fmla="*/ 714375 h 2181225"/>
                    <a:gd name="connsiteX7" fmla="*/ 1333611 w 1419837"/>
                    <a:gd name="connsiteY7" fmla="*/ 590550 h 2181225"/>
                    <a:gd name="connsiteX8" fmla="*/ 1314561 w 1419837"/>
                    <a:gd name="connsiteY8" fmla="*/ 552450 h 2181225"/>
                    <a:gd name="connsiteX9" fmla="*/ 1295511 w 1419837"/>
                    <a:gd name="connsiteY9" fmla="*/ 419100 h 2181225"/>
                    <a:gd name="connsiteX10" fmla="*/ 1276461 w 1419837"/>
                    <a:gd name="connsiteY10" fmla="*/ 352425 h 2181225"/>
                    <a:gd name="connsiteX11" fmla="*/ 1266936 w 1419837"/>
                    <a:gd name="connsiteY11" fmla="*/ 314325 h 2181225"/>
                    <a:gd name="connsiteX12" fmla="*/ 1228836 w 1419837"/>
                    <a:gd name="connsiteY12" fmla="*/ 257175 h 2181225"/>
                    <a:gd name="connsiteX13" fmla="*/ 1171686 w 1419837"/>
                    <a:gd name="connsiteY13" fmla="*/ 219075 h 2181225"/>
                    <a:gd name="connsiteX14" fmla="*/ 1152636 w 1419837"/>
                    <a:gd name="connsiteY14" fmla="*/ 190500 h 2181225"/>
                    <a:gd name="connsiteX15" fmla="*/ 1143111 w 1419837"/>
                    <a:gd name="connsiteY15" fmla="*/ 161925 h 2181225"/>
                    <a:gd name="connsiteX16" fmla="*/ 1114536 w 1419837"/>
                    <a:gd name="connsiteY16" fmla="*/ 152400 h 2181225"/>
                    <a:gd name="connsiteX17" fmla="*/ 1105011 w 1419837"/>
                    <a:gd name="connsiteY17" fmla="*/ 123825 h 2181225"/>
                    <a:gd name="connsiteX18" fmla="*/ 1047861 w 1419837"/>
                    <a:gd name="connsiteY18" fmla="*/ 85725 h 2181225"/>
                    <a:gd name="connsiteX19" fmla="*/ 1009761 w 1419837"/>
                    <a:gd name="connsiteY19" fmla="*/ 57150 h 2181225"/>
                    <a:gd name="connsiteX20" fmla="*/ 990711 w 1419837"/>
                    <a:gd name="connsiteY20" fmla="*/ 28575 h 2181225"/>
                    <a:gd name="connsiteX21" fmla="*/ 933561 w 1419837"/>
                    <a:gd name="connsiteY21" fmla="*/ 0 h 2181225"/>
                    <a:gd name="connsiteX22" fmla="*/ 419211 w 1419837"/>
                    <a:gd name="connsiteY22" fmla="*/ 9525 h 2181225"/>
                    <a:gd name="connsiteX23" fmla="*/ 371586 w 1419837"/>
                    <a:gd name="connsiteY23" fmla="*/ 57150 h 2181225"/>
                    <a:gd name="connsiteX24" fmla="*/ 343011 w 1419837"/>
                    <a:gd name="connsiteY24" fmla="*/ 66675 h 2181225"/>
                    <a:gd name="connsiteX25" fmla="*/ 323961 w 1419837"/>
                    <a:gd name="connsiteY25" fmla="*/ 95250 h 2181225"/>
                    <a:gd name="connsiteX26" fmla="*/ 266811 w 1419837"/>
                    <a:gd name="connsiteY26" fmla="*/ 114300 h 2181225"/>
                    <a:gd name="connsiteX27" fmla="*/ 219186 w 1419837"/>
                    <a:gd name="connsiteY27" fmla="*/ 152400 h 2181225"/>
                    <a:gd name="connsiteX28" fmla="*/ 162036 w 1419837"/>
                    <a:gd name="connsiteY28" fmla="*/ 190500 h 2181225"/>
                    <a:gd name="connsiteX29" fmla="*/ 95361 w 1419837"/>
                    <a:gd name="connsiteY29" fmla="*/ 257175 h 2181225"/>
                    <a:gd name="connsiteX30" fmla="*/ 66786 w 1419837"/>
                    <a:gd name="connsiteY30" fmla="*/ 314325 h 2181225"/>
                    <a:gd name="connsiteX31" fmla="*/ 9636 w 1419837"/>
                    <a:gd name="connsiteY31" fmla="*/ 352425 h 2181225"/>
                    <a:gd name="connsiteX32" fmla="*/ 111 w 1419837"/>
                    <a:gd name="connsiteY32" fmla="*/ 381000 h 2181225"/>
                    <a:gd name="connsiteX33" fmla="*/ 38211 w 1419837"/>
                    <a:gd name="connsiteY33" fmla="*/ 476250 h 2181225"/>
                    <a:gd name="connsiteX34" fmla="*/ 47736 w 1419837"/>
                    <a:gd name="connsiteY34" fmla="*/ 523875 h 2181225"/>
                    <a:gd name="connsiteX35" fmla="*/ 57261 w 1419837"/>
                    <a:gd name="connsiteY35" fmla="*/ 552450 h 2181225"/>
                    <a:gd name="connsiteX36" fmla="*/ 66786 w 1419837"/>
                    <a:gd name="connsiteY36" fmla="*/ 600075 h 2181225"/>
                    <a:gd name="connsiteX37" fmla="*/ 85836 w 1419837"/>
                    <a:gd name="connsiteY37" fmla="*/ 666750 h 2181225"/>
                    <a:gd name="connsiteX38" fmla="*/ 114411 w 1419837"/>
                    <a:gd name="connsiteY38" fmla="*/ 752475 h 2181225"/>
                    <a:gd name="connsiteX39" fmla="*/ 152511 w 1419837"/>
                    <a:gd name="connsiteY39" fmla="*/ 857250 h 2181225"/>
                    <a:gd name="connsiteX40" fmla="*/ 190611 w 1419837"/>
                    <a:gd name="connsiteY40" fmla="*/ 942975 h 2181225"/>
                    <a:gd name="connsiteX41" fmla="*/ 209661 w 1419837"/>
                    <a:gd name="connsiteY41" fmla="*/ 1047750 h 2181225"/>
                    <a:gd name="connsiteX42" fmla="*/ 228711 w 1419837"/>
                    <a:gd name="connsiteY42" fmla="*/ 1085850 h 2181225"/>
                    <a:gd name="connsiteX43" fmla="*/ 238236 w 1419837"/>
                    <a:gd name="connsiteY43" fmla="*/ 1152525 h 2181225"/>
                    <a:gd name="connsiteX44" fmla="*/ 247761 w 1419837"/>
                    <a:gd name="connsiteY44" fmla="*/ 1200150 h 2181225"/>
                    <a:gd name="connsiteX45" fmla="*/ 276336 w 1419837"/>
                    <a:gd name="connsiteY45" fmla="*/ 1352550 h 2181225"/>
                    <a:gd name="connsiteX46" fmla="*/ 304911 w 1419837"/>
                    <a:gd name="connsiteY46" fmla="*/ 1390650 h 2181225"/>
                    <a:gd name="connsiteX47" fmla="*/ 314436 w 1419837"/>
                    <a:gd name="connsiteY47" fmla="*/ 1419225 h 2181225"/>
                    <a:gd name="connsiteX48" fmla="*/ 323961 w 1419837"/>
                    <a:gd name="connsiteY48" fmla="*/ 1476375 h 2181225"/>
                    <a:gd name="connsiteX49" fmla="*/ 343011 w 1419837"/>
                    <a:gd name="connsiteY49" fmla="*/ 1504950 h 2181225"/>
                    <a:gd name="connsiteX50" fmla="*/ 362061 w 1419837"/>
                    <a:gd name="connsiteY50" fmla="*/ 1571625 h 2181225"/>
                    <a:gd name="connsiteX51" fmla="*/ 371586 w 1419837"/>
                    <a:gd name="connsiteY51" fmla="*/ 1600200 h 2181225"/>
                    <a:gd name="connsiteX52" fmla="*/ 381111 w 1419837"/>
                    <a:gd name="connsiteY52" fmla="*/ 1638300 h 2181225"/>
                    <a:gd name="connsiteX53" fmla="*/ 400161 w 1419837"/>
                    <a:gd name="connsiteY53" fmla="*/ 1685925 h 2181225"/>
                    <a:gd name="connsiteX54" fmla="*/ 428736 w 1419837"/>
                    <a:gd name="connsiteY54" fmla="*/ 1771650 h 2181225"/>
                    <a:gd name="connsiteX55" fmla="*/ 438261 w 1419837"/>
                    <a:gd name="connsiteY55" fmla="*/ 1800225 h 2181225"/>
                    <a:gd name="connsiteX56" fmla="*/ 447786 w 1419837"/>
                    <a:gd name="connsiteY56" fmla="*/ 1828800 h 2181225"/>
                    <a:gd name="connsiteX57" fmla="*/ 476361 w 1419837"/>
                    <a:gd name="connsiteY57" fmla="*/ 1924050 h 2181225"/>
                    <a:gd name="connsiteX58" fmla="*/ 485886 w 1419837"/>
                    <a:gd name="connsiteY58" fmla="*/ 1952625 h 2181225"/>
                    <a:gd name="connsiteX59" fmla="*/ 495411 w 1419837"/>
                    <a:gd name="connsiteY59" fmla="*/ 1981200 h 2181225"/>
                    <a:gd name="connsiteX60" fmla="*/ 514461 w 1419837"/>
                    <a:gd name="connsiteY60" fmla="*/ 2066925 h 2181225"/>
                    <a:gd name="connsiteX61" fmla="*/ 523986 w 1419837"/>
                    <a:gd name="connsiteY61" fmla="*/ 2095500 h 2181225"/>
                    <a:gd name="connsiteX62" fmla="*/ 543036 w 1419837"/>
                    <a:gd name="connsiteY62" fmla="*/ 2124075 h 2181225"/>
                    <a:gd name="connsiteX63" fmla="*/ 600186 w 1419837"/>
                    <a:gd name="connsiteY63" fmla="*/ 2181225 h 2181225"/>
                    <a:gd name="connsiteX64" fmla="*/ 809736 w 1419837"/>
                    <a:gd name="connsiteY64" fmla="*/ 2171700 h 2181225"/>
                    <a:gd name="connsiteX65" fmla="*/ 838311 w 1419837"/>
                    <a:gd name="connsiteY65" fmla="*/ 2162175 h 2181225"/>
                    <a:gd name="connsiteX66" fmla="*/ 885936 w 1419837"/>
                    <a:gd name="connsiteY66" fmla="*/ 2076450 h 2181225"/>
                    <a:gd name="connsiteX67" fmla="*/ 914511 w 1419837"/>
                    <a:gd name="connsiteY67" fmla="*/ 1790700 h 2181225"/>
                    <a:gd name="connsiteX68" fmla="*/ 943086 w 1419837"/>
                    <a:gd name="connsiteY68" fmla="*/ 1704975 h 2181225"/>
                    <a:gd name="connsiteX69" fmla="*/ 952611 w 1419837"/>
                    <a:gd name="connsiteY69" fmla="*/ 1676400 h 2181225"/>
                    <a:gd name="connsiteX70" fmla="*/ 990711 w 1419837"/>
                    <a:gd name="connsiteY70" fmla="*/ 1619250 h 2181225"/>
                    <a:gd name="connsiteX71" fmla="*/ 1038336 w 1419837"/>
                    <a:gd name="connsiteY71" fmla="*/ 1533525 h 2181225"/>
                    <a:gd name="connsiteX72" fmla="*/ 1076436 w 1419837"/>
                    <a:gd name="connsiteY72" fmla="*/ 1476375 h 2181225"/>
                    <a:gd name="connsiteX73" fmla="*/ 1095486 w 1419837"/>
                    <a:gd name="connsiteY73" fmla="*/ 1447800 h 2181225"/>
                    <a:gd name="connsiteX74" fmla="*/ 1124061 w 1419837"/>
                    <a:gd name="connsiteY74" fmla="*/ 1428750 h 2181225"/>
                    <a:gd name="connsiteX75" fmla="*/ 1143111 w 1419837"/>
                    <a:gd name="connsiteY75" fmla="*/ 1400175 h 2181225"/>
                    <a:gd name="connsiteX76" fmla="*/ 1200261 w 1419837"/>
                    <a:gd name="connsiteY76" fmla="*/ 1362075 h 2181225"/>
                    <a:gd name="connsiteX77" fmla="*/ 1219311 w 1419837"/>
                    <a:gd name="connsiteY77" fmla="*/ 1333500 h 2181225"/>
                    <a:gd name="connsiteX78" fmla="*/ 1314561 w 1419837"/>
                    <a:gd name="connsiteY78" fmla="*/ 1304925 h 2181225"/>
                    <a:gd name="connsiteX79" fmla="*/ 1409811 w 1419837"/>
                    <a:gd name="connsiteY79" fmla="*/ 1238250 h 2181225"/>
                    <a:gd name="connsiteX0" fmla="*/ 1409811 w 1419837"/>
                    <a:gd name="connsiteY0" fmla="*/ 1268584 h 2211559"/>
                    <a:gd name="connsiteX1" fmla="*/ 1409811 w 1419837"/>
                    <a:gd name="connsiteY1" fmla="*/ 1268584 h 2211559"/>
                    <a:gd name="connsiteX2" fmla="*/ 1409811 w 1419837"/>
                    <a:gd name="connsiteY2" fmla="*/ 1059034 h 2211559"/>
                    <a:gd name="connsiteX3" fmla="*/ 1390761 w 1419837"/>
                    <a:gd name="connsiteY3" fmla="*/ 1001884 h 2211559"/>
                    <a:gd name="connsiteX4" fmla="*/ 1381236 w 1419837"/>
                    <a:gd name="connsiteY4" fmla="*/ 944734 h 2211559"/>
                    <a:gd name="connsiteX5" fmla="*/ 1371711 w 1419837"/>
                    <a:gd name="connsiteY5" fmla="*/ 792334 h 2211559"/>
                    <a:gd name="connsiteX6" fmla="*/ 1352661 w 1419837"/>
                    <a:gd name="connsiteY6" fmla="*/ 744709 h 2211559"/>
                    <a:gd name="connsiteX7" fmla="*/ 1333611 w 1419837"/>
                    <a:gd name="connsiteY7" fmla="*/ 620884 h 2211559"/>
                    <a:gd name="connsiteX8" fmla="*/ 1314561 w 1419837"/>
                    <a:gd name="connsiteY8" fmla="*/ 582784 h 2211559"/>
                    <a:gd name="connsiteX9" fmla="*/ 1295511 w 1419837"/>
                    <a:gd name="connsiteY9" fmla="*/ 449434 h 2211559"/>
                    <a:gd name="connsiteX10" fmla="*/ 1276461 w 1419837"/>
                    <a:gd name="connsiteY10" fmla="*/ 382759 h 2211559"/>
                    <a:gd name="connsiteX11" fmla="*/ 1266936 w 1419837"/>
                    <a:gd name="connsiteY11" fmla="*/ 344659 h 2211559"/>
                    <a:gd name="connsiteX12" fmla="*/ 1228836 w 1419837"/>
                    <a:gd name="connsiteY12" fmla="*/ 287509 h 2211559"/>
                    <a:gd name="connsiteX13" fmla="*/ 1171686 w 1419837"/>
                    <a:gd name="connsiteY13" fmla="*/ 249409 h 2211559"/>
                    <a:gd name="connsiteX14" fmla="*/ 1152636 w 1419837"/>
                    <a:gd name="connsiteY14" fmla="*/ 220834 h 2211559"/>
                    <a:gd name="connsiteX15" fmla="*/ 1143111 w 1419837"/>
                    <a:gd name="connsiteY15" fmla="*/ 192259 h 2211559"/>
                    <a:gd name="connsiteX16" fmla="*/ 1114536 w 1419837"/>
                    <a:gd name="connsiteY16" fmla="*/ 182734 h 2211559"/>
                    <a:gd name="connsiteX17" fmla="*/ 1105011 w 1419837"/>
                    <a:gd name="connsiteY17" fmla="*/ 154159 h 2211559"/>
                    <a:gd name="connsiteX18" fmla="*/ 1047861 w 1419837"/>
                    <a:gd name="connsiteY18" fmla="*/ 116059 h 2211559"/>
                    <a:gd name="connsiteX19" fmla="*/ 1009761 w 1419837"/>
                    <a:gd name="connsiteY19" fmla="*/ 87484 h 2211559"/>
                    <a:gd name="connsiteX20" fmla="*/ 990711 w 1419837"/>
                    <a:gd name="connsiteY20" fmla="*/ 58909 h 2211559"/>
                    <a:gd name="connsiteX21" fmla="*/ 933561 w 1419837"/>
                    <a:gd name="connsiteY21" fmla="*/ 30334 h 2211559"/>
                    <a:gd name="connsiteX22" fmla="*/ 654161 w 1419837"/>
                    <a:gd name="connsiteY22" fmla="*/ 1759 h 2211559"/>
                    <a:gd name="connsiteX23" fmla="*/ 371586 w 1419837"/>
                    <a:gd name="connsiteY23" fmla="*/ 87484 h 2211559"/>
                    <a:gd name="connsiteX24" fmla="*/ 343011 w 1419837"/>
                    <a:gd name="connsiteY24" fmla="*/ 97009 h 2211559"/>
                    <a:gd name="connsiteX25" fmla="*/ 323961 w 1419837"/>
                    <a:gd name="connsiteY25" fmla="*/ 125584 h 2211559"/>
                    <a:gd name="connsiteX26" fmla="*/ 266811 w 1419837"/>
                    <a:gd name="connsiteY26" fmla="*/ 144634 h 2211559"/>
                    <a:gd name="connsiteX27" fmla="*/ 219186 w 1419837"/>
                    <a:gd name="connsiteY27" fmla="*/ 182734 h 2211559"/>
                    <a:gd name="connsiteX28" fmla="*/ 162036 w 1419837"/>
                    <a:gd name="connsiteY28" fmla="*/ 220834 h 2211559"/>
                    <a:gd name="connsiteX29" fmla="*/ 95361 w 1419837"/>
                    <a:gd name="connsiteY29" fmla="*/ 287509 h 2211559"/>
                    <a:gd name="connsiteX30" fmla="*/ 66786 w 1419837"/>
                    <a:gd name="connsiteY30" fmla="*/ 344659 h 2211559"/>
                    <a:gd name="connsiteX31" fmla="*/ 9636 w 1419837"/>
                    <a:gd name="connsiteY31" fmla="*/ 382759 h 2211559"/>
                    <a:gd name="connsiteX32" fmla="*/ 111 w 1419837"/>
                    <a:gd name="connsiteY32" fmla="*/ 411334 h 2211559"/>
                    <a:gd name="connsiteX33" fmla="*/ 38211 w 1419837"/>
                    <a:gd name="connsiteY33" fmla="*/ 506584 h 2211559"/>
                    <a:gd name="connsiteX34" fmla="*/ 47736 w 1419837"/>
                    <a:gd name="connsiteY34" fmla="*/ 554209 h 2211559"/>
                    <a:gd name="connsiteX35" fmla="*/ 57261 w 1419837"/>
                    <a:gd name="connsiteY35" fmla="*/ 582784 h 2211559"/>
                    <a:gd name="connsiteX36" fmla="*/ 66786 w 1419837"/>
                    <a:gd name="connsiteY36" fmla="*/ 630409 h 2211559"/>
                    <a:gd name="connsiteX37" fmla="*/ 85836 w 1419837"/>
                    <a:gd name="connsiteY37" fmla="*/ 697084 h 2211559"/>
                    <a:gd name="connsiteX38" fmla="*/ 114411 w 1419837"/>
                    <a:gd name="connsiteY38" fmla="*/ 782809 h 2211559"/>
                    <a:gd name="connsiteX39" fmla="*/ 152511 w 1419837"/>
                    <a:gd name="connsiteY39" fmla="*/ 887584 h 2211559"/>
                    <a:gd name="connsiteX40" fmla="*/ 190611 w 1419837"/>
                    <a:gd name="connsiteY40" fmla="*/ 973309 h 2211559"/>
                    <a:gd name="connsiteX41" fmla="*/ 209661 w 1419837"/>
                    <a:gd name="connsiteY41" fmla="*/ 1078084 h 2211559"/>
                    <a:gd name="connsiteX42" fmla="*/ 228711 w 1419837"/>
                    <a:gd name="connsiteY42" fmla="*/ 1116184 h 2211559"/>
                    <a:gd name="connsiteX43" fmla="*/ 238236 w 1419837"/>
                    <a:gd name="connsiteY43" fmla="*/ 1182859 h 2211559"/>
                    <a:gd name="connsiteX44" fmla="*/ 247761 w 1419837"/>
                    <a:gd name="connsiteY44" fmla="*/ 1230484 h 2211559"/>
                    <a:gd name="connsiteX45" fmla="*/ 276336 w 1419837"/>
                    <a:gd name="connsiteY45" fmla="*/ 1382884 h 2211559"/>
                    <a:gd name="connsiteX46" fmla="*/ 304911 w 1419837"/>
                    <a:gd name="connsiteY46" fmla="*/ 1420984 h 2211559"/>
                    <a:gd name="connsiteX47" fmla="*/ 314436 w 1419837"/>
                    <a:gd name="connsiteY47" fmla="*/ 1449559 h 2211559"/>
                    <a:gd name="connsiteX48" fmla="*/ 323961 w 1419837"/>
                    <a:gd name="connsiteY48" fmla="*/ 1506709 h 2211559"/>
                    <a:gd name="connsiteX49" fmla="*/ 343011 w 1419837"/>
                    <a:gd name="connsiteY49" fmla="*/ 1535284 h 2211559"/>
                    <a:gd name="connsiteX50" fmla="*/ 362061 w 1419837"/>
                    <a:gd name="connsiteY50" fmla="*/ 1601959 h 2211559"/>
                    <a:gd name="connsiteX51" fmla="*/ 371586 w 1419837"/>
                    <a:gd name="connsiteY51" fmla="*/ 1630534 h 2211559"/>
                    <a:gd name="connsiteX52" fmla="*/ 381111 w 1419837"/>
                    <a:gd name="connsiteY52" fmla="*/ 1668634 h 2211559"/>
                    <a:gd name="connsiteX53" fmla="*/ 400161 w 1419837"/>
                    <a:gd name="connsiteY53" fmla="*/ 1716259 h 2211559"/>
                    <a:gd name="connsiteX54" fmla="*/ 428736 w 1419837"/>
                    <a:gd name="connsiteY54" fmla="*/ 1801984 h 2211559"/>
                    <a:gd name="connsiteX55" fmla="*/ 438261 w 1419837"/>
                    <a:gd name="connsiteY55" fmla="*/ 1830559 h 2211559"/>
                    <a:gd name="connsiteX56" fmla="*/ 447786 w 1419837"/>
                    <a:gd name="connsiteY56" fmla="*/ 1859134 h 2211559"/>
                    <a:gd name="connsiteX57" fmla="*/ 476361 w 1419837"/>
                    <a:gd name="connsiteY57" fmla="*/ 1954384 h 2211559"/>
                    <a:gd name="connsiteX58" fmla="*/ 485886 w 1419837"/>
                    <a:gd name="connsiteY58" fmla="*/ 1982959 h 2211559"/>
                    <a:gd name="connsiteX59" fmla="*/ 495411 w 1419837"/>
                    <a:gd name="connsiteY59" fmla="*/ 2011534 h 2211559"/>
                    <a:gd name="connsiteX60" fmla="*/ 514461 w 1419837"/>
                    <a:gd name="connsiteY60" fmla="*/ 2097259 h 2211559"/>
                    <a:gd name="connsiteX61" fmla="*/ 523986 w 1419837"/>
                    <a:gd name="connsiteY61" fmla="*/ 2125834 h 2211559"/>
                    <a:gd name="connsiteX62" fmla="*/ 543036 w 1419837"/>
                    <a:gd name="connsiteY62" fmla="*/ 2154409 h 2211559"/>
                    <a:gd name="connsiteX63" fmla="*/ 600186 w 1419837"/>
                    <a:gd name="connsiteY63" fmla="*/ 2211559 h 2211559"/>
                    <a:gd name="connsiteX64" fmla="*/ 809736 w 1419837"/>
                    <a:gd name="connsiteY64" fmla="*/ 2202034 h 2211559"/>
                    <a:gd name="connsiteX65" fmla="*/ 838311 w 1419837"/>
                    <a:gd name="connsiteY65" fmla="*/ 2192509 h 2211559"/>
                    <a:gd name="connsiteX66" fmla="*/ 885936 w 1419837"/>
                    <a:gd name="connsiteY66" fmla="*/ 2106784 h 2211559"/>
                    <a:gd name="connsiteX67" fmla="*/ 914511 w 1419837"/>
                    <a:gd name="connsiteY67" fmla="*/ 1821034 h 2211559"/>
                    <a:gd name="connsiteX68" fmla="*/ 943086 w 1419837"/>
                    <a:gd name="connsiteY68" fmla="*/ 1735309 h 2211559"/>
                    <a:gd name="connsiteX69" fmla="*/ 952611 w 1419837"/>
                    <a:gd name="connsiteY69" fmla="*/ 1706734 h 2211559"/>
                    <a:gd name="connsiteX70" fmla="*/ 990711 w 1419837"/>
                    <a:gd name="connsiteY70" fmla="*/ 1649584 h 2211559"/>
                    <a:gd name="connsiteX71" fmla="*/ 1038336 w 1419837"/>
                    <a:gd name="connsiteY71" fmla="*/ 1563859 h 2211559"/>
                    <a:gd name="connsiteX72" fmla="*/ 1076436 w 1419837"/>
                    <a:gd name="connsiteY72" fmla="*/ 1506709 h 2211559"/>
                    <a:gd name="connsiteX73" fmla="*/ 1095486 w 1419837"/>
                    <a:gd name="connsiteY73" fmla="*/ 1478134 h 2211559"/>
                    <a:gd name="connsiteX74" fmla="*/ 1124061 w 1419837"/>
                    <a:gd name="connsiteY74" fmla="*/ 1459084 h 2211559"/>
                    <a:gd name="connsiteX75" fmla="*/ 1143111 w 1419837"/>
                    <a:gd name="connsiteY75" fmla="*/ 1430509 h 2211559"/>
                    <a:gd name="connsiteX76" fmla="*/ 1200261 w 1419837"/>
                    <a:gd name="connsiteY76" fmla="*/ 1392409 h 2211559"/>
                    <a:gd name="connsiteX77" fmla="*/ 1219311 w 1419837"/>
                    <a:gd name="connsiteY77" fmla="*/ 1363834 h 2211559"/>
                    <a:gd name="connsiteX78" fmla="*/ 1314561 w 1419837"/>
                    <a:gd name="connsiteY78" fmla="*/ 1335259 h 2211559"/>
                    <a:gd name="connsiteX79" fmla="*/ 1409811 w 1419837"/>
                    <a:gd name="connsiteY79" fmla="*/ 1268584 h 2211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1419837" h="2211559">
                      <a:moveTo>
                        <a:pt x="1409811" y="1268584"/>
                      </a:moveTo>
                      <a:lnTo>
                        <a:pt x="1409811" y="1268584"/>
                      </a:lnTo>
                      <a:cubicBezTo>
                        <a:pt x="1419330" y="1173396"/>
                        <a:pt x="1426551" y="1159476"/>
                        <a:pt x="1409811" y="1059034"/>
                      </a:cubicBezTo>
                      <a:cubicBezTo>
                        <a:pt x="1406510" y="1039227"/>
                        <a:pt x="1394062" y="1021691"/>
                        <a:pt x="1390761" y="1001884"/>
                      </a:cubicBezTo>
                      <a:lnTo>
                        <a:pt x="1381236" y="944734"/>
                      </a:lnTo>
                      <a:cubicBezTo>
                        <a:pt x="1378061" y="893934"/>
                        <a:pt x="1378909" y="842722"/>
                        <a:pt x="1371711" y="792334"/>
                      </a:cubicBezTo>
                      <a:cubicBezTo>
                        <a:pt x="1369293" y="775408"/>
                        <a:pt x="1356506" y="761369"/>
                        <a:pt x="1352661" y="744709"/>
                      </a:cubicBezTo>
                      <a:cubicBezTo>
                        <a:pt x="1343909" y="706783"/>
                        <a:pt x="1346397" y="659243"/>
                        <a:pt x="1333611" y="620884"/>
                      </a:cubicBezTo>
                      <a:cubicBezTo>
                        <a:pt x="1329121" y="607414"/>
                        <a:pt x="1320911" y="595484"/>
                        <a:pt x="1314561" y="582784"/>
                      </a:cubicBezTo>
                      <a:cubicBezTo>
                        <a:pt x="1308708" y="535960"/>
                        <a:pt x="1304666" y="495211"/>
                        <a:pt x="1295511" y="449434"/>
                      </a:cubicBezTo>
                      <a:cubicBezTo>
                        <a:pt x="1285585" y="399806"/>
                        <a:pt x="1288565" y="425124"/>
                        <a:pt x="1276461" y="382759"/>
                      </a:cubicBezTo>
                      <a:cubicBezTo>
                        <a:pt x="1272865" y="370172"/>
                        <a:pt x="1272790" y="356368"/>
                        <a:pt x="1266936" y="344659"/>
                      </a:cubicBezTo>
                      <a:cubicBezTo>
                        <a:pt x="1256697" y="324181"/>
                        <a:pt x="1247886" y="300209"/>
                        <a:pt x="1228836" y="287509"/>
                      </a:cubicBezTo>
                      <a:lnTo>
                        <a:pt x="1171686" y="249409"/>
                      </a:lnTo>
                      <a:cubicBezTo>
                        <a:pt x="1165336" y="239884"/>
                        <a:pt x="1157756" y="231073"/>
                        <a:pt x="1152636" y="220834"/>
                      </a:cubicBezTo>
                      <a:cubicBezTo>
                        <a:pt x="1148146" y="211854"/>
                        <a:pt x="1150211" y="199359"/>
                        <a:pt x="1143111" y="192259"/>
                      </a:cubicBezTo>
                      <a:cubicBezTo>
                        <a:pt x="1136011" y="185159"/>
                        <a:pt x="1124061" y="185909"/>
                        <a:pt x="1114536" y="182734"/>
                      </a:cubicBezTo>
                      <a:cubicBezTo>
                        <a:pt x="1111361" y="173209"/>
                        <a:pt x="1112111" y="161259"/>
                        <a:pt x="1105011" y="154159"/>
                      </a:cubicBezTo>
                      <a:cubicBezTo>
                        <a:pt x="1088822" y="137970"/>
                        <a:pt x="1066177" y="129796"/>
                        <a:pt x="1047861" y="116059"/>
                      </a:cubicBezTo>
                      <a:cubicBezTo>
                        <a:pt x="1035161" y="106534"/>
                        <a:pt x="1020986" y="98709"/>
                        <a:pt x="1009761" y="87484"/>
                      </a:cubicBezTo>
                      <a:cubicBezTo>
                        <a:pt x="1001666" y="79389"/>
                        <a:pt x="998806" y="67004"/>
                        <a:pt x="990711" y="58909"/>
                      </a:cubicBezTo>
                      <a:cubicBezTo>
                        <a:pt x="972247" y="40445"/>
                        <a:pt x="989653" y="39859"/>
                        <a:pt x="933561" y="30334"/>
                      </a:cubicBezTo>
                      <a:cubicBezTo>
                        <a:pt x="877469" y="20809"/>
                        <a:pt x="825403" y="-7254"/>
                        <a:pt x="654161" y="1759"/>
                      </a:cubicBezTo>
                      <a:cubicBezTo>
                        <a:pt x="623574" y="3369"/>
                        <a:pt x="423444" y="71609"/>
                        <a:pt x="371586" y="87484"/>
                      </a:cubicBezTo>
                      <a:cubicBezTo>
                        <a:pt x="319728" y="103359"/>
                        <a:pt x="352536" y="93834"/>
                        <a:pt x="343011" y="97009"/>
                      </a:cubicBezTo>
                      <a:cubicBezTo>
                        <a:pt x="336661" y="106534"/>
                        <a:pt x="333669" y="119517"/>
                        <a:pt x="323961" y="125584"/>
                      </a:cubicBezTo>
                      <a:cubicBezTo>
                        <a:pt x="306933" y="136227"/>
                        <a:pt x="266811" y="144634"/>
                        <a:pt x="266811" y="144634"/>
                      </a:cubicBezTo>
                      <a:cubicBezTo>
                        <a:pt x="231612" y="197432"/>
                        <a:pt x="267900" y="155671"/>
                        <a:pt x="219186" y="182734"/>
                      </a:cubicBezTo>
                      <a:cubicBezTo>
                        <a:pt x="199172" y="193853"/>
                        <a:pt x="162036" y="220834"/>
                        <a:pt x="162036" y="220834"/>
                      </a:cubicBezTo>
                      <a:cubicBezTo>
                        <a:pt x="118367" y="286338"/>
                        <a:pt x="145656" y="270744"/>
                        <a:pt x="95361" y="287509"/>
                      </a:cubicBezTo>
                      <a:cubicBezTo>
                        <a:pt x="88567" y="307892"/>
                        <a:pt x="84164" y="329453"/>
                        <a:pt x="66786" y="344659"/>
                      </a:cubicBezTo>
                      <a:cubicBezTo>
                        <a:pt x="49556" y="359736"/>
                        <a:pt x="9636" y="382759"/>
                        <a:pt x="9636" y="382759"/>
                      </a:cubicBezTo>
                      <a:cubicBezTo>
                        <a:pt x="6461" y="392284"/>
                        <a:pt x="-998" y="401355"/>
                        <a:pt x="111" y="411334"/>
                      </a:cubicBezTo>
                      <a:cubicBezTo>
                        <a:pt x="3474" y="441600"/>
                        <a:pt x="24448" y="479058"/>
                        <a:pt x="38211" y="506584"/>
                      </a:cubicBezTo>
                      <a:cubicBezTo>
                        <a:pt x="41386" y="522459"/>
                        <a:pt x="43809" y="538503"/>
                        <a:pt x="47736" y="554209"/>
                      </a:cubicBezTo>
                      <a:cubicBezTo>
                        <a:pt x="50171" y="563949"/>
                        <a:pt x="54826" y="573044"/>
                        <a:pt x="57261" y="582784"/>
                      </a:cubicBezTo>
                      <a:cubicBezTo>
                        <a:pt x="61188" y="598490"/>
                        <a:pt x="62859" y="614703"/>
                        <a:pt x="66786" y="630409"/>
                      </a:cubicBezTo>
                      <a:cubicBezTo>
                        <a:pt x="72392" y="652833"/>
                        <a:pt x="80639" y="674562"/>
                        <a:pt x="85836" y="697084"/>
                      </a:cubicBezTo>
                      <a:cubicBezTo>
                        <a:pt x="103953" y="775591"/>
                        <a:pt x="80671" y="732199"/>
                        <a:pt x="114411" y="782809"/>
                      </a:cubicBezTo>
                      <a:cubicBezTo>
                        <a:pt x="133558" y="878543"/>
                        <a:pt x="109533" y="780139"/>
                        <a:pt x="152511" y="887584"/>
                      </a:cubicBezTo>
                      <a:cubicBezTo>
                        <a:pt x="191753" y="985690"/>
                        <a:pt x="119624" y="854998"/>
                        <a:pt x="190611" y="973309"/>
                      </a:cubicBezTo>
                      <a:cubicBezTo>
                        <a:pt x="192210" y="982904"/>
                        <a:pt x="205223" y="1064771"/>
                        <a:pt x="209661" y="1078084"/>
                      </a:cubicBezTo>
                      <a:cubicBezTo>
                        <a:pt x="214151" y="1091554"/>
                        <a:pt x="222361" y="1103484"/>
                        <a:pt x="228711" y="1116184"/>
                      </a:cubicBezTo>
                      <a:cubicBezTo>
                        <a:pt x="231886" y="1138409"/>
                        <a:pt x="234545" y="1160714"/>
                        <a:pt x="238236" y="1182859"/>
                      </a:cubicBezTo>
                      <a:cubicBezTo>
                        <a:pt x="240898" y="1198828"/>
                        <a:pt x="245299" y="1214483"/>
                        <a:pt x="247761" y="1230484"/>
                      </a:cubicBezTo>
                      <a:cubicBezTo>
                        <a:pt x="255569" y="1281238"/>
                        <a:pt x="256155" y="1334450"/>
                        <a:pt x="276336" y="1382884"/>
                      </a:cubicBezTo>
                      <a:cubicBezTo>
                        <a:pt x="282442" y="1397538"/>
                        <a:pt x="295386" y="1408284"/>
                        <a:pt x="304911" y="1420984"/>
                      </a:cubicBezTo>
                      <a:cubicBezTo>
                        <a:pt x="308086" y="1430509"/>
                        <a:pt x="312258" y="1439758"/>
                        <a:pt x="314436" y="1449559"/>
                      </a:cubicBezTo>
                      <a:cubicBezTo>
                        <a:pt x="318626" y="1468412"/>
                        <a:pt x="317854" y="1488387"/>
                        <a:pt x="323961" y="1506709"/>
                      </a:cubicBezTo>
                      <a:cubicBezTo>
                        <a:pt x="327581" y="1517569"/>
                        <a:pt x="337891" y="1525045"/>
                        <a:pt x="343011" y="1535284"/>
                      </a:cubicBezTo>
                      <a:cubicBezTo>
                        <a:pt x="350624" y="1550509"/>
                        <a:pt x="357992" y="1587717"/>
                        <a:pt x="362061" y="1601959"/>
                      </a:cubicBezTo>
                      <a:cubicBezTo>
                        <a:pt x="364819" y="1611613"/>
                        <a:pt x="368828" y="1620880"/>
                        <a:pt x="371586" y="1630534"/>
                      </a:cubicBezTo>
                      <a:cubicBezTo>
                        <a:pt x="375182" y="1643121"/>
                        <a:pt x="376971" y="1656215"/>
                        <a:pt x="381111" y="1668634"/>
                      </a:cubicBezTo>
                      <a:cubicBezTo>
                        <a:pt x="386518" y="1684854"/>
                        <a:pt x="394410" y="1700157"/>
                        <a:pt x="400161" y="1716259"/>
                      </a:cubicBezTo>
                      <a:cubicBezTo>
                        <a:pt x="410292" y="1744625"/>
                        <a:pt x="419211" y="1773409"/>
                        <a:pt x="428736" y="1801984"/>
                      </a:cubicBezTo>
                      <a:lnTo>
                        <a:pt x="438261" y="1830559"/>
                      </a:lnTo>
                      <a:cubicBezTo>
                        <a:pt x="441436" y="1840084"/>
                        <a:pt x="445351" y="1849394"/>
                        <a:pt x="447786" y="1859134"/>
                      </a:cubicBezTo>
                      <a:cubicBezTo>
                        <a:pt x="462181" y="1916715"/>
                        <a:pt x="453171" y="1884815"/>
                        <a:pt x="476361" y="1954384"/>
                      </a:cubicBezTo>
                      <a:lnTo>
                        <a:pt x="485886" y="1982959"/>
                      </a:lnTo>
                      <a:cubicBezTo>
                        <a:pt x="489061" y="1992484"/>
                        <a:pt x="493442" y="2001689"/>
                        <a:pt x="495411" y="2011534"/>
                      </a:cubicBezTo>
                      <a:cubicBezTo>
                        <a:pt x="501958" y="2044270"/>
                        <a:pt x="505493" y="2065872"/>
                        <a:pt x="514461" y="2097259"/>
                      </a:cubicBezTo>
                      <a:cubicBezTo>
                        <a:pt x="517219" y="2106913"/>
                        <a:pt x="519496" y="2116854"/>
                        <a:pt x="523986" y="2125834"/>
                      </a:cubicBezTo>
                      <a:cubicBezTo>
                        <a:pt x="529106" y="2136073"/>
                        <a:pt x="535431" y="2145853"/>
                        <a:pt x="543036" y="2154409"/>
                      </a:cubicBezTo>
                      <a:cubicBezTo>
                        <a:pt x="560934" y="2174545"/>
                        <a:pt x="600186" y="2211559"/>
                        <a:pt x="600186" y="2211559"/>
                      </a:cubicBezTo>
                      <a:cubicBezTo>
                        <a:pt x="670036" y="2208384"/>
                        <a:pt x="740037" y="2207610"/>
                        <a:pt x="809736" y="2202034"/>
                      </a:cubicBezTo>
                      <a:cubicBezTo>
                        <a:pt x="819744" y="2201233"/>
                        <a:pt x="831211" y="2199609"/>
                        <a:pt x="838311" y="2192509"/>
                      </a:cubicBezTo>
                      <a:cubicBezTo>
                        <a:pt x="871063" y="2159757"/>
                        <a:pt x="873958" y="2142717"/>
                        <a:pt x="885936" y="2106784"/>
                      </a:cubicBezTo>
                      <a:cubicBezTo>
                        <a:pt x="889921" y="2058967"/>
                        <a:pt x="906754" y="1844306"/>
                        <a:pt x="914511" y="1821034"/>
                      </a:cubicBezTo>
                      <a:lnTo>
                        <a:pt x="943086" y="1735309"/>
                      </a:lnTo>
                      <a:cubicBezTo>
                        <a:pt x="946261" y="1725784"/>
                        <a:pt x="947042" y="1715088"/>
                        <a:pt x="952611" y="1706734"/>
                      </a:cubicBezTo>
                      <a:cubicBezTo>
                        <a:pt x="965311" y="1687684"/>
                        <a:pt x="983471" y="1671304"/>
                        <a:pt x="990711" y="1649584"/>
                      </a:cubicBezTo>
                      <a:cubicBezTo>
                        <a:pt x="1007476" y="1599289"/>
                        <a:pt x="994667" y="1629363"/>
                        <a:pt x="1038336" y="1563859"/>
                      </a:cubicBezTo>
                      <a:lnTo>
                        <a:pt x="1076436" y="1506709"/>
                      </a:lnTo>
                      <a:cubicBezTo>
                        <a:pt x="1082786" y="1497184"/>
                        <a:pt x="1085961" y="1484484"/>
                        <a:pt x="1095486" y="1478134"/>
                      </a:cubicBezTo>
                      <a:lnTo>
                        <a:pt x="1124061" y="1459084"/>
                      </a:lnTo>
                      <a:cubicBezTo>
                        <a:pt x="1130411" y="1449559"/>
                        <a:pt x="1134496" y="1438047"/>
                        <a:pt x="1143111" y="1430509"/>
                      </a:cubicBezTo>
                      <a:cubicBezTo>
                        <a:pt x="1160341" y="1415432"/>
                        <a:pt x="1200261" y="1392409"/>
                        <a:pt x="1200261" y="1392409"/>
                      </a:cubicBezTo>
                      <a:cubicBezTo>
                        <a:pt x="1206611" y="1382884"/>
                        <a:pt x="1209603" y="1369901"/>
                        <a:pt x="1219311" y="1363834"/>
                      </a:cubicBezTo>
                      <a:cubicBezTo>
                        <a:pt x="1234771" y="1354172"/>
                        <a:pt x="1292255" y="1340835"/>
                        <a:pt x="1314561" y="1335259"/>
                      </a:cubicBezTo>
                      <a:cubicBezTo>
                        <a:pt x="1374353" y="1295398"/>
                        <a:pt x="1393936" y="1279697"/>
                        <a:pt x="1409811" y="12685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Freeform: Shape 8">
                  <a:extLst>
                    <a:ext uri="{FF2B5EF4-FFF2-40B4-BE49-F238E27FC236}">
                      <a16:creationId xmlns:a16="http://schemas.microsoft.com/office/drawing/2014/main" id="{3C7F66BA-FA84-754D-D174-B39D5EE2497A}"/>
                    </a:ext>
                  </a:extLst>
                </p:cNvPr>
                <p:cNvSpPr/>
                <p:nvPr/>
              </p:nvSpPr>
              <p:spPr>
                <a:xfrm>
                  <a:off x="1011721" y="2228496"/>
                  <a:ext cx="1160749" cy="1848189"/>
                </a:xfrm>
                <a:custGeom>
                  <a:avLst/>
                  <a:gdLst>
                    <a:gd name="connsiteX0" fmla="*/ 1143475 w 1160749"/>
                    <a:gd name="connsiteY0" fmla="*/ 733425 h 1848189"/>
                    <a:gd name="connsiteX1" fmla="*/ 1105375 w 1160749"/>
                    <a:gd name="connsiteY1" fmla="*/ 628650 h 1848189"/>
                    <a:gd name="connsiteX2" fmla="*/ 1095850 w 1160749"/>
                    <a:gd name="connsiteY2" fmla="*/ 600075 h 1848189"/>
                    <a:gd name="connsiteX3" fmla="*/ 1086325 w 1160749"/>
                    <a:gd name="connsiteY3" fmla="*/ 571500 h 1848189"/>
                    <a:gd name="connsiteX4" fmla="*/ 1067275 w 1160749"/>
                    <a:gd name="connsiteY4" fmla="*/ 542925 h 1848189"/>
                    <a:gd name="connsiteX5" fmla="*/ 1057750 w 1160749"/>
                    <a:gd name="connsiteY5" fmla="*/ 514350 h 1848189"/>
                    <a:gd name="connsiteX6" fmla="*/ 991075 w 1160749"/>
                    <a:gd name="connsiteY6" fmla="*/ 438150 h 1848189"/>
                    <a:gd name="connsiteX7" fmla="*/ 914875 w 1160749"/>
                    <a:gd name="connsiteY7" fmla="*/ 352425 h 1848189"/>
                    <a:gd name="connsiteX8" fmla="*/ 886300 w 1160749"/>
                    <a:gd name="connsiteY8" fmla="*/ 323850 h 1848189"/>
                    <a:gd name="connsiteX9" fmla="*/ 848200 w 1160749"/>
                    <a:gd name="connsiteY9" fmla="*/ 314325 h 1848189"/>
                    <a:gd name="connsiteX10" fmla="*/ 810100 w 1160749"/>
                    <a:gd name="connsiteY10" fmla="*/ 266700 h 1848189"/>
                    <a:gd name="connsiteX11" fmla="*/ 724375 w 1160749"/>
                    <a:gd name="connsiteY11" fmla="*/ 200025 h 1848189"/>
                    <a:gd name="connsiteX12" fmla="*/ 676750 w 1160749"/>
                    <a:gd name="connsiteY12" fmla="*/ 161925 h 1848189"/>
                    <a:gd name="connsiteX13" fmla="*/ 657700 w 1160749"/>
                    <a:gd name="connsiteY13" fmla="*/ 133350 h 1848189"/>
                    <a:gd name="connsiteX14" fmla="*/ 600550 w 1160749"/>
                    <a:gd name="connsiteY14" fmla="*/ 95250 h 1848189"/>
                    <a:gd name="connsiteX15" fmla="*/ 571975 w 1160749"/>
                    <a:gd name="connsiteY15" fmla="*/ 66675 h 1848189"/>
                    <a:gd name="connsiteX16" fmla="*/ 543400 w 1160749"/>
                    <a:gd name="connsiteY16" fmla="*/ 57150 h 1848189"/>
                    <a:gd name="connsiteX17" fmla="*/ 467200 w 1160749"/>
                    <a:gd name="connsiteY17" fmla="*/ 9525 h 1848189"/>
                    <a:gd name="connsiteX18" fmla="*/ 438625 w 1160749"/>
                    <a:gd name="connsiteY18" fmla="*/ 0 h 1848189"/>
                    <a:gd name="connsiteX19" fmla="*/ 400525 w 1160749"/>
                    <a:gd name="connsiteY19" fmla="*/ 38100 h 1848189"/>
                    <a:gd name="connsiteX20" fmla="*/ 371950 w 1160749"/>
                    <a:gd name="connsiteY20" fmla="*/ 47625 h 1848189"/>
                    <a:gd name="connsiteX21" fmla="*/ 343375 w 1160749"/>
                    <a:gd name="connsiteY21" fmla="*/ 66675 h 1848189"/>
                    <a:gd name="connsiteX22" fmla="*/ 305275 w 1160749"/>
                    <a:gd name="connsiteY22" fmla="*/ 123825 h 1848189"/>
                    <a:gd name="connsiteX23" fmla="*/ 286225 w 1160749"/>
                    <a:gd name="connsiteY23" fmla="*/ 152400 h 1848189"/>
                    <a:gd name="connsiteX24" fmla="*/ 257650 w 1160749"/>
                    <a:gd name="connsiteY24" fmla="*/ 171450 h 1848189"/>
                    <a:gd name="connsiteX25" fmla="*/ 238600 w 1160749"/>
                    <a:gd name="connsiteY25" fmla="*/ 200025 h 1848189"/>
                    <a:gd name="connsiteX26" fmla="*/ 229075 w 1160749"/>
                    <a:gd name="connsiteY26" fmla="*/ 228600 h 1848189"/>
                    <a:gd name="connsiteX27" fmla="*/ 190975 w 1160749"/>
                    <a:gd name="connsiteY27" fmla="*/ 285750 h 1848189"/>
                    <a:gd name="connsiteX28" fmla="*/ 171925 w 1160749"/>
                    <a:gd name="connsiteY28" fmla="*/ 314325 h 1848189"/>
                    <a:gd name="connsiteX29" fmla="*/ 162400 w 1160749"/>
                    <a:gd name="connsiteY29" fmla="*/ 342900 h 1848189"/>
                    <a:gd name="connsiteX30" fmla="*/ 143350 w 1160749"/>
                    <a:gd name="connsiteY30" fmla="*/ 457200 h 1848189"/>
                    <a:gd name="connsiteX31" fmla="*/ 124300 w 1160749"/>
                    <a:gd name="connsiteY31" fmla="*/ 514350 h 1848189"/>
                    <a:gd name="connsiteX32" fmla="*/ 95725 w 1160749"/>
                    <a:gd name="connsiteY32" fmla="*/ 609600 h 1848189"/>
                    <a:gd name="connsiteX33" fmla="*/ 86200 w 1160749"/>
                    <a:gd name="connsiteY33" fmla="*/ 638175 h 1848189"/>
                    <a:gd name="connsiteX34" fmla="*/ 76675 w 1160749"/>
                    <a:gd name="connsiteY34" fmla="*/ 666750 h 1848189"/>
                    <a:gd name="connsiteX35" fmla="*/ 67150 w 1160749"/>
                    <a:gd name="connsiteY35" fmla="*/ 714375 h 1848189"/>
                    <a:gd name="connsiteX36" fmla="*/ 38575 w 1160749"/>
                    <a:gd name="connsiteY36" fmla="*/ 809625 h 1848189"/>
                    <a:gd name="connsiteX37" fmla="*/ 29050 w 1160749"/>
                    <a:gd name="connsiteY37" fmla="*/ 838200 h 1848189"/>
                    <a:gd name="connsiteX38" fmla="*/ 10000 w 1160749"/>
                    <a:gd name="connsiteY38" fmla="*/ 914400 h 1848189"/>
                    <a:gd name="connsiteX39" fmla="*/ 10000 w 1160749"/>
                    <a:gd name="connsiteY39" fmla="*/ 1257300 h 1848189"/>
                    <a:gd name="connsiteX40" fmla="*/ 48100 w 1160749"/>
                    <a:gd name="connsiteY40" fmla="*/ 1314450 h 1848189"/>
                    <a:gd name="connsiteX41" fmla="*/ 95725 w 1160749"/>
                    <a:gd name="connsiteY41" fmla="*/ 1371600 h 1848189"/>
                    <a:gd name="connsiteX42" fmla="*/ 124300 w 1160749"/>
                    <a:gd name="connsiteY42" fmla="*/ 1409700 h 1848189"/>
                    <a:gd name="connsiteX43" fmla="*/ 152875 w 1160749"/>
                    <a:gd name="connsiteY43" fmla="*/ 1428750 h 1848189"/>
                    <a:gd name="connsiteX44" fmla="*/ 210025 w 1160749"/>
                    <a:gd name="connsiteY44" fmla="*/ 1476375 h 1848189"/>
                    <a:gd name="connsiteX45" fmla="*/ 248125 w 1160749"/>
                    <a:gd name="connsiteY45" fmla="*/ 1533525 h 1848189"/>
                    <a:gd name="connsiteX46" fmla="*/ 267175 w 1160749"/>
                    <a:gd name="connsiteY46" fmla="*/ 1562100 h 1848189"/>
                    <a:gd name="connsiteX47" fmla="*/ 276700 w 1160749"/>
                    <a:gd name="connsiteY47" fmla="*/ 1590675 h 1848189"/>
                    <a:gd name="connsiteX48" fmla="*/ 305275 w 1160749"/>
                    <a:gd name="connsiteY48" fmla="*/ 1609725 h 1848189"/>
                    <a:gd name="connsiteX49" fmla="*/ 324325 w 1160749"/>
                    <a:gd name="connsiteY49" fmla="*/ 1638300 h 1848189"/>
                    <a:gd name="connsiteX50" fmla="*/ 352900 w 1160749"/>
                    <a:gd name="connsiteY50" fmla="*/ 1657350 h 1848189"/>
                    <a:gd name="connsiteX51" fmla="*/ 391000 w 1160749"/>
                    <a:gd name="connsiteY51" fmla="*/ 1695450 h 1848189"/>
                    <a:gd name="connsiteX52" fmla="*/ 410050 w 1160749"/>
                    <a:gd name="connsiteY52" fmla="*/ 1724025 h 1848189"/>
                    <a:gd name="connsiteX53" fmla="*/ 438625 w 1160749"/>
                    <a:gd name="connsiteY53" fmla="*/ 1733550 h 1848189"/>
                    <a:gd name="connsiteX54" fmla="*/ 467200 w 1160749"/>
                    <a:gd name="connsiteY54" fmla="*/ 1752600 h 1848189"/>
                    <a:gd name="connsiteX55" fmla="*/ 495775 w 1160749"/>
                    <a:gd name="connsiteY55" fmla="*/ 1762125 h 1848189"/>
                    <a:gd name="connsiteX56" fmla="*/ 524350 w 1160749"/>
                    <a:gd name="connsiteY56" fmla="*/ 1781175 h 1848189"/>
                    <a:gd name="connsiteX57" fmla="*/ 619600 w 1160749"/>
                    <a:gd name="connsiteY57" fmla="*/ 1790700 h 1848189"/>
                    <a:gd name="connsiteX58" fmla="*/ 676750 w 1160749"/>
                    <a:gd name="connsiteY58" fmla="*/ 1809750 h 1848189"/>
                    <a:gd name="connsiteX59" fmla="*/ 714850 w 1160749"/>
                    <a:gd name="connsiteY59" fmla="*/ 1819275 h 1848189"/>
                    <a:gd name="connsiteX60" fmla="*/ 772000 w 1160749"/>
                    <a:gd name="connsiteY60" fmla="*/ 1838325 h 1848189"/>
                    <a:gd name="connsiteX61" fmla="*/ 829150 w 1160749"/>
                    <a:gd name="connsiteY61" fmla="*/ 1847850 h 1848189"/>
                    <a:gd name="connsiteX62" fmla="*/ 1019650 w 1160749"/>
                    <a:gd name="connsiteY62" fmla="*/ 1828800 h 1848189"/>
                    <a:gd name="connsiteX63" fmla="*/ 1048225 w 1160749"/>
                    <a:gd name="connsiteY63" fmla="*/ 1809750 h 1848189"/>
                    <a:gd name="connsiteX64" fmla="*/ 1067275 w 1160749"/>
                    <a:gd name="connsiteY64" fmla="*/ 1466850 h 1848189"/>
                    <a:gd name="connsiteX65" fmla="*/ 1086325 w 1160749"/>
                    <a:gd name="connsiteY65" fmla="*/ 1333500 h 1848189"/>
                    <a:gd name="connsiteX66" fmla="*/ 1095850 w 1160749"/>
                    <a:gd name="connsiteY66" fmla="*/ 1257300 h 1848189"/>
                    <a:gd name="connsiteX67" fmla="*/ 1124425 w 1160749"/>
                    <a:gd name="connsiteY67" fmla="*/ 1114425 h 1848189"/>
                    <a:gd name="connsiteX68" fmla="*/ 1133950 w 1160749"/>
                    <a:gd name="connsiteY68" fmla="*/ 1038225 h 1848189"/>
                    <a:gd name="connsiteX69" fmla="*/ 1153000 w 1160749"/>
                    <a:gd name="connsiteY69" fmla="*/ 962025 h 1848189"/>
                    <a:gd name="connsiteX70" fmla="*/ 1143475 w 1160749"/>
                    <a:gd name="connsiteY70" fmla="*/ 733425 h 1848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1160749" h="1848189">
                      <a:moveTo>
                        <a:pt x="1143475" y="733425"/>
                      </a:moveTo>
                      <a:cubicBezTo>
                        <a:pt x="1116967" y="667156"/>
                        <a:pt x="1129832" y="702020"/>
                        <a:pt x="1105375" y="628650"/>
                      </a:cubicBezTo>
                      <a:lnTo>
                        <a:pt x="1095850" y="600075"/>
                      </a:lnTo>
                      <a:cubicBezTo>
                        <a:pt x="1092675" y="590550"/>
                        <a:pt x="1091894" y="579854"/>
                        <a:pt x="1086325" y="571500"/>
                      </a:cubicBezTo>
                      <a:cubicBezTo>
                        <a:pt x="1079975" y="561975"/>
                        <a:pt x="1072395" y="553164"/>
                        <a:pt x="1067275" y="542925"/>
                      </a:cubicBezTo>
                      <a:cubicBezTo>
                        <a:pt x="1062785" y="533945"/>
                        <a:pt x="1062626" y="523127"/>
                        <a:pt x="1057750" y="514350"/>
                      </a:cubicBezTo>
                      <a:cubicBezTo>
                        <a:pt x="1025066" y="455519"/>
                        <a:pt x="1032817" y="465978"/>
                        <a:pt x="991075" y="438150"/>
                      </a:cubicBezTo>
                      <a:cubicBezTo>
                        <a:pt x="957081" y="387159"/>
                        <a:pt x="980120" y="417670"/>
                        <a:pt x="914875" y="352425"/>
                      </a:cubicBezTo>
                      <a:cubicBezTo>
                        <a:pt x="905350" y="342900"/>
                        <a:pt x="899368" y="327117"/>
                        <a:pt x="886300" y="323850"/>
                      </a:cubicBezTo>
                      <a:lnTo>
                        <a:pt x="848200" y="314325"/>
                      </a:lnTo>
                      <a:cubicBezTo>
                        <a:pt x="831646" y="264662"/>
                        <a:pt x="850916" y="302981"/>
                        <a:pt x="810100" y="266700"/>
                      </a:cubicBezTo>
                      <a:cubicBezTo>
                        <a:pt x="733001" y="198167"/>
                        <a:pt x="783297" y="219666"/>
                        <a:pt x="724375" y="200025"/>
                      </a:cubicBezTo>
                      <a:cubicBezTo>
                        <a:pt x="669780" y="118133"/>
                        <a:pt x="742475" y="214505"/>
                        <a:pt x="676750" y="161925"/>
                      </a:cubicBezTo>
                      <a:cubicBezTo>
                        <a:pt x="667811" y="154774"/>
                        <a:pt x="666315" y="140888"/>
                        <a:pt x="657700" y="133350"/>
                      </a:cubicBezTo>
                      <a:cubicBezTo>
                        <a:pt x="640470" y="118273"/>
                        <a:pt x="616739" y="111439"/>
                        <a:pt x="600550" y="95250"/>
                      </a:cubicBezTo>
                      <a:cubicBezTo>
                        <a:pt x="591025" y="85725"/>
                        <a:pt x="583183" y="74147"/>
                        <a:pt x="571975" y="66675"/>
                      </a:cubicBezTo>
                      <a:cubicBezTo>
                        <a:pt x="563621" y="61106"/>
                        <a:pt x="552925" y="60325"/>
                        <a:pt x="543400" y="57150"/>
                      </a:cubicBezTo>
                      <a:cubicBezTo>
                        <a:pt x="513211" y="11867"/>
                        <a:pt x="535210" y="32195"/>
                        <a:pt x="467200" y="9525"/>
                      </a:cubicBezTo>
                      <a:lnTo>
                        <a:pt x="438625" y="0"/>
                      </a:lnTo>
                      <a:cubicBezTo>
                        <a:pt x="362425" y="25400"/>
                        <a:pt x="451325" y="-12700"/>
                        <a:pt x="400525" y="38100"/>
                      </a:cubicBezTo>
                      <a:cubicBezTo>
                        <a:pt x="393425" y="45200"/>
                        <a:pt x="380930" y="43135"/>
                        <a:pt x="371950" y="47625"/>
                      </a:cubicBezTo>
                      <a:cubicBezTo>
                        <a:pt x="361711" y="52745"/>
                        <a:pt x="352900" y="60325"/>
                        <a:pt x="343375" y="66675"/>
                      </a:cubicBezTo>
                      <a:lnTo>
                        <a:pt x="305275" y="123825"/>
                      </a:lnTo>
                      <a:cubicBezTo>
                        <a:pt x="298925" y="133350"/>
                        <a:pt x="295750" y="146050"/>
                        <a:pt x="286225" y="152400"/>
                      </a:cubicBezTo>
                      <a:lnTo>
                        <a:pt x="257650" y="171450"/>
                      </a:lnTo>
                      <a:cubicBezTo>
                        <a:pt x="251300" y="180975"/>
                        <a:pt x="243720" y="189786"/>
                        <a:pt x="238600" y="200025"/>
                      </a:cubicBezTo>
                      <a:cubicBezTo>
                        <a:pt x="234110" y="209005"/>
                        <a:pt x="233951" y="219823"/>
                        <a:pt x="229075" y="228600"/>
                      </a:cubicBezTo>
                      <a:cubicBezTo>
                        <a:pt x="217956" y="248614"/>
                        <a:pt x="203675" y="266700"/>
                        <a:pt x="190975" y="285750"/>
                      </a:cubicBezTo>
                      <a:cubicBezTo>
                        <a:pt x="184625" y="295275"/>
                        <a:pt x="175545" y="303465"/>
                        <a:pt x="171925" y="314325"/>
                      </a:cubicBezTo>
                      <a:lnTo>
                        <a:pt x="162400" y="342900"/>
                      </a:lnTo>
                      <a:cubicBezTo>
                        <a:pt x="158311" y="371521"/>
                        <a:pt x="151707" y="426559"/>
                        <a:pt x="143350" y="457200"/>
                      </a:cubicBezTo>
                      <a:cubicBezTo>
                        <a:pt x="138066" y="476573"/>
                        <a:pt x="129170" y="494869"/>
                        <a:pt x="124300" y="514350"/>
                      </a:cubicBezTo>
                      <a:cubicBezTo>
                        <a:pt x="109905" y="571931"/>
                        <a:pt x="118915" y="540031"/>
                        <a:pt x="95725" y="609600"/>
                      </a:cubicBezTo>
                      <a:lnTo>
                        <a:pt x="86200" y="638175"/>
                      </a:lnTo>
                      <a:cubicBezTo>
                        <a:pt x="83025" y="647700"/>
                        <a:pt x="78644" y="656905"/>
                        <a:pt x="76675" y="666750"/>
                      </a:cubicBezTo>
                      <a:cubicBezTo>
                        <a:pt x="73500" y="682625"/>
                        <a:pt x="70662" y="698571"/>
                        <a:pt x="67150" y="714375"/>
                      </a:cubicBezTo>
                      <a:cubicBezTo>
                        <a:pt x="57553" y="757561"/>
                        <a:pt x="54404" y="762137"/>
                        <a:pt x="38575" y="809625"/>
                      </a:cubicBezTo>
                      <a:cubicBezTo>
                        <a:pt x="35400" y="819150"/>
                        <a:pt x="31485" y="828460"/>
                        <a:pt x="29050" y="838200"/>
                      </a:cubicBezTo>
                      <a:lnTo>
                        <a:pt x="10000" y="914400"/>
                      </a:lnTo>
                      <a:cubicBezTo>
                        <a:pt x="5307" y="1003564"/>
                        <a:pt x="-9941" y="1165572"/>
                        <a:pt x="10000" y="1257300"/>
                      </a:cubicBezTo>
                      <a:cubicBezTo>
                        <a:pt x="14864" y="1279673"/>
                        <a:pt x="35400" y="1295400"/>
                        <a:pt x="48100" y="1314450"/>
                      </a:cubicBezTo>
                      <a:cubicBezTo>
                        <a:pt x="90204" y="1377605"/>
                        <a:pt x="40720" y="1307428"/>
                        <a:pt x="95725" y="1371600"/>
                      </a:cubicBezTo>
                      <a:cubicBezTo>
                        <a:pt x="106056" y="1383653"/>
                        <a:pt x="113075" y="1398475"/>
                        <a:pt x="124300" y="1409700"/>
                      </a:cubicBezTo>
                      <a:cubicBezTo>
                        <a:pt x="132395" y="1417795"/>
                        <a:pt x="144081" y="1421421"/>
                        <a:pt x="152875" y="1428750"/>
                      </a:cubicBezTo>
                      <a:cubicBezTo>
                        <a:pt x="226214" y="1489866"/>
                        <a:pt x="139079" y="1429077"/>
                        <a:pt x="210025" y="1476375"/>
                      </a:cubicBezTo>
                      <a:cubicBezTo>
                        <a:pt x="226764" y="1526593"/>
                        <a:pt x="208487" y="1485959"/>
                        <a:pt x="248125" y="1533525"/>
                      </a:cubicBezTo>
                      <a:cubicBezTo>
                        <a:pt x="255454" y="1542319"/>
                        <a:pt x="262055" y="1551861"/>
                        <a:pt x="267175" y="1562100"/>
                      </a:cubicBezTo>
                      <a:cubicBezTo>
                        <a:pt x="271665" y="1571080"/>
                        <a:pt x="270428" y="1582835"/>
                        <a:pt x="276700" y="1590675"/>
                      </a:cubicBezTo>
                      <a:cubicBezTo>
                        <a:pt x="283851" y="1599614"/>
                        <a:pt x="295750" y="1603375"/>
                        <a:pt x="305275" y="1609725"/>
                      </a:cubicBezTo>
                      <a:cubicBezTo>
                        <a:pt x="311625" y="1619250"/>
                        <a:pt x="316230" y="1630205"/>
                        <a:pt x="324325" y="1638300"/>
                      </a:cubicBezTo>
                      <a:cubicBezTo>
                        <a:pt x="332420" y="1646395"/>
                        <a:pt x="345749" y="1648411"/>
                        <a:pt x="352900" y="1657350"/>
                      </a:cubicBezTo>
                      <a:cubicBezTo>
                        <a:pt x="389845" y="1703532"/>
                        <a:pt x="328655" y="1674668"/>
                        <a:pt x="391000" y="1695450"/>
                      </a:cubicBezTo>
                      <a:cubicBezTo>
                        <a:pt x="397350" y="1704975"/>
                        <a:pt x="401111" y="1716874"/>
                        <a:pt x="410050" y="1724025"/>
                      </a:cubicBezTo>
                      <a:cubicBezTo>
                        <a:pt x="417890" y="1730297"/>
                        <a:pt x="429645" y="1729060"/>
                        <a:pt x="438625" y="1733550"/>
                      </a:cubicBezTo>
                      <a:cubicBezTo>
                        <a:pt x="448864" y="1738670"/>
                        <a:pt x="456961" y="1747480"/>
                        <a:pt x="467200" y="1752600"/>
                      </a:cubicBezTo>
                      <a:cubicBezTo>
                        <a:pt x="476180" y="1757090"/>
                        <a:pt x="486795" y="1757635"/>
                        <a:pt x="495775" y="1762125"/>
                      </a:cubicBezTo>
                      <a:cubicBezTo>
                        <a:pt x="506014" y="1767245"/>
                        <a:pt x="513196" y="1778601"/>
                        <a:pt x="524350" y="1781175"/>
                      </a:cubicBezTo>
                      <a:cubicBezTo>
                        <a:pt x="555441" y="1788350"/>
                        <a:pt x="587850" y="1787525"/>
                        <a:pt x="619600" y="1790700"/>
                      </a:cubicBezTo>
                      <a:cubicBezTo>
                        <a:pt x="638650" y="1797050"/>
                        <a:pt x="657269" y="1804880"/>
                        <a:pt x="676750" y="1809750"/>
                      </a:cubicBezTo>
                      <a:cubicBezTo>
                        <a:pt x="689450" y="1812925"/>
                        <a:pt x="702311" y="1815513"/>
                        <a:pt x="714850" y="1819275"/>
                      </a:cubicBezTo>
                      <a:cubicBezTo>
                        <a:pt x="734084" y="1825045"/>
                        <a:pt x="752193" y="1835024"/>
                        <a:pt x="772000" y="1838325"/>
                      </a:cubicBezTo>
                      <a:lnTo>
                        <a:pt x="829150" y="1847850"/>
                      </a:lnTo>
                      <a:cubicBezTo>
                        <a:pt x="838613" y="1847293"/>
                        <a:pt x="969954" y="1853648"/>
                        <a:pt x="1019650" y="1828800"/>
                      </a:cubicBezTo>
                      <a:cubicBezTo>
                        <a:pt x="1029889" y="1823680"/>
                        <a:pt x="1038700" y="1816100"/>
                        <a:pt x="1048225" y="1809750"/>
                      </a:cubicBezTo>
                      <a:cubicBezTo>
                        <a:pt x="1070399" y="1610187"/>
                        <a:pt x="1047211" y="1838026"/>
                        <a:pt x="1067275" y="1466850"/>
                      </a:cubicBezTo>
                      <a:cubicBezTo>
                        <a:pt x="1077473" y="1278194"/>
                        <a:pt x="1069320" y="1435533"/>
                        <a:pt x="1086325" y="1333500"/>
                      </a:cubicBezTo>
                      <a:cubicBezTo>
                        <a:pt x="1090533" y="1308251"/>
                        <a:pt x="1092467" y="1282673"/>
                        <a:pt x="1095850" y="1257300"/>
                      </a:cubicBezTo>
                      <a:cubicBezTo>
                        <a:pt x="1118951" y="1084043"/>
                        <a:pt x="1088416" y="1306474"/>
                        <a:pt x="1124425" y="1114425"/>
                      </a:cubicBezTo>
                      <a:cubicBezTo>
                        <a:pt x="1129142" y="1089266"/>
                        <a:pt x="1129233" y="1063384"/>
                        <a:pt x="1133950" y="1038225"/>
                      </a:cubicBezTo>
                      <a:cubicBezTo>
                        <a:pt x="1138775" y="1012492"/>
                        <a:pt x="1153000" y="962025"/>
                        <a:pt x="1153000" y="962025"/>
                      </a:cubicBezTo>
                      <a:cubicBezTo>
                        <a:pt x="1166000" y="832023"/>
                        <a:pt x="1162525" y="898683"/>
                        <a:pt x="1143475" y="7334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2AEF4BA-6B07-9E20-0351-A046BF776FE5}"/>
                  </a:ext>
                </a:extLst>
              </p:cNvPr>
              <p:cNvGrpSpPr/>
              <p:nvPr/>
            </p:nvGrpSpPr>
            <p:grpSpPr>
              <a:xfrm>
                <a:off x="9626374" y="1903986"/>
                <a:ext cx="2893695" cy="1604971"/>
                <a:chOff x="1471301" y="2067515"/>
                <a:chExt cx="2893695" cy="1604971"/>
              </a:xfrm>
            </p:grpSpPr>
            <p:sp>
              <p:nvSpPr>
                <p:cNvPr id="24" name="Freeform: Shape 3">
                  <a:extLst>
                    <a:ext uri="{FF2B5EF4-FFF2-40B4-BE49-F238E27FC236}">
                      <a16:creationId xmlns:a16="http://schemas.microsoft.com/office/drawing/2014/main" id="{8C402167-2B07-6811-F165-D76B3A7C7761}"/>
                    </a:ext>
                  </a:extLst>
                </p:cNvPr>
                <p:cNvSpPr/>
                <p:nvPr/>
              </p:nvSpPr>
              <p:spPr>
                <a:xfrm>
                  <a:off x="1926596" y="2067515"/>
                  <a:ext cx="466725" cy="876300"/>
                </a:xfrm>
                <a:custGeom>
                  <a:avLst/>
                  <a:gdLst>
                    <a:gd name="connsiteX0" fmla="*/ 466725 w 466725"/>
                    <a:gd name="connsiteY0" fmla="*/ 876300 h 876300"/>
                    <a:gd name="connsiteX1" fmla="*/ 400050 w 466725"/>
                    <a:gd name="connsiteY1" fmla="*/ 590550 h 876300"/>
                    <a:gd name="connsiteX2" fmla="*/ 390525 w 466725"/>
                    <a:gd name="connsiteY2" fmla="*/ 409575 h 876300"/>
                    <a:gd name="connsiteX3" fmla="*/ 371475 w 466725"/>
                    <a:gd name="connsiteY3" fmla="*/ 314325 h 876300"/>
                    <a:gd name="connsiteX4" fmla="*/ 352425 w 466725"/>
                    <a:gd name="connsiteY4" fmla="*/ 266700 h 876300"/>
                    <a:gd name="connsiteX5" fmla="*/ 342900 w 466725"/>
                    <a:gd name="connsiteY5" fmla="*/ 238125 h 876300"/>
                    <a:gd name="connsiteX6" fmla="*/ 304800 w 466725"/>
                    <a:gd name="connsiteY6" fmla="*/ 180975 h 876300"/>
                    <a:gd name="connsiteX7" fmla="*/ 285750 w 466725"/>
                    <a:gd name="connsiteY7" fmla="*/ 152400 h 876300"/>
                    <a:gd name="connsiteX8" fmla="*/ 266700 w 466725"/>
                    <a:gd name="connsiteY8" fmla="*/ 123825 h 876300"/>
                    <a:gd name="connsiteX9" fmla="*/ 238125 w 466725"/>
                    <a:gd name="connsiteY9" fmla="*/ 114300 h 876300"/>
                    <a:gd name="connsiteX10" fmla="*/ 209550 w 466725"/>
                    <a:gd name="connsiteY10" fmla="*/ 85725 h 876300"/>
                    <a:gd name="connsiteX11" fmla="*/ 152400 w 466725"/>
                    <a:gd name="connsiteY11" fmla="*/ 66675 h 876300"/>
                    <a:gd name="connsiteX12" fmla="*/ 123825 w 466725"/>
                    <a:gd name="connsiteY12" fmla="*/ 57150 h 876300"/>
                    <a:gd name="connsiteX13" fmla="*/ 66675 w 466725"/>
                    <a:gd name="connsiteY13" fmla="*/ 19050 h 876300"/>
                    <a:gd name="connsiteX14" fmla="*/ 38100 w 466725"/>
                    <a:gd name="connsiteY14" fmla="*/ 9525 h 876300"/>
                    <a:gd name="connsiteX15" fmla="*/ 0 w 466725"/>
                    <a:gd name="connsiteY15" fmla="*/ 0 h 87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6725" h="876300">
                      <a:moveTo>
                        <a:pt x="466725" y="876300"/>
                      </a:moveTo>
                      <a:cubicBezTo>
                        <a:pt x="444500" y="781050"/>
                        <a:pt x="415810" y="687080"/>
                        <a:pt x="400050" y="590550"/>
                      </a:cubicBezTo>
                      <a:cubicBezTo>
                        <a:pt x="390316" y="530931"/>
                        <a:pt x="395342" y="469791"/>
                        <a:pt x="390525" y="409575"/>
                      </a:cubicBezTo>
                      <a:cubicBezTo>
                        <a:pt x="389044" y="391063"/>
                        <a:pt x="378773" y="336218"/>
                        <a:pt x="371475" y="314325"/>
                      </a:cubicBezTo>
                      <a:cubicBezTo>
                        <a:pt x="366068" y="298105"/>
                        <a:pt x="358428" y="282709"/>
                        <a:pt x="352425" y="266700"/>
                      </a:cubicBezTo>
                      <a:cubicBezTo>
                        <a:pt x="348900" y="257299"/>
                        <a:pt x="347776" y="246902"/>
                        <a:pt x="342900" y="238125"/>
                      </a:cubicBezTo>
                      <a:cubicBezTo>
                        <a:pt x="331781" y="218111"/>
                        <a:pt x="317500" y="200025"/>
                        <a:pt x="304800" y="180975"/>
                      </a:cubicBezTo>
                      <a:lnTo>
                        <a:pt x="285750" y="152400"/>
                      </a:lnTo>
                      <a:cubicBezTo>
                        <a:pt x="279400" y="142875"/>
                        <a:pt x="277560" y="127445"/>
                        <a:pt x="266700" y="123825"/>
                      </a:cubicBezTo>
                      <a:lnTo>
                        <a:pt x="238125" y="114300"/>
                      </a:lnTo>
                      <a:cubicBezTo>
                        <a:pt x="228600" y="104775"/>
                        <a:pt x="221325" y="92267"/>
                        <a:pt x="209550" y="85725"/>
                      </a:cubicBezTo>
                      <a:cubicBezTo>
                        <a:pt x="191997" y="75973"/>
                        <a:pt x="171450" y="73025"/>
                        <a:pt x="152400" y="66675"/>
                      </a:cubicBezTo>
                      <a:cubicBezTo>
                        <a:pt x="142875" y="63500"/>
                        <a:pt x="132179" y="62719"/>
                        <a:pt x="123825" y="57150"/>
                      </a:cubicBezTo>
                      <a:cubicBezTo>
                        <a:pt x="104775" y="44450"/>
                        <a:pt x="88395" y="26290"/>
                        <a:pt x="66675" y="19050"/>
                      </a:cubicBezTo>
                      <a:cubicBezTo>
                        <a:pt x="57150" y="15875"/>
                        <a:pt x="47754" y="12283"/>
                        <a:pt x="38100" y="9525"/>
                      </a:cubicBezTo>
                      <a:cubicBezTo>
                        <a:pt x="25513" y="5929"/>
                        <a:pt x="0" y="0"/>
                        <a:pt x="0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Freeform: Shape 4">
                  <a:extLst>
                    <a:ext uri="{FF2B5EF4-FFF2-40B4-BE49-F238E27FC236}">
                      <a16:creationId xmlns:a16="http://schemas.microsoft.com/office/drawing/2014/main" id="{C3DBD85A-760B-29DF-4B2E-FDC20057CF8E}"/>
                    </a:ext>
                  </a:extLst>
                </p:cNvPr>
                <p:cNvSpPr/>
                <p:nvPr/>
              </p:nvSpPr>
              <p:spPr>
                <a:xfrm>
                  <a:off x="2538101" y="3224513"/>
                  <a:ext cx="438150" cy="447973"/>
                </a:xfrm>
                <a:custGeom>
                  <a:avLst/>
                  <a:gdLst>
                    <a:gd name="connsiteX0" fmla="*/ 0 w 438150"/>
                    <a:gd name="connsiteY0" fmla="*/ 447973 h 447973"/>
                    <a:gd name="connsiteX1" fmla="*/ 171450 w 438150"/>
                    <a:gd name="connsiteY1" fmla="*/ 286048 h 447973"/>
                    <a:gd name="connsiteX2" fmla="*/ 190500 w 438150"/>
                    <a:gd name="connsiteY2" fmla="*/ 257473 h 447973"/>
                    <a:gd name="connsiteX3" fmla="*/ 247650 w 438150"/>
                    <a:gd name="connsiteY3" fmla="*/ 219373 h 447973"/>
                    <a:gd name="connsiteX4" fmla="*/ 295275 w 438150"/>
                    <a:gd name="connsiteY4" fmla="*/ 162223 h 447973"/>
                    <a:gd name="connsiteX5" fmla="*/ 323850 w 438150"/>
                    <a:gd name="connsiteY5" fmla="*/ 143173 h 447973"/>
                    <a:gd name="connsiteX6" fmla="*/ 400050 w 438150"/>
                    <a:gd name="connsiteY6" fmla="*/ 28873 h 447973"/>
                    <a:gd name="connsiteX7" fmla="*/ 438150 w 438150"/>
                    <a:gd name="connsiteY7" fmla="*/ 298 h 447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8150" h="447973">
                      <a:moveTo>
                        <a:pt x="0" y="447973"/>
                      </a:moveTo>
                      <a:cubicBezTo>
                        <a:pt x="57150" y="393998"/>
                        <a:pt x="127845" y="351455"/>
                        <a:pt x="171450" y="286048"/>
                      </a:cubicBezTo>
                      <a:cubicBezTo>
                        <a:pt x="177800" y="276523"/>
                        <a:pt x="181885" y="265011"/>
                        <a:pt x="190500" y="257473"/>
                      </a:cubicBezTo>
                      <a:cubicBezTo>
                        <a:pt x="207730" y="242396"/>
                        <a:pt x="247650" y="219373"/>
                        <a:pt x="247650" y="219373"/>
                      </a:cubicBezTo>
                      <a:cubicBezTo>
                        <a:pt x="266381" y="191276"/>
                        <a:pt x="267773" y="185142"/>
                        <a:pt x="295275" y="162223"/>
                      </a:cubicBezTo>
                      <a:cubicBezTo>
                        <a:pt x="304069" y="154894"/>
                        <a:pt x="314325" y="149523"/>
                        <a:pt x="323850" y="143173"/>
                      </a:cubicBezTo>
                      <a:lnTo>
                        <a:pt x="400050" y="28873"/>
                      </a:lnTo>
                      <a:cubicBezTo>
                        <a:pt x="422622" y="-4986"/>
                        <a:pt x="407652" y="298"/>
                        <a:pt x="438150" y="298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Freeform: Shape 12">
                  <a:extLst>
                    <a:ext uri="{FF2B5EF4-FFF2-40B4-BE49-F238E27FC236}">
                      <a16:creationId xmlns:a16="http://schemas.microsoft.com/office/drawing/2014/main" id="{E1EEE84D-E1EE-FB6B-0A89-CB6677AF1CC6}"/>
                    </a:ext>
                  </a:extLst>
                </p:cNvPr>
                <p:cNvSpPr/>
                <p:nvPr/>
              </p:nvSpPr>
              <p:spPr>
                <a:xfrm>
                  <a:off x="1471301" y="2980718"/>
                  <a:ext cx="678180" cy="350773"/>
                </a:xfrm>
                <a:custGeom>
                  <a:avLst/>
                  <a:gdLst>
                    <a:gd name="connsiteX0" fmla="*/ 0 w 678180"/>
                    <a:gd name="connsiteY0" fmla="*/ 350773 h 350773"/>
                    <a:gd name="connsiteX1" fmla="*/ 38100 w 678180"/>
                    <a:gd name="connsiteY1" fmla="*/ 327913 h 350773"/>
                    <a:gd name="connsiteX2" fmla="*/ 53340 w 678180"/>
                    <a:gd name="connsiteY2" fmla="*/ 305053 h 350773"/>
                    <a:gd name="connsiteX3" fmla="*/ 76200 w 678180"/>
                    <a:gd name="connsiteY3" fmla="*/ 289813 h 350773"/>
                    <a:gd name="connsiteX4" fmla="*/ 114300 w 678180"/>
                    <a:gd name="connsiteY4" fmla="*/ 221233 h 350773"/>
                    <a:gd name="connsiteX5" fmla="*/ 137160 w 678180"/>
                    <a:gd name="connsiteY5" fmla="*/ 205993 h 350773"/>
                    <a:gd name="connsiteX6" fmla="*/ 152400 w 678180"/>
                    <a:gd name="connsiteY6" fmla="*/ 183133 h 350773"/>
                    <a:gd name="connsiteX7" fmla="*/ 198120 w 678180"/>
                    <a:gd name="connsiteY7" fmla="*/ 160273 h 350773"/>
                    <a:gd name="connsiteX8" fmla="*/ 220980 w 678180"/>
                    <a:gd name="connsiteY8" fmla="*/ 145033 h 350773"/>
                    <a:gd name="connsiteX9" fmla="*/ 243840 w 678180"/>
                    <a:gd name="connsiteY9" fmla="*/ 137413 h 350773"/>
                    <a:gd name="connsiteX10" fmla="*/ 266700 w 678180"/>
                    <a:gd name="connsiteY10" fmla="*/ 122173 h 350773"/>
                    <a:gd name="connsiteX11" fmla="*/ 342900 w 678180"/>
                    <a:gd name="connsiteY11" fmla="*/ 91693 h 350773"/>
                    <a:gd name="connsiteX12" fmla="*/ 365760 w 678180"/>
                    <a:gd name="connsiteY12" fmla="*/ 76453 h 350773"/>
                    <a:gd name="connsiteX13" fmla="*/ 434340 w 678180"/>
                    <a:gd name="connsiteY13" fmla="*/ 53593 h 350773"/>
                    <a:gd name="connsiteX14" fmla="*/ 457200 w 678180"/>
                    <a:gd name="connsiteY14" fmla="*/ 45973 h 350773"/>
                    <a:gd name="connsiteX15" fmla="*/ 480060 w 678180"/>
                    <a:gd name="connsiteY15" fmla="*/ 38353 h 350773"/>
                    <a:gd name="connsiteX16" fmla="*/ 525780 w 678180"/>
                    <a:gd name="connsiteY16" fmla="*/ 15493 h 350773"/>
                    <a:gd name="connsiteX17" fmla="*/ 632460 w 678180"/>
                    <a:gd name="connsiteY17" fmla="*/ 7873 h 350773"/>
                    <a:gd name="connsiteX18" fmla="*/ 678180 w 678180"/>
                    <a:gd name="connsiteY18" fmla="*/ 253 h 350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78180" h="350773">
                      <a:moveTo>
                        <a:pt x="0" y="350773"/>
                      </a:moveTo>
                      <a:cubicBezTo>
                        <a:pt x="12700" y="343153"/>
                        <a:pt x="26855" y="337552"/>
                        <a:pt x="38100" y="327913"/>
                      </a:cubicBezTo>
                      <a:cubicBezTo>
                        <a:pt x="45053" y="321953"/>
                        <a:pt x="46864" y="311529"/>
                        <a:pt x="53340" y="305053"/>
                      </a:cubicBezTo>
                      <a:cubicBezTo>
                        <a:pt x="59816" y="298577"/>
                        <a:pt x="68580" y="294893"/>
                        <a:pt x="76200" y="289813"/>
                      </a:cubicBezTo>
                      <a:cubicBezTo>
                        <a:pt x="84141" y="265991"/>
                        <a:pt x="91841" y="236205"/>
                        <a:pt x="114300" y="221233"/>
                      </a:cubicBezTo>
                      <a:lnTo>
                        <a:pt x="137160" y="205993"/>
                      </a:lnTo>
                      <a:cubicBezTo>
                        <a:pt x="142240" y="198373"/>
                        <a:pt x="145924" y="189609"/>
                        <a:pt x="152400" y="183133"/>
                      </a:cubicBezTo>
                      <a:cubicBezTo>
                        <a:pt x="174238" y="161295"/>
                        <a:pt x="173330" y="172668"/>
                        <a:pt x="198120" y="160273"/>
                      </a:cubicBezTo>
                      <a:cubicBezTo>
                        <a:pt x="206311" y="156177"/>
                        <a:pt x="212789" y="149129"/>
                        <a:pt x="220980" y="145033"/>
                      </a:cubicBezTo>
                      <a:cubicBezTo>
                        <a:pt x="228164" y="141441"/>
                        <a:pt x="236656" y="141005"/>
                        <a:pt x="243840" y="137413"/>
                      </a:cubicBezTo>
                      <a:cubicBezTo>
                        <a:pt x="252031" y="133317"/>
                        <a:pt x="258694" y="126621"/>
                        <a:pt x="266700" y="122173"/>
                      </a:cubicBezTo>
                      <a:cubicBezTo>
                        <a:pt x="311771" y="97133"/>
                        <a:pt x="302046" y="101907"/>
                        <a:pt x="342900" y="91693"/>
                      </a:cubicBezTo>
                      <a:cubicBezTo>
                        <a:pt x="350520" y="86613"/>
                        <a:pt x="357391" y="80172"/>
                        <a:pt x="365760" y="76453"/>
                      </a:cubicBezTo>
                      <a:lnTo>
                        <a:pt x="434340" y="53593"/>
                      </a:lnTo>
                      <a:lnTo>
                        <a:pt x="457200" y="45973"/>
                      </a:lnTo>
                      <a:cubicBezTo>
                        <a:pt x="464820" y="43433"/>
                        <a:pt x="473377" y="42808"/>
                        <a:pt x="480060" y="38353"/>
                      </a:cubicBezTo>
                      <a:cubicBezTo>
                        <a:pt x="495472" y="28078"/>
                        <a:pt x="506626" y="17746"/>
                        <a:pt x="525780" y="15493"/>
                      </a:cubicBezTo>
                      <a:cubicBezTo>
                        <a:pt x="561186" y="11328"/>
                        <a:pt x="596900" y="10413"/>
                        <a:pt x="632460" y="7873"/>
                      </a:cubicBezTo>
                      <a:cubicBezTo>
                        <a:pt x="662549" y="-2157"/>
                        <a:pt x="647288" y="253"/>
                        <a:pt x="678180" y="253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Freeform: Shape 14">
                  <a:extLst>
                    <a:ext uri="{FF2B5EF4-FFF2-40B4-BE49-F238E27FC236}">
                      <a16:creationId xmlns:a16="http://schemas.microsoft.com/office/drawing/2014/main" id="{98E91FA6-B5DB-1184-CE23-735F8DB064B0}"/>
                    </a:ext>
                  </a:extLst>
                </p:cNvPr>
                <p:cNvSpPr/>
                <p:nvPr/>
              </p:nvSpPr>
              <p:spPr>
                <a:xfrm>
                  <a:off x="2888621" y="3118131"/>
                  <a:ext cx="1417320" cy="450527"/>
                </a:xfrm>
                <a:custGeom>
                  <a:avLst/>
                  <a:gdLst>
                    <a:gd name="connsiteX0" fmla="*/ 0 w 1417320"/>
                    <a:gd name="connsiteY0" fmla="*/ 0 h 450527"/>
                    <a:gd name="connsiteX1" fmla="*/ 76200 w 1417320"/>
                    <a:gd name="connsiteY1" fmla="*/ 106680 h 450527"/>
                    <a:gd name="connsiteX2" fmla="*/ 99060 w 1417320"/>
                    <a:gd name="connsiteY2" fmla="*/ 114300 h 450527"/>
                    <a:gd name="connsiteX3" fmla="*/ 121920 w 1417320"/>
                    <a:gd name="connsiteY3" fmla="*/ 129540 h 450527"/>
                    <a:gd name="connsiteX4" fmla="*/ 167640 w 1417320"/>
                    <a:gd name="connsiteY4" fmla="*/ 144780 h 450527"/>
                    <a:gd name="connsiteX5" fmla="*/ 190500 w 1417320"/>
                    <a:gd name="connsiteY5" fmla="*/ 152400 h 450527"/>
                    <a:gd name="connsiteX6" fmla="*/ 274320 w 1417320"/>
                    <a:gd name="connsiteY6" fmla="*/ 175260 h 450527"/>
                    <a:gd name="connsiteX7" fmla="*/ 297180 w 1417320"/>
                    <a:gd name="connsiteY7" fmla="*/ 182880 h 450527"/>
                    <a:gd name="connsiteX8" fmla="*/ 320040 w 1417320"/>
                    <a:gd name="connsiteY8" fmla="*/ 190500 h 450527"/>
                    <a:gd name="connsiteX9" fmla="*/ 342900 w 1417320"/>
                    <a:gd name="connsiteY9" fmla="*/ 205740 h 450527"/>
                    <a:gd name="connsiteX10" fmla="*/ 388620 w 1417320"/>
                    <a:gd name="connsiteY10" fmla="*/ 220980 h 450527"/>
                    <a:gd name="connsiteX11" fmla="*/ 457200 w 1417320"/>
                    <a:gd name="connsiteY11" fmla="*/ 266700 h 450527"/>
                    <a:gd name="connsiteX12" fmla="*/ 480060 w 1417320"/>
                    <a:gd name="connsiteY12" fmla="*/ 281940 h 450527"/>
                    <a:gd name="connsiteX13" fmla="*/ 502920 w 1417320"/>
                    <a:gd name="connsiteY13" fmla="*/ 289560 h 450527"/>
                    <a:gd name="connsiteX14" fmla="*/ 525780 w 1417320"/>
                    <a:gd name="connsiteY14" fmla="*/ 304800 h 450527"/>
                    <a:gd name="connsiteX15" fmla="*/ 548640 w 1417320"/>
                    <a:gd name="connsiteY15" fmla="*/ 312420 h 450527"/>
                    <a:gd name="connsiteX16" fmla="*/ 624840 w 1417320"/>
                    <a:gd name="connsiteY16" fmla="*/ 327660 h 450527"/>
                    <a:gd name="connsiteX17" fmla="*/ 731520 w 1417320"/>
                    <a:gd name="connsiteY17" fmla="*/ 358140 h 450527"/>
                    <a:gd name="connsiteX18" fmla="*/ 822960 w 1417320"/>
                    <a:gd name="connsiteY18" fmla="*/ 365760 h 450527"/>
                    <a:gd name="connsiteX19" fmla="*/ 883920 w 1417320"/>
                    <a:gd name="connsiteY19" fmla="*/ 373380 h 450527"/>
                    <a:gd name="connsiteX20" fmla="*/ 960120 w 1417320"/>
                    <a:gd name="connsiteY20" fmla="*/ 381000 h 450527"/>
                    <a:gd name="connsiteX21" fmla="*/ 1036320 w 1417320"/>
                    <a:gd name="connsiteY21" fmla="*/ 403860 h 450527"/>
                    <a:gd name="connsiteX22" fmla="*/ 1059180 w 1417320"/>
                    <a:gd name="connsiteY22" fmla="*/ 419100 h 450527"/>
                    <a:gd name="connsiteX23" fmla="*/ 1173480 w 1417320"/>
                    <a:gd name="connsiteY23" fmla="*/ 434340 h 450527"/>
                    <a:gd name="connsiteX24" fmla="*/ 1226820 w 1417320"/>
                    <a:gd name="connsiteY24" fmla="*/ 441960 h 450527"/>
                    <a:gd name="connsiteX25" fmla="*/ 1257300 w 1417320"/>
                    <a:gd name="connsiteY25" fmla="*/ 449580 h 450527"/>
                    <a:gd name="connsiteX26" fmla="*/ 1417320 w 1417320"/>
                    <a:gd name="connsiteY26" fmla="*/ 449580 h 450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417320" h="450527">
                      <a:moveTo>
                        <a:pt x="0" y="0"/>
                      </a:moveTo>
                      <a:cubicBezTo>
                        <a:pt x="25400" y="35560"/>
                        <a:pt x="47580" y="73657"/>
                        <a:pt x="76200" y="106680"/>
                      </a:cubicBezTo>
                      <a:cubicBezTo>
                        <a:pt x="81461" y="112750"/>
                        <a:pt x="91876" y="110708"/>
                        <a:pt x="99060" y="114300"/>
                      </a:cubicBezTo>
                      <a:cubicBezTo>
                        <a:pt x="107251" y="118396"/>
                        <a:pt x="113551" y="125821"/>
                        <a:pt x="121920" y="129540"/>
                      </a:cubicBezTo>
                      <a:cubicBezTo>
                        <a:pt x="136600" y="136064"/>
                        <a:pt x="152400" y="139700"/>
                        <a:pt x="167640" y="144780"/>
                      </a:cubicBezTo>
                      <a:cubicBezTo>
                        <a:pt x="175260" y="147320"/>
                        <a:pt x="182624" y="150825"/>
                        <a:pt x="190500" y="152400"/>
                      </a:cubicBezTo>
                      <a:cubicBezTo>
                        <a:pt x="244352" y="163170"/>
                        <a:pt x="216313" y="155924"/>
                        <a:pt x="274320" y="175260"/>
                      </a:cubicBezTo>
                      <a:lnTo>
                        <a:pt x="297180" y="182880"/>
                      </a:lnTo>
                      <a:cubicBezTo>
                        <a:pt x="304800" y="185420"/>
                        <a:pt x="313357" y="186045"/>
                        <a:pt x="320040" y="190500"/>
                      </a:cubicBezTo>
                      <a:cubicBezTo>
                        <a:pt x="327660" y="195580"/>
                        <a:pt x="334531" y="202021"/>
                        <a:pt x="342900" y="205740"/>
                      </a:cubicBezTo>
                      <a:cubicBezTo>
                        <a:pt x="357580" y="212264"/>
                        <a:pt x="375254" y="212069"/>
                        <a:pt x="388620" y="220980"/>
                      </a:cubicBezTo>
                      <a:lnTo>
                        <a:pt x="457200" y="266700"/>
                      </a:lnTo>
                      <a:cubicBezTo>
                        <a:pt x="464820" y="271780"/>
                        <a:pt x="471372" y="279044"/>
                        <a:pt x="480060" y="281940"/>
                      </a:cubicBezTo>
                      <a:cubicBezTo>
                        <a:pt x="487680" y="284480"/>
                        <a:pt x="495736" y="285968"/>
                        <a:pt x="502920" y="289560"/>
                      </a:cubicBezTo>
                      <a:cubicBezTo>
                        <a:pt x="511111" y="293656"/>
                        <a:pt x="517589" y="300704"/>
                        <a:pt x="525780" y="304800"/>
                      </a:cubicBezTo>
                      <a:cubicBezTo>
                        <a:pt x="532964" y="308392"/>
                        <a:pt x="540814" y="310614"/>
                        <a:pt x="548640" y="312420"/>
                      </a:cubicBezTo>
                      <a:cubicBezTo>
                        <a:pt x="573880" y="318245"/>
                        <a:pt x="600266" y="319469"/>
                        <a:pt x="624840" y="327660"/>
                      </a:cubicBezTo>
                      <a:cubicBezTo>
                        <a:pt x="651292" y="336477"/>
                        <a:pt x="706005" y="356014"/>
                        <a:pt x="731520" y="358140"/>
                      </a:cubicBezTo>
                      <a:lnTo>
                        <a:pt x="822960" y="365760"/>
                      </a:lnTo>
                      <a:cubicBezTo>
                        <a:pt x="843337" y="367798"/>
                        <a:pt x="863567" y="371119"/>
                        <a:pt x="883920" y="373380"/>
                      </a:cubicBezTo>
                      <a:cubicBezTo>
                        <a:pt x="909291" y="376199"/>
                        <a:pt x="934720" y="378460"/>
                        <a:pt x="960120" y="381000"/>
                      </a:cubicBezTo>
                      <a:cubicBezTo>
                        <a:pt x="1015775" y="399552"/>
                        <a:pt x="990255" y="392344"/>
                        <a:pt x="1036320" y="403860"/>
                      </a:cubicBezTo>
                      <a:cubicBezTo>
                        <a:pt x="1043940" y="408940"/>
                        <a:pt x="1050762" y="415492"/>
                        <a:pt x="1059180" y="419100"/>
                      </a:cubicBezTo>
                      <a:cubicBezTo>
                        <a:pt x="1086662" y="430878"/>
                        <a:pt x="1160176" y="432862"/>
                        <a:pt x="1173480" y="434340"/>
                      </a:cubicBezTo>
                      <a:cubicBezTo>
                        <a:pt x="1191331" y="436323"/>
                        <a:pt x="1209149" y="438747"/>
                        <a:pt x="1226820" y="441960"/>
                      </a:cubicBezTo>
                      <a:cubicBezTo>
                        <a:pt x="1237124" y="443833"/>
                        <a:pt x="1246836" y="449161"/>
                        <a:pt x="1257300" y="449580"/>
                      </a:cubicBezTo>
                      <a:cubicBezTo>
                        <a:pt x="1310597" y="451712"/>
                        <a:pt x="1363980" y="449580"/>
                        <a:pt x="1417320" y="44958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Multiplication Sign 27">
                  <a:extLst>
                    <a:ext uri="{FF2B5EF4-FFF2-40B4-BE49-F238E27FC236}">
                      <a16:creationId xmlns:a16="http://schemas.microsoft.com/office/drawing/2014/main" id="{973B587B-0E6E-E684-923C-B3668BA7AC9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84996" y="3459798"/>
                  <a:ext cx="180000" cy="180000"/>
                </a:xfrm>
                <a:prstGeom prst="mathMultiply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9" name="Freeform: Shape 13">
                  <a:extLst>
                    <a:ext uri="{FF2B5EF4-FFF2-40B4-BE49-F238E27FC236}">
                      <a16:creationId xmlns:a16="http://schemas.microsoft.com/office/drawing/2014/main" id="{9565A356-3706-001E-83C3-BE6B9483301E}"/>
                    </a:ext>
                  </a:extLst>
                </p:cNvPr>
                <p:cNvSpPr/>
                <p:nvPr/>
              </p:nvSpPr>
              <p:spPr>
                <a:xfrm>
                  <a:off x="2149481" y="2935251"/>
                  <a:ext cx="740407" cy="190503"/>
                </a:xfrm>
                <a:custGeom>
                  <a:avLst/>
                  <a:gdLst>
                    <a:gd name="connsiteX0" fmla="*/ 0 w 740407"/>
                    <a:gd name="connsiteY0" fmla="*/ 45720 h 190503"/>
                    <a:gd name="connsiteX1" fmla="*/ 60960 w 740407"/>
                    <a:gd name="connsiteY1" fmla="*/ 30480 h 190503"/>
                    <a:gd name="connsiteX2" fmla="*/ 83820 w 740407"/>
                    <a:gd name="connsiteY2" fmla="*/ 15240 h 190503"/>
                    <a:gd name="connsiteX3" fmla="*/ 129540 w 740407"/>
                    <a:gd name="connsiteY3" fmla="*/ 0 h 190503"/>
                    <a:gd name="connsiteX4" fmla="*/ 274320 w 740407"/>
                    <a:gd name="connsiteY4" fmla="*/ 15240 h 190503"/>
                    <a:gd name="connsiteX5" fmla="*/ 320040 w 740407"/>
                    <a:gd name="connsiteY5" fmla="*/ 30480 h 190503"/>
                    <a:gd name="connsiteX6" fmla="*/ 342900 w 740407"/>
                    <a:gd name="connsiteY6" fmla="*/ 38100 h 190503"/>
                    <a:gd name="connsiteX7" fmla="*/ 365760 w 740407"/>
                    <a:gd name="connsiteY7" fmla="*/ 53340 h 190503"/>
                    <a:gd name="connsiteX8" fmla="*/ 411480 w 740407"/>
                    <a:gd name="connsiteY8" fmla="*/ 68580 h 190503"/>
                    <a:gd name="connsiteX9" fmla="*/ 457200 w 740407"/>
                    <a:gd name="connsiteY9" fmla="*/ 99060 h 190503"/>
                    <a:gd name="connsiteX10" fmla="*/ 480060 w 740407"/>
                    <a:gd name="connsiteY10" fmla="*/ 106680 h 190503"/>
                    <a:gd name="connsiteX11" fmla="*/ 510540 w 740407"/>
                    <a:gd name="connsiteY11" fmla="*/ 121920 h 190503"/>
                    <a:gd name="connsiteX12" fmla="*/ 571500 w 740407"/>
                    <a:gd name="connsiteY12" fmla="*/ 137160 h 190503"/>
                    <a:gd name="connsiteX13" fmla="*/ 617220 w 740407"/>
                    <a:gd name="connsiteY13" fmla="*/ 152400 h 190503"/>
                    <a:gd name="connsiteX14" fmla="*/ 640080 w 740407"/>
                    <a:gd name="connsiteY14" fmla="*/ 160020 h 190503"/>
                    <a:gd name="connsiteX15" fmla="*/ 670560 w 740407"/>
                    <a:gd name="connsiteY15" fmla="*/ 167640 h 190503"/>
                    <a:gd name="connsiteX16" fmla="*/ 693420 w 740407"/>
                    <a:gd name="connsiteY16" fmla="*/ 182880 h 190503"/>
                    <a:gd name="connsiteX17" fmla="*/ 731520 w 740407"/>
                    <a:gd name="connsiteY17" fmla="*/ 190500 h 190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40407" h="190503">
                      <a:moveTo>
                        <a:pt x="0" y="45720"/>
                      </a:moveTo>
                      <a:cubicBezTo>
                        <a:pt x="14491" y="42822"/>
                        <a:pt x="45339" y="38290"/>
                        <a:pt x="60960" y="30480"/>
                      </a:cubicBezTo>
                      <a:cubicBezTo>
                        <a:pt x="69151" y="26384"/>
                        <a:pt x="75451" y="18959"/>
                        <a:pt x="83820" y="15240"/>
                      </a:cubicBezTo>
                      <a:cubicBezTo>
                        <a:pt x="98500" y="8716"/>
                        <a:pt x="129540" y="0"/>
                        <a:pt x="129540" y="0"/>
                      </a:cubicBezTo>
                      <a:cubicBezTo>
                        <a:pt x="201532" y="4799"/>
                        <a:pt x="221265" y="-676"/>
                        <a:pt x="274320" y="15240"/>
                      </a:cubicBezTo>
                      <a:cubicBezTo>
                        <a:pt x="289707" y="19856"/>
                        <a:pt x="304800" y="25400"/>
                        <a:pt x="320040" y="30480"/>
                      </a:cubicBezTo>
                      <a:cubicBezTo>
                        <a:pt x="327660" y="33020"/>
                        <a:pt x="336217" y="33645"/>
                        <a:pt x="342900" y="38100"/>
                      </a:cubicBezTo>
                      <a:cubicBezTo>
                        <a:pt x="350520" y="43180"/>
                        <a:pt x="357391" y="49621"/>
                        <a:pt x="365760" y="53340"/>
                      </a:cubicBezTo>
                      <a:cubicBezTo>
                        <a:pt x="380440" y="59864"/>
                        <a:pt x="398114" y="59669"/>
                        <a:pt x="411480" y="68580"/>
                      </a:cubicBezTo>
                      <a:cubicBezTo>
                        <a:pt x="426720" y="78740"/>
                        <a:pt x="439824" y="93268"/>
                        <a:pt x="457200" y="99060"/>
                      </a:cubicBezTo>
                      <a:cubicBezTo>
                        <a:pt x="464820" y="101600"/>
                        <a:pt x="472677" y="103516"/>
                        <a:pt x="480060" y="106680"/>
                      </a:cubicBezTo>
                      <a:cubicBezTo>
                        <a:pt x="490501" y="111155"/>
                        <a:pt x="499764" y="118328"/>
                        <a:pt x="510540" y="121920"/>
                      </a:cubicBezTo>
                      <a:cubicBezTo>
                        <a:pt x="530411" y="128544"/>
                        <a:pt x="551629" y="130536"/>
                        <a:pt x="571500" y="137160"/>
                      </a:cubicBezTo>
                      <a:lnTo>
                        <a:pt x="617220" y="152400"/>
                      </a:lnTo>
                      <a:cubicBezTo>
                        <a:pt x="624840" y="154940"/>
                        <a:pt x="632288" y="158072"/>
                        <a:pt x="640080" y="160020"/>
                      </a:cubicBezTo>
                      <a:lnTo>
                        <a:pt x="670560" y="167640"/>
                      </a:lnTo>
                      <a:cubicBezTo>
                        <a:pt x="678180" y="172720"/>
                        <a:pt x="684732" y="179984"/>
                        <a:pt x="693420" y="182880"/>
                      </a:cubicBezTo>
                      <a:cubicBezTo>
                        <a:pt x="717533" y="190918"/>
                        <a:pt x="758554" y="190500"/>
                        <a:pt x="731520" y="19050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C0C6D2-D2F8-C3F6-7281-6AE0C9D596EF}"/>
                    </a:ext>
                  </a:extLst>
                </p:cNvPr>
                <p:cNvSpPr txBox="1"/>
                <p:nvPr/>
              </p:nvSpPr>
              <p:spPr>
                <a:xfrm>
                  <a:off x="9512118" y="2055580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C0C6D2-D2F8-C3F6-7281-6AE0C9D59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2118" y="2055580"/>
                  <a:ext cx="37147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490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E6EE5A-230A-94BF-D241-7DAD3E1845D4}"/>
              </a:ext>
            </a:extLst>
          </p:cNvPr>
          <p:cNvCxnSpPr>
            <a:cxnSpLocks/>
          </p:cNvCxnSpPr>
          <p:nvPr/>
        </p:nvCxnSpPr>
        <p:spPr>
          <a:xfrm>
            <a:off x="7482631" y="3693514"/>
            <a:ext cx="0" cy="324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BE8C173-D5EC-D5D1-5FF8-F8F7823B4E0E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 rot="16200000" flipH="1">
            <a:off x="6240360" y="3966056"/>
            <a:ext cx="284166" cy="2246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CA8EDC4-29FE-6D32-82AF-CC6447B1F99A}"/>
              </a:ext>
            </a:extLst>
          </p:cNvPr>
          <p:cNvSpPr>
            <a:spLocks noChangeAspect="1"/>
          </p:cNvSpPr>
          <p:nvPr/>
        </p:nvSpPr>
        <p:spPr>
          <a:xfrm>
            <a:off x="7001903" y="5231599"/>
            <a:ext cx="1008000" cy="1008000"/>
          </a:xfrm>
          <a:prstGeom prst="ellipse">
            <a:avLst/>
          </a:prstGeom>
          <a:solidFill>
            <a:srgbClr val="00968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modelo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DE5F45-A15B-983E-9974-5AE3A0DA6E46}"/>
              </a:ext>
            </a:extLst>
          </p:cNvPr>
          <p:cNvGrpSpPr>
            <a:grpSpLocks noChangeAspect="1"/>
          </p:cNvGrpSpPr>
          <p:nvPr/>
        </p:nvGrpSpPr>
        <p:grpSpPr>
          <a:xfrm>
            <a:off x="4384582" y="4081968"/>
            <a:ext cx="1748803" cy="865465"/>
            <a:chOff x="4059984" y="4389681"/>
            <a:chExt cx="1748803" cy="86546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C56CDAC-0E5F-A669-4772-AAD669AC7A40}"/>
                </a:ext>
              </a:extLst>
            </p:cNvPr>
            <p:cNvCxnSpPr/>
            <p:nvPr/>
          </p:nvCxnSpPr>
          <p:spPr>
            <a:xfrm>
              <a:off x="4140044" y="4462224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B525BEB-1653-1AB7-5FF6-2B47743779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9460" y="5189634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: Shape 49">
              <a:extLst>
                <a:ext uri="{FF2B5EF4-FFF2-40B4-BE49-F238E27FC236}">
                  <a16:creationId xmlns:a16="http://schemas.microsoft.com/office/drawing/2014/main" id="{04D14FCC-B517-3ED5-1A8A-EE21FCC65AB5}"/>
                </a:ext>
              </a:extLst>
            </p:cNvPr>
            <p:cNvSpPr/>
            <p:nvPr/>
          </p:nvSpPr>
          <p:spPr>
            <a:xfrm>
              <a:off x="4218163" y="4661961"/>
              <a:ext cx="1423656" cy="395787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7196" h="434709">
                  <a:moveTo>
                    <a:pt x="0" y="317014"/>
                  </a:moveTo>
                  <a:cubicBezTo>
                    <a:pt x="57338" y="367562"/>
                    <a:pt x="114677" y="418111"/>
                    <a:pt x="172015" y="425655"/>
                  </a:cubicBezTo>
                  <a:cubicBezTo>
                    <a:pt x="229354" y="433200"/>
                    <a:pt x="306308" y="387932"/>
                    <a:pt x="344031" y="362281"/>
                  </a:cubicBezTo>
                  <a:cubicBezTo>
                    <a:pt x="381754" y="336630"/>
                    <a:pt x="377227" y="300415"/>
                    <a:pt x="398352" y="271746"/>
                  </a:cubicBezTo>
                  <a:cubicBezTo>
                    <a:pt x="419477" y="243077"/>
                    <a:pt x="449655" y="191774"/>
                    <a:pt x="470780" y="190265"/>
                  </a:cubicBezTo>
                  <a:cubicBezTo>
                    <a:pt x="491905" y="188756"/>
                    <a:pt x="525101" y="262693"/>
                    <a:pt x="525101" y="262693"/>
                  </a:cubicBezTo>
                  <a:cubicBezTo>
                    <a:pt x="538681" y="280800"/>
                    <a:pt x="535663" y="282309"/>
                    <a:pt x="552261" y="298907"/>
                  </a:cubicBezTo>
                  <a:cubicBezTo>
                    <a:pt x="568859" y="315505"/>
                    <a:pt x="603564" y="362281"/>
                    <a:pt x="624689" y="362281"/>
                  </a:cubicBezTo>
                  <a:cubicBezTo>
                    <a:pt x="645814" y="362281"/>
                    <a:pt x="651850" y="298907"/>
                    <a:pt x="679010" y="298907"/>
                  </a:cubicBezTo>
                  <a:cubicBezTo>
                    <a:pt x="706170" y="298907"/>
                    <a:pt x="752946" y="381897"/>
                    <a:pt x="787651" y="362281"/>
                  </a:cubicBezTo>
                  <a:cubicBezTo>
                    <a:pt x="822356" y="342665"/>
                    <a:pt x="844990" y="241568"/>
                    <a:pt x="887239" y="181212"/>
                  </a:cubicBezTo>
                  <a:cubicBezTo>
                    <a:pt x="929488" y="120856"/>
                    <a:pt x="1001917" y="4669"/>
                    <a:pt x="1041148" y="142"/>
                  </a:cubicBezTo>
                  <a:cubicBezTo>
                    <a:pt x="1080379" y="-4385"/>
                    <a:pt x="1080380" y="99730"/>
                    <a:pt x="1122629" y="154051"/>
                  </a:cubicBezTo>
                  <a:cubicBezTo>
                    <a:pt x="1164879" y="208372"/>
                    <a:pt x="1255413" y="307960"/>
                    <a:pt x="1294645" y="326067"/>
                  </a:cubicBezTo>
                  <a:cubicBezTo>
                    <a:pt x="1333877" y="344174"/>
                    <a:pt x="1314261" y="244586"/>
                    <a:pt x="1358019" y="262693"/>
                  </a:cubicBezTo>
                  <a:cubicBezTo>
                    <a:pt x="1401777" y="280800"/>
                    <a:pt x="1479486" y="357754"/>
                    <a:pt x="1557196" y="4347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8F74254-7D10-3AEB-3F7C-A5B975CB44FC}"/>
                </a:ext>
              </a:extLst>
            </p:cNvPr>
            <p:cNvSpPr/>
            <p:nvPr/>
          </p:nvSpPr>
          <p:spPr>
            <a:xfrm>
              <a:off x="4059984" y="4389681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9DBF57-C4CD-3D8A-B21F-47B8D792DF7B}"/>
              </a:ext>
            </a:extLst>
          </p:cNvPr>
          <p:cNvGrpSpPr>
            <a:grpSpLocks noChangeAspect="1"/>
          </p:cNvGrpSpPr>
          <p:nvPr/>
        </p:nvGrpSpPr>
        <p:grpSpPr>
          <a:xfrm>
            <a:off x="6632990" y="4076975"/>
            <a:ext cx="1748803" cy="865465"/>
            <a:chOff x="6308392" y="4384688"/>
            <a:chExt cx="1748803" cy="865465"/>
          </a:xfrm>
        </p:grpSpPr>
        <p:sp>
          <p:nvSpPr>
            <p:cNvPr id="42" name="Freeform: Shape 107">
              <a:extLst>
                <a:ext uri="{FF2B5EF4-FFF2-40B4-BE49-F238E27FC236}">
                  <a16:creationId xmlns:a16="http://schemas.microsoft.com/office/drawing/2014/main" id="{55DBA03A-303E-17F7-57FA-E322643E2C91}"/>
                </a:ext>
              </a:extLst>
            </p:cNvPr>
            <p:cNvSpPr/>
            <p:nvPr/>
          </p:nvSpPr>
          <p:spPr>
            <a:xfrm>
              <a:off x="6446205" y="4672565"/>
              <a:ext cx="1423656" cy="371205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679010 w 1557196"/>
                <a:gd name="connsiteY7" fmla="*/ 298907 h 434709"/>
                <a:gd name="connsiteX8" fmla="*/ 787651 w 1557196"/>
                <a:gd name="connsiteY8" fmla="*/ 362281 h 434709"/>
                <a:gd name="connsiteX9" fmla="*/ 887239 w 1557196"/>
                <a:gd name="connsiteY9" fmla="*/ 181212 h 434709"/>
                <a:gd name="connsiteX10" fmla="*/ 1041148 w 1557196"/>
                <a:gd name="connsiteY10" fmla="*/ 142 h 434709"/>
                <a:gd name="connsiteX11" fmla="*/ 1122629 w 1557196"/>
                <a:gd name="connsiteY11" fmla="*/ 154051 h 434709"/>
                <a:gd name="connsiteX12" fmla="*/ 1294645 w 1557196"/>
                <a:gd name="connsiteY12" fmla="*/ 326067 h 434709"/>
                <a:gd name="connsiteX13" fmla="*/ 1358019 w 1557196"/>
                <a:gd name="connsiteY13" fmla="*/ 262693 h 434709"/>
                <a:gd name="connsiteX14" fmla="*/ 1557196 w 1557196"/>
                <a:gd name="connsiteY14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787651 w 1557196"/>
                <a:gd name="connsiteY7" fmla="*/ 362281 h 434709"/>
                <a:gd name="connsiteX8" fmla="*/ 887239 w 1557196"/>
                <a:gd name="connsiteY8" fmla="*/ 181212 h 434709"/>
                <a:gd name="connsiteX9" fmla="*/ 1041148 w 1557196"/>
                <a:gd name="connsiteY9" fmla="*/ 142 h 434709"/>
                <a:gd name="connsiteX10" fmla="*/ 1122629 w 1557196"/>
                <a:gd name="connsiteY10" fmla="*/ 154051 h 434709"/>
                <a:gd name="connsiteX11" fmla="*/ 1294645 w 1557196"/>
                <a:gd name="connsiteY11" fmla="*/ 326067 h 434709"/>
                <a:gd name="connsiteX12" fmla="*/ 1358019 w 1557196"/>
                <a:gd name="connsiteY12" fmla="*/ 262693 h 434709"/>
                <a:gd name="connsiteX13" fmla="*/ 1557196 w 1557196"/>
                <a:gd name="connsiteY13" fmla="*/ 434709 h 434709"/>
                <a:gd name="connsiteX0" fmla="*/ 0 w 1557196"/>
                <a:gd name="connsiteY0" fmla="*/ 316938 h 434633"/>
                <a:gd name="connsiteX1" fmla="*/ 208229 w 1557196"/>
                <a:gd name="connsiteY1" fmla="*/ 362205 h 434633"/>
                <a:gd name="connsiteX2" fmla="*/ 344031 w 1557196"/>
                <a:gd name="connsiteY2" fmla="*/ 362205 h 434633"/>
                <a:gd name="connsiteX3" fmla="*/ 398352 w 1557196"/>
                <a:gd name="connsiteY3" fmla="*/ 271670 h 434633"/>
                <a:gd name="connsiteX4" fmla="*/ 479833 w 1557196"/>
                <a:gd name="connsiteY4" fmla="*/ 63440 h 434633"/>
                <a:gd name="connsiteX5" fmla="*/ 525101 w 1557196"/>
                <a:gd name="connsiteY5" fmla="*/ 262617 h 434633"/>
                <a:gd name="connsiteX6" fmla="*/ 624689 w 1557196"/>
                <a:gd name="connsiteY6" fmla="*/ 362205 h 434633"/>
                <a:gd name="connsiteX7" fmla="*/ 787651 w 1557196"/>
                <a:gd name="connsiteY7" fmla="*/ 362205 h 434633"/>
                <a:gd name="connsiteX8" fmla="*/ 950613 w 1557196"/>
                <a:gd name="connsiteY8" fmla="*/ 172082 h 434633"/>
                <a:gd name="connsiteX9" fmla="*/ 1041148 w 1557196"/>
                <a:gd name="connsiteY9" fmla="*/ 66 h 434633"/>
                <a:gd name="connsiteX10" fmla="*/ 1122629 w 1557196"/>
                <a:gd name="connsiteY10" fmla="*/ 153975 h 434633"/>
                <a:gd name="connsiteX11" fmla="*/ 1294645 w 1557196"/>
                <a:gd name="connsiteY11" fmla="*/ 325991 h 434633"/>
                <a:gd name="connsiteX12" fmla="*/ 1358019 w 1557196"/>
                <a:gd name="connsiteY12" fmla="*/ 262617 h 434633"/>
                <a:gd name="connsiteX13" fmla="*/ 1557196 w 1557196"/>
                <a:gd name="connsiteY13" fmla="*/ 434633 h 434633"/>
                <a:gd name="connsiteX0" fmla="*/ 0 w 1557196"/>
                <a:gd name="connsiteY0" fmla="*/ 253510 h 371205"/>
                <a:gd name="connsiteX1" fmla="*/ 208229 w 1557196"/>
                <a:gd name="connsiteY1" fmla="*/ 298777 h 371205"/>
                <a:gd name="connsiteX2" fmla="*/ 344031 w 1557196"/>
                <a:gd name="connsiteY2" fmla="*/ 298777 h 371205"/>
                <a:gd name="connsiteX3" fmla="*/ 398352 w 1557196"/>
                <a:gd name="connsiteY3" fmla="*/ 208242 h 371205"/>
                <a:gd name="connsiteX4" fmla="*/ 479833 w 1557196"/>
                <a:gd name="connsiteY4" fmla="*/ 12 h 371205"/>
                <a:gd name="connsiteX5" fmla="*/ 525101 w 1557196"/>
                <a:gd name="connsiteY5" fmla="*/ 199189 h 371205"/>
                <a:gd name="connsiteX6" fmla="*/ 624689 w 1557196"/>
                <a:gd name="connsiteY6" fmla="*/ 298777 h 371205"/>
                <a:gd name="connsiteX7" fmla="*/ 787651 w 1557196"/>
                <a:gd name="connsiteY7" fmla="*/ 298777 h 371205"/>
                <a:gd name="connsiteX8" fmla="*/ 950613 w 1557196"/>
                <a:gd name="connsiteY8" fmla="*/ 108654 h 371205"/>
                <a:gd name="connsiteX9" fmla="*/ 1122629 w 1557196"/>
                <a:gd name="connsiteY9" fmla="*/ 90547 h 371205"/>
                <a:gd name="connsiteX10" fmla="*/ 1294645 w 1557196"/>
                <a:gd name="connsiteY10" fmla="*/ 262563 h 371205"/>
                <a:gd name="connsiteX11" fmla="*/ 1358019 w 1557196"/>
                <a:gd name="connsiteY11" fmla="*/ 199189 h 371205"/>
                <a:gd name="connsiteX12" fmla="*/ 1557196 w 1557196"/>
                <a:gd name="connsiteY12" fmla="*/ 371205 h 37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7196" h="371205">
                  <a:moveTo>
                    <a:pt x="0" y="253510"/>
                  </a:moveTo>
                  <a:cubicBezTo>
                    <a:pt x="57338" y="304058"/>
                    <a:pt x="150891" y="291233"/>
                    <a:pt x="208229" y="298777"/>
                  </a:cubicBezTo>
                  <a:cubicBezTo>
                    <a:pt x="265568" y="306322"/>
                    <a:pt x="312344" y="313866"/>
                    <a:pt x="344031" y="298777"/>
                  </a:cubicBezTo>
                  <a:cubicBezTo>
                    <a:pt x="375718" y="283688"/>
                    <a:pt x="375718" y="258036"/>
                    <a:pt x="398352" y="208242"/>
                  </a:cubicBezTo>
                  <a:cubicBezTo>
                    <a:pt x="420986" y="158448"/>
                    <a:pt x="458708" y="1521"/>
                    <a:pt x="479833" y="12"/>
                  </a:cubicBezTo>
                  <a:cubicBezTo>
                    <a:pt x="500958" y="-1497"/>
                    <a:pt x="500958" y="149395"/>
                    <a:pt x="525101" y="199189"/>
                  </a:cubicBezTo>
                  <a:cubicBezTo>
                    <a:pt x="549244" y="248983"/>
                    <a:pt x="580931" y="282179"/>
                    <a:pt x="624689" y="298777"/>
                  </a:cubicBezTo>
                  <a:cubicBezTo>
                    <a:pt x="668447" y="315375"/>
                    <a:pt x="733330" y="330464"/>
                    <a:pt x="787651" y="298777"/>
                  </a:cubicBezTo>
                  <a:cubicBezTo>
                    <a:pt x="841972" y="267090"/>
                    <a:pt x="894783" y="143359"/>
                    <a:pt x="950613" y="108654"/>
                  </a:cubicBezTo>
                  <a:cubicBezTo>
                    <a:pt x="1006443" y="73949"/>
                    <a:pt x="1065290" y="64896"/>
                    <a:pt x="1122629" y="90547"/>
                  </a:cubicBezTo>
                  <a:cubicBezTo>
                    <a:pt x="1179968" y="116198"/>
                    <a:pt x="1255413" y="244456"/>
                    <a:pt x="1294645" y="262563"/>
                  </a:cubicBezTo>
                  <a:cubicBezTo>
                    <a:pt x="1333877" y="280670"/>
                    <a:pt x="1314261" y="181082"/>
                    <a:pt x="1358019" y="199189"/>
                  </a:cubicBezTo>
                  <a:cubicBezTo>
                    <a:pt x="1401777" y="217296"/>
                    <a:pt x="1479486" y="294250"/>
                    <a:pt x="1557196" y="37120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5BBBBF-5A0F-EBC2-0B4D-63B155757C20}"/>
                </a:ext>
              </a:extLst>
            </p:cNvPr>
            <p:cNvCxnSpPr/>
            <p:nvPr/>
          </p:nvCxnSpPr>
          <p:spPr>
            <a:xfrm>
              <a:off x="6388452" y="4457231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822259-5546-FF30-E6F7-813B931A2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7868" y="5184641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85C5520-5975-B281-872A-6831A5FCA1F8}"/>
                </a:ext>
              </a:extLst>
            </p:cNvPr>
            <p:cNvSpPr/>
            <p:nvPr/>
          </p:nvSpPr>
          <p:spPr>
            <a:xfrm>
              <a:off x="6308392" y="4384688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5851D2D-D8D7-5EBB-8935-B08525B321EA}"/>
              </a:ext>
            </a:extLst>
          </p:cNvPr>
          <p:cNvGrpSpPr/>
          <p:nvPr/>
        </p:nvGrpSpPr>
        <p:grpSpPr>
          <a:xfrm>
            <a:off x="9479685" y="4073593"/>
            <a:ext cx="1748803" cy="865465"/>
            <a:chOff x="9155087" y="4381306"/>
            <a:chExt cx="1748803" cy="865465"/>
          </a:xfrm>
        </p:grpSpPr>
        <p:sp>
          <p:nvSpPr>
            <p:cNvPr id="47" name="Free-form: Shape 46">
              <a:extLst>
                <a:ext uri="{FF2B5EF4-FFF2-40B4-BE49-F238E27FC236}">
                  <a16:creationId xmlns:a16="http://schemas.microsoft.com/office/drawing/2014/main" id="{D19B121D-74D4-9C3F-78D8-89DAAA5B14AB}"/>
                </a:ext>
              </a:extLst>
            </p:cNvPr>
            <p:cNvSpPr/>
            <p:nvPr/>
          </p:nvSpPr>
          <p:spPr>
            <a:xfrm>
              <a:off x="9308592" y="4431586"/>
              <a:ext cx="1426464" cy="482800"/>
            </a:xfrm>
            <a:custGeom>
              <a:avLst/>
              <a:gdLst>
                <a:gd name="connsiteX0" fmla="*/ 0 w 1426464"/>
                <a:gd name="connsiteY0" fmla="*/ 420830 h 482800"/>
                <a:gd name="connsiteX1" fmla="*/ 237744 w 1426464"/>
                <a:gd name="connsiteY1" fmla="*/ 463502 h 482800"/>
                <a:gd name="connsiteX2" fmla="*/ 329184 w 1426464"/>
                <a:gd name="connsiteY2" fmla="*/ 146510 h 482800"/>
                <a:gd name="connsiteX3" fmla="*/ 573024 w 1426464"/>
                <a:gd name="connsiteY3" fmla="*/ 433022 h 482800"/>
                <a:gd name="connsiteX4" fmla="*/ 719328 w 1426464"/>
                <a:gd name="connsiteY4" fmla="*/ 439118 h 482800"/>
                <a:gd name="connsiteX5" fmla="*/ 792480 w 1426464"/>
                <a:gd name="connsiteY5" fmla="*/ 244046 h 482800"/>
                <a:gd name="connsiteX6" fmla="*/ 908304 w 1426464"/>
                <a:gd name="connsiteY6" fmla="*/ 420830 h 482800"/>
                <a:gd name="connsiteX7" fmla="*/ 1024128 w 1426464"/>
                <a:gd name="connsiteY7" fmla="*/ 206 h 482800"/>
                <a:gd name="connsiteX8" fmla="*/ 1255776 w 1426464"/>
                <a:gd name="connsiteY8" fmla="*/ 365966 h 482800"/>
                <a:gd name="connsiteX9" fmla="*/ 1426464 w 1426464"/>
                <a:gd name="connsiteY9" fmla="*/ 463502 h 48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464" h="482800">
                  <a:moveTo>
                    <a:pt x="0" y="420830"/>
                  </a:moveTo>
                  <a:cubicBezTo>
                    <a:pt x="91440" y="465026"/>
                    <a:pt x="182880" y="509222"/>
                    <a:pt x="237744" y="463502"/>
                  </a:cubicBezTo>
                  <a:cubicBezTo>
                    <a:pt x="292608" y="417782"/>
                    <a:pt x="273304" y="151590"/>
                    <a:pt x="329184" y="146510"/>
                  </a:cubicBezTo>
                  <a:cubicBezTo>
                    <a:pt x="385064" y="141430"/>
                    <a:pt x="508000" y="384254"/>
                    <a:pt x="573024" y="433022"/>
                  </a:cubicBezTo>
                  <a:cubicBezTo>
                    <a:pt x="638048" y="481790"/>
                    <a:pt x="682752" y="470614"/>
                    <a:pt x="719328" y="439118"/>
                  </a:cubicBezTo>
                  <a:cubicBezTo>
                    <a:pt x="755904" y="407622"/>
                    <a:pt x="760984" y="247094"/>
                    <a:pt x="792480" y="244046"/>
                  </a:cubicBezTo>
                  <a:cubicBezTo>
                    <a:pt x="823976" y="240998"/>
                    <a:pt x="869696" y="461470"/>
                    <a:pt x="908304" y="420830"/>
                  </a:cubicBezTo>
                  <a:cubicBezTo>
                    <a:pt x="946912" y="380190"/>
                    <a:pt x="966216" y="9350"/>
                    <a:pt x="1024128" y="206"/>
                  </a:cubicBezTo>
                  <a:cubicBezTo>
                    <a:pt x="1082040" y="-8938"/>
                    <a:pt x="1188720" y="288750"/>
                    <a:pt x="1255776" y="365966"/>
                  </a:cubicBezTo>
                  <a:cubicBezTo>
                    <a:pt x="1322832" y="443182"/>
                    <a:pt x="1374648" y="453342"/>
                    <a:pt x="1426464" y="46350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4D24B32-DCFA-915B-14F9-4C63AC389913}"/>
                </a:ext>
              </a:extLst>
            </p:cNvPr>
            <p:cNvCxnSpPr/>
            <p:nvPr/>
          </p:nvCxnSpPr>
          <p:spPr>
            <a:xfrm>
              <a:off x="9235147" y="4453849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A353837-61AC-6A54-A6A4-570F50356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4563" y="5181259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175E8C2-6864-5F40-98E9-C00EAF0C6AC3}"/>
                </a:ext>
              </a:extLst>
            </p:cNvPr>
            <p:cNvSpPr/>
            <p:nvPr/>
          </p:nvSpPr>
          <p:spPr>
            <a:xfrm>
              <a:off x="9155087" y="4381306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B6BE6A3-6D36-9B8B-4A3D-5B2B206E4D2D}"/>
              </a:ext>
            </a:extLst>
          </p:cNvPr>
          <p:cNvCxnSpPr>
            <a:cxnSpLocks/>
            <a:stCxn id="45" idx="2"/>
            <a:endCxn id="35" idx="0"/>
          </p:cNvCxnSpPr>
          <p:nvPr/>
        </p:nvCxnSpPr>
        <p:spPr>
          <a:xfrm rot="5400000">
            <a:off x="7362069" y="5086275"/>
            <a:ext cx="289159" cy="14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F3BA372-A079-7193-9ED1-83CDAD83DAB4}"/>
              </a:ext>
            </a:extLst>
          </p:cNvPr>
          <p:cNvCxnSpPr>
            <a:cxnSpLocks/>
            <a:stCxn id="50" idx="2"/>
            <a:endCxn id="35" idx="0"/>
          </p:cNvCxnSpPr>
          <p:nvPr/>
        </p:nvCxnSpPr>
        <p:spPr>
          <a:xfrm rot="5400000">
            <a:off x="8783725" y="3661236"/>
            <a:ext cx="292541" cy="284818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180065E-DEB4-AD03-1EC8-4C95BCDD9419}"/>
              </a:ext>
            </a:extLst>
          </p:cNvPr>
          <p:cNvCxnSpPr>
            <a:cxnSpLocks/>
          </p:cNvCxnSpPr>
          <p:nvPr/>
        </p:nvCxnSpPr>
        <p:spPr>
          <a:xfrm>
            <a:off x="5254589" y="3693514"/>
            <a:ext cx="0" cy="324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3CEB400-69BB-EF0B-8E8E-9DE3616E5461}"/>
              </a:ext>
            </a:extLst>
          </p:cNvPr>
          <p:cNvCxnSpPr>
            <a:cxnSpLocks/>
          </p:cNvCxnSpPr>
          <p:nvPr/>
        </p:nvCxnSpPr>
        <p:spPr>
          <a:xfrm>
            <a:off x="10346422" y="3678100"/>
            <a:ext cx="0" cy="324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E590DD-0644-3A8F-6D64-3CE2CFD0F61D}"/>
              </a:ext>
            </a:extLst>
          </p:cNvPr>
          <p:cNvGrpSpPr>
            <a:grpSpLocks noChangeAspect="1"/>
          </p:cNvGrpSpPr>
          <p:nvPr/>
        </p:nvGrpSpPr>
        <p:grpSpPr>
          <a:xfrm>
            <a:off x="766090" y="1829205"/>
            <a:ext cx="2682620" cy="1784758"/>
            <a:chOff x="633942" y="1754865"/>
            <a:chExt cx="3353275" cy="223094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FEF7604-C468-7034-BF9D-8805C840D7B5}"/>
                </a:ext>
              </a:extLst>
            </p:cNvPr>
            <p:cNvGrpSpPr/>
            <p:nvPr/>
          </p:nvGrpSpPr>
          <p:grpSpPr>
            <a:xfrm>
              <a:off x="633942" y="1754865"/>
              <a:ext cx="3268104" cy="2230948"/>
              <a:chOff x="1011721" y="1845737"/>
              <a:chExt cx="3268104" cy="2230948"/>
            </a:xfrm>
          </p:grpSpPr>
          <p:sp>
            <p:nvSpPr>
              <p:cNvPr id="66" name="Freeform: Shape 11">
                <a:extLst>
                  <a:ext uri="{FF2B5EF4-FFF2-40B4-BE49-F238E27FC236}">
                    <a16:creationId xmlns:a16="http://schemas.microsoft.com/office/drawing/2014/main" id="{2DF267BC-38AB-7B3D-C9E5-4F909997E4BB}"/>
                  </a:ext>
                </a:extLst>
              </p:cNvPr>
              <p:cNvSpPr/>
              <p:nvPr/>
            </p:nvSpPr>
            <p:spPr>
              <a:xfrm>
                <a:off x="2265710" y="1866546"/>
                <a:ext cx="2014115" cy="2200275"/>
              </a:xfrm>
              <a:custGeom>
                <a:avLst/>
                <a:gdLst>
                  <a:gd name="connsiteX0" fmla="*/ 2013561 w 2014114"/>
                  <a:gd name="connsiteY0" fmla="*/ 1666875 h 2200275"/>
                  <a:gd name="connsiteX1" fmla="*/ 2013561 w 2014114"/>
                  <a:gd name="connsiteY1" fmla="*/ 1666875 h 2200275"/>
                  <a:gd name="connsiteX2" fmla="*/ 1956411 w 2014114"/>
                  <a:gd name="connsiteY2" fmla="*/ 1600200 h 2200275"/>
                  <a:gd name="connsiteX3" fmla="*/ 1927836 w 2014114"/>
                  <a:gd name="connsiteY3" fmla="*/ 1571625 h 2200275"/>
                  <a:gd name="connsiteX4" fmla="*/ 1889736 w 2014114"/>
                  <a:gd name="connsiteY4" fmla="*/ 1514475 h 2200275"/>
                  <a:gd name="connsiteX5" fmla="*/ 1880211 w 2014114"/>
                  <a:gd name="connsiteY5" fmla="*/ 1485900 h 2200275"/>
                  <a:gd name="connsiteX6" fmla="*/ 1851636 w 2014114"/>
                  <a:gd name="connsiteY6" fmla="*/ 1466850 h 2200275"/>
                  <a:gd name="connsiteX7" fmla="*/ 1813536 w 2014114"/>
                  <a:gd name="connsiteY7" fmla="*/ 1323975 h 2200275"/>
                  <a:gd name="connsiteX8" fmla="*/ 1794486 w 2014114"/>
                  <a:gd name="connsiteY8" fmla="*/ 1266825 h 2200275"/>
                  <a:gd name="connsiteX9" fmla="*/ 1784961 w 2014114"/>
                  <a:gd name="connsiteY9" fmla="*/ 1238250 h 2200275"/>
                  <a:gd name="connsiteX10" fmla="*/ 1746861 w 2014114"/>
                  <a:gd name="connsiteY10" fmla="*/ 1181100 h 2200275"/>
                  <a:gd name="connsiteX11" fmla="*/ 1727811 w 2014114"/>
                  <a:gd name="connsiteY11" fmla="*/ 1152525 h 2200275"/>
                  <a:gd name="connsiteX12" fmla="*/ 1708761 w 2014114"/>
                  <a:gd name="connsiteY12" fmla="*/ 1104900 h 2200275"/>
                  <a:gd name="connsiteX13" fmla="*/ 1689711 w 2014114"/>
                  <a:gd name="connsiteY13" fmla="*/ 1076325 h 2200275"/>
                  <a:gd name="connsiteX14" fmla="*/ 1680186 w 2014114"/>
                  <a:gd name="connsiteY14" fmla="*/ 1047750 h 2200275"/>
                  <a:gd name="connsiteX15" fmla="*/ 1661136 w 2014114"/>
                  <a:gd name="connsiteY15" fmla="*/ 1019175 h 2200275"/>
                  <a:gd name="connsiteX16" fmla="*/ 1613511 w 2014114"/>
                  <a:gd name="connsiteY16" fmla="*/ 942975 h 2200275"/>
                  <a:gd name="connsiteX17" fmla="*/ 1575411 w 2014114"/>
                  <a:gd name="connsiteY17" fmla="*/ 895350 h 2200275"/>
                  <a:gd name="connsiteX18" fmla="*/ 1565886 w 2014114"/>
                  <a:gd name="connsiteY18" fmla="*/ 866775 h 2200275"/>
                  <a:gd name="connsiteX19" fmla="*/ 1537311 w 2014114"/>
                  <a:gd name="connsiteY19" fmla="*/ 838200 h 2200275"/>
                  <a:gd name="connsiteX20" fmla="*/ 1518261 w 2014114"/>
                  <a:gd name="connsiteY20" fmla="*/ 800100 h 2200275"/>
                  <a:gd name="connsiteX21" fmla="*/ 1461111 w 2014114"/>
                  <a:gd name="connsiteY21" fmla="*/ 752475 h 2200275"/>
                  <a:gd name="connsiteX22" fmla="*/ 1403961 w 2014114"/>
                  <a:gd name="connsiteY22" fmla="*/ 676275 h 2200275"/>
                  <a:gd name="connsiteX23" fmla="*/ 1337286 w 2014114"/>
                  <a:gd name="connsiteY23" fmla="*/ 619125 h 2200275"/>
                  <a:gd name="connsiteX24" fmla="*/ 1318236 w 2014114"/>
                  <a:gd name="connsiteY24" fmla="*/ 590550 h 2200275"/>
                  <a:gd name="connsiteX25" fmla="*/ 1270611 w 2014114"/>
                  <a:gd name="connsiteY25" fmla="*/ 533400 h 2200275"/>
                  <a:gd name="connsiteX26" fmla="*/ 1251561 w 2014114"/>
                  <a:gd name="connsiteY26" fmla="*/ 504825 h 2200275"/>
                  <a:gd name="connsiteX27" fmla="*/ 1222986 w 2014114"/>
                  <a:gd name="connsiteY27" fmla="*/ 485775 h 2200275"/>
                  <a:gd name="connsiteX28" fmla="*/ 1184886 w 2014114"/>
                  <a:gd name="connsiteY28" fmla="*/ 457200 h 2200275"/>
                  <a:gd name="connsiteX29" fmla="*/ 1127736 w 2014114"/>
                  <a:gd name="connsiteY29" fmla="*/ 419100 h 2200275"/>
                  <a:gd name="connsiteX30" fmla="*/ 1108686 w 2014114"/>
                  <a:gd name="connsiteY30" fmla="*/ 390525 h 2200275"/>
                  <a:gd name="connsiteX31" fmla="*/ 1080111 w 2014114"/>
                  <a:gd name="connsiteY31" fmla="*/ 381000 h 2200275"/>
                  <a:gd name="connsiteX32" fmla="*/ 1022961 w 2014114"/>
                  <a:gd name="connsiteY32" fmla="*/ 342900 h 2200275"/>
                  <a:gd name="connsiteX33" fmla="*/ 956286 w 2014114"/>
                  <a:gd name="connsiteY33" fmla="*/ 295275 h 2200275"/>
                  <a:gd name="connsiteX34" fmla="*/ 899136 w 2014114"/>
                  <a:gd name="connsiteY34" fmla="*/ 257175 h 2200275"/>
                  <a:gd name="connsiteX35" fmla="*/ 880086 w 2014114"/>
                  <a:gd name="connsiteY35" fmla="*/ 228600 h 2200275"/>
                  <a:gd name="connsiteX36" fmla="*/ 822936 w 2014114"/>
                  <a:gd name="connsiteY36" fmla="*/ 209550 h 2200275"/>
                  <a:gd name="connsiteX37" fmla="*/ 765786 w 2014114"/>
                  <a:gd name="connsiteY37" fmla="*/ 171450 h 2200275"/>
                  <a:gd name="connsiteX38" fmla="*/ 680061 w 2014114"/>
                  <a:gd name="connsiteY38" fmla="*/ 114300 h 2200275"/>
                  <a:gd name="connsiteX39" fmla="*/ 651486 w 2014114"/>
                  <a:gd name="connsiteY39" fmla="*/ 95250 h 2200275"/>
                  <a:gd name="connsiteX40" fmla="*/ 622911 w 2014114"/>
                  <a:gd name="connsiteY40" fmla="*/ 76200 h 2200275"/>
                  <a:gd name="connsiteX41" fmla="*/ 508611 w 2014114"/>
                  <a:gd name="connsiteY41" fmla="*/ 38100 h 2200275"/>
                  <a:gd name="connsiteX42" fmla="*/ 480036 w 2014114"/>
                  <a:gd name="connsiteY42" fmla="*/ 28575 h 2200275"/>
                  <a:gd name="connsiteX43" fmla="*/ 451461 w 2014114"/>
                  <a:gd name="connsiteY43" fmla="*/ 19050 h 2200275"/>
                  <a:gd name="connsiteX44" fmla="*/ 327636 w 2014114"/>
                  <a:gd name="connsiteY44" fmla="*/ 0 h 2200275"/>
                  <a:gd name="connsiteX45" fmla="*/ 146661 w 2014114"/>
                  <a:gd name="connsiteY45" fmla="*/ 9525 h 2200275"/>
                  <a:gd name="connsiteX46" fmla="*/ 89511 w 2014114"/>
                  <a:gd name="connsiteY46" fmla="*/ 28575 h 2200275"/>
                  <a:gd name="connsiteX47" fmla="*/ 70461 w 2014114"/>
                  <a:gd name="connsiteY47" fmla="*/ 457200 h 2200275"/>
                  <a:gd name="connsiteX48" fmla="*/ 51411 w 2014114"/>
                  <a:gd name="connsiteY48" fmla="*/ 752475 h 2200275"/>
                  <a:gd name="connsiteX49" fmla="*/ 41886 w 2014114"/>
                  <a:gd name="connsiteY49" fmla="*/ 828675 h 2200275"/>
                  <a:gd name="connsiteX50" fmla="*/ 13311 w 2014114"/>
                  <a:gd name="connsiteY50" fmla="*/ 923925 h 2200275"/>
                  <a:gd name="connsiteX51" fmla="*/ 3786 w 2014114"/>
                  <a:gd name="connsiteY51" fmla="*/ 990600 h 2200275"/>
                  <a:gd name="connsiteX52" fmla="*/ 22836 w 2014114"/>
                  <a:gd name="connsiteY52" fmla="*/ 1457325 h 2200275"/>
                  <a:gd name="connsiteX53" fmla="*/ 41886 w 2014114"/>
                  <a:gd name="connsiteY53" fmla="*/ 1905000 h 2200275"/>
                  <a:gd name="connsiteX54" fmla="*/ 32361 w 2014114"/>
                  <a:gd name="connsiteY54" fmla="*/ 2152650 h 2200275"/>
                  <a:gd name="connsiteX55" fmla="*/ 13311 w 2014114"/>
                  <a:gd name="connsiteY55" fmla="*/ 2200275 h 2200275"/>
                  <a:gd name="connsiteX56" fmla="*/ 89511 w 2014114"/>
                  <a:gd name="connsiteY56" fmla="*/ 2190750 h 2200275"/>
                  <a:gd name="connsiteX57" fmla="*/ 137136 w 2014114"/>
                  <a:gd name="connsiteY57" fmla="*/ 2181225 h 2200275"/>
                  <a:gd name="connsiteX58" fmla="*/ 251436 w 2014114"/>
                  <a:gd name="connsiteY58" fmla="*/ 2162175 h 2200275"/>
                  <a:gd name="connsiteX59" fmla="*/ 308586 w 2014114"/>
                  <a:gd name="connsiteY59" fmla="*/ 2152650 h 2200275"/>
                  <a:gd name="connsiteX60" fmla="*/ 441936 w 2014114"/>
                  <a:gd name="connsiteY60" fmla="*/ 2133600 h 2200275"/>
                  <a:gd name="connsiteX61" fmla="*/ 489561 w 2014114"/>
                  <a:gd name="connsiteY61" fmla="*/ 2124075 h 2200275"/>
                  <a:gd name="connsiteX62" fmla="*/ 518136 w 2014114"/>
                  <a:gd name="connsiteY62" fmla="*/ 2114550 h 2200275"/>
                  <a:gd name="connsiteX63" fmla="*/ 594336 w 2014114"/>
                  <a:gd name="connsiteY63" fmla="*/ 2105025 h 2200275"/>
                  <a:gd name="connsiteX64" fmla="*/ 661011 w 2014114"/>
                  <a:gd name="connsiteY64" fmla="*/ 2085975 h 2200275"/>
                  <a:gd name="connsiteX65" fmla="*/ 708636 w 2014114"/>
                  <a:gd name="connsiteY65" fmla="*/ 2076450 h 2200275"/>
                  <a:gd name="connsiteX66" fmla="*/ 765786 w 2014114"/>
                  <a:gd name="connsiteY66" fmla="*/ 2057400 h 2200275"/>
                  <a:gd name="connsiteX67" fmla="*/ 822936 w 2014114"/>
                  <a:gd name="connsiteY67" fmla="*/ 2028825 h 2200275"/>
                  <a:gd name="connsiteX68" fmla="*/ 851511 w 2014114"/>
                  <a:gd name="connsiteY68" fmla="*/ 2000250 h 2200275"/>
                  <a:gd name="connsiteX69" fmla="*/ 908661 w 2014114"/>
                  <a:gd name="connsiteY69" fmla="*/ 1981200 h 2200275"/>
                  <a:gd name="connsiteX70" fmla="*/ 956286 w 2014114"/>
                  <a:gd name="connsiteY70" fmla="*/ 1971675 h 2200275"/>
                  <a:gd name="connsiteX71" fmla="*/ 1022961 w 2014114"/>
                  <a:gd name="connsiteY71" fmla="*/ 1962150 h 2200275"/>
                  <a:gd name="connsiteX72" fmla="*/ 1089636 w 2014114"/>
                  <a:gd name="connsiteY72" fmla="*/ 1943100 h 2200275"/>
                  <a:gd name="connsiteX73" fmla="*/ 1156311 w 2014114"/>
                  <a:gd name="connsiteY73" fmla="*/ 1924050 h 2200275"/>
                  <a:gd name="connsiteX74" fmla="*/ 1280136 w 2014114"/>
                  <a:gd name="connsiteY74" fmla="*/ 1895475 h 2200275"/>
                  <a:gd name="connsiteX75" fmla="*/ 1308711 w 2014114"/>
                  <a:gd name="connsiteY75" fmla="*/ 1885950 h 2200275"/>
                  <a:gd name="connsiteX76" fmla="*/ 1346811 w 2014114"/>
                  <a:gd name="connsiteY76" fmla="*/ 1876425 h 2200275"/>
                  <a:gd name="connsiteX77" fmla="*/ 1375386 w 2014114"/>
                  <a:gd name="connsiteY77" fmla="*/ 1866900 h 2200275"/>
                  <a:gd name="connsiteX78" fmla="*/ 1546836 w 2014114"/>
                  <a:gd name="connsiteY78" fmla="*/ 1857375 h 2200275"/>
                  <a:gd name="connsiteX79" fmla="*/ 1603986 w 2014114"/>
                  <a:gd name="connsiteY79" fmla="*/ 1847850 h 2200275"/>
                  <a:gd name="connsiteX80" fmla="*/ 1708761 w 2014114"/>
                  <a:gd name="connsiteY80" fmla="*/ 1838325 h 2200275"/>
                  <a:gd name="connsiteX81" fmla="*/ 1746861 w 2014114"/>
                  <a:gd name="connsiteY81" fmla="*/ 1828800 h 2200275"/>
                  <a:gd name="connsiteX82" fmla="*/ 1861161 w 2014114"/>
                  <a:gd name="connsiteY82" fmla="*/ 1809750 h 2200275"/>
                  <a:gd name="connsiteX83" fmla="*/ 1918311 w 2014114"/>
                  <a:gd name="connsiteY83" fmla="*/ 1800225 h 2200275"/>
                  <a:gd name="connsiteX84" fmla="*/ 1984986 w 2014114"/>
                  <a:gd name="connsiteY84" fmla="*/ 1781175 h 2200275"/>
                  <a:gd name="connsiteX85" fmla="*/ 2013561 w 2014114"/>
                  <a:gd name="connsiteY85" fmla="*/ 1724025 h 2200275"/>
                  <a:gd name="connsiteX86" fmla="*/ 2013561 w 2014114"/>
                  <a:gd name="connsiteY86" fmla="*/ 1666875 h 2200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014114" h="2200275">
                    <a:moveTo>
                      <a:pt x="2013561" y="1666875"/>
                    </a:moveTo>
                    <a:lnTo>
                      <a:pt x="2013561" y="1666875"/>
                    </a:lnTo>
                    <a:cubicBezTo>
                      <a:pt x="1994511" y="1644650"/>
                      <a:pt x="1975993" y="1621958"/>
                      <a:pt x="1956411" y="1600200"/>
                    </a:cubicBezTo>
                    <a:cubicBezTo>
                      <a:pt x="1947400" y="1590188"/>
                      <a:pt x="1936106" y="1582258"/>
                      <a:pt x="1927836" y="1571625"/>
                    </a:cubicBezTo>
                    <a:cubicBezTo>
                      <a:pt x="1913780" y="1553553"/>
                      <a:pt x="1896976" y="1536195"/>
                      <a:pt x="1889736" y="1514475"/>
                    </a:cubicBezTo>
                    <a:cubicBezTo>
                      <a:pt x="1886561" y="1504950"/>
                      <a:pt x="1886483" y="1493740"/>
                      <a:pt x="1880211" y="1485900"/>
                    </a:cubicBezTo>
                    <a:cubicBezTo>
                      <a:pt x="1873060" y="1476961"/>
                      <a:pt x="1861161" y="1473200"/>
                      <a:pt x="1851636" y="1466850"/>
                    </a:cubicBezTo>
                    <a:cubicBezTo>
                      <a:pt x="1822694" y="1322141"/>
                      <a:pt x="1848064" y="1418927"/>
                      <a:pt x="1813536" y="1323975"/>
                    </a:cubicBezTo>
                    <a:cubicBezTo>
                      <a:pt x="1806674" y="1305104"/>
                      <a:pt x="1800836" y="1285875"/>
                      <a:pt x="1794486" y="1266825"/>
                    </a:cubicBezTo>
                    <a:cubicBezTo>
                      <a:pt x="1791311" y="1257300"/>
                      <a:pt x="1790530" y="1246604"/>
                      <a:pt x="1784961" y="1238250"/>
                    </a:cubicBezTo>
                    <a:lnTo>
                      <a:pt x="1746861" y="1181100"/>
                    </a:lnTo>
                    <a:cubicBezTo>
                      <a:pt x="1740511" y="1171575"/>
                      <a:pt x="1732063" y="1163154"/>
                      <a:pt x="1727811" y="1152525"/>
                    </a:cubicBezTo>
                    <a:cubicBezTo>
                      <a:pt x="1721461" y="1136650"/>
                      <a:pt x="1716407" y="1120193"/>
                      <a:pt x="1708761" y="1104900"/>
                    </a:cubicBezTo>
                    <a:cubicBezTo>
                      <a:pt x="1703641" y="1094661"/>
                      <a:pt x="1694831" y="1086564"/>
                      <a:pt x="1689711" y="1076325"/>
                    </a:cubicBezTo>
                    <a:cubicBezTo>
                      <a:pt x="1685221" y="1067345"/>
                      <a:pt x="1684676" y="1056730"/>
                      <a:pt x="1680186" y="1047750"/>
                    </a:cubicBezTo>
                    <a:cubicBezTo>
                      <a:pt x="1675066" y="1037511"/>
                      <a:pt x="1666256" y="1029414"/>
                      <a:pt x="1661136" y="1019175"/>
                    </a:cubicBezTo>
                    <a:cubicBezTo>
                      <a:pt x="1625057" y="947017"/>
                      <a:pt x="1663651" y="993115"/>
                      <a:pt x="1613511" y="942975"/>
                    </a:cubicBezTo>
                    <a:cubicBezTo>
                      <a:pt x="1589570" y="871151"/>
                      <a:pt x="1624650" y="956898"/>
                      <a:pt x="1575411" y="895350"/>
                    </a:cubicBezTo>
                    <a:cubicBezTo>
                      <a:pt x="1569139" y="887510"/>
                      <a:pt x="1571455" y="875129"/>
                      <a:pt x="1565886" y="866775"/>
                    </a:cubicBezTo>
                    <a:cubicBezTo>
                      <a:pt x="1558414" y="855567"/>
                      <a:pt x="1545141" y="849161"/>
                      <a:pt x="1537311" y="838200"/>
                    </a:cubicBezTo>
                    <a:cubicBezTo>
                      <a:pt x="1529058" y="826646"/>
                      <a:pt x="1526514" y="811654"/>
                      <a:pt x="1518261" y="800100"/>
                    </a:cubicBezTo>
                    <a:cubicBezTo>
                      <a:pt x="1501593" y="776765"/>
                      <a:pt x="1483896" y="767665"/>
                      <a:pt x="1461111" y="752475"/>
                    </a:cubicBezTo>
                    <a:cubicBezTo>
                      <a:pt x="1443524" y="726095"/>
                      <a:pt x="1426587" y="698901"/>
                      <a:pt x="1403961" y="676275"/>
                    </a:cubicBezTo>
                    <a:cubicBezTo>
                      <a:pt x="1340894" y="613208"/>
                      <a:pt x="1389127" y="681334"/>
                      <a:pt x="1337286" y="619125"/>
                    </a:cubicBezTo>
                    <a:cubicBezTo>
                      <a:pt x="1329957" y="610331"/>
                      <a:pt x="1325264" y="599586"/>
                      <a:pt x="1318236" y="590550"/>
                    </a:cubicBezTo>
                    <a:cubicBezTo>
                      <a:pt x="1303012" y="570976"/>
                      <a:pt x="1285835" y="552974"/>
                      <a:pt x="1270611" y="533400"/>
                    </a:cubicBezTo>
                    <a:cubicBezTo>
                      <a:pt x="1263583" y="524364"/>
                      <a:pt x="1259656" y="512920"/>
                      <a:pt x="1251561" y="504825"/>
                    </a:cubicBezTo>
                    <a:cubicBezTo>
                      <a:pt x="1243466" y="496730"/>
                      <a:pt x="1232301" y="492429"/>
                      <a:pt x="1222986" y="485775"/>
                    </a:cubicBezTo>
                    <a:cubicBezTo>
                      <a:pt x="1210068" y="476548"/>
                      <a:pt x="1197891" y="466304"/>
                      <a:pt x="1184886" y="457200"/>
                    </a:cubicBezTo>
                    <a:cubicBezTo>
                      <a:pt x="1166129" y="444070"/>
                      <a:pt x="1127736" y="419100"/>
                      <a:pt x="1127736" y="419100"/>
                    </a:cubicBezTo>
                    <a:cubicBezTo>
                      <a:pt x="1121386" y="409575"/>
                      <a:pt x="1117625" y="397676"/>
                      <a:pt x="1108686" y="390525"/>
                    </a:cubicBezTo>
                    <a:cubicBezTo>
                      <a:pt x="1100846" y="384253"/>
                      <a:pt x="1088888" y="385876"/>
                      <a:pt x="1080111" y="381000"/>
                    </a:cubicBezTo>
                    <a:cubicBezTo>
                      <a:pt x="1060097" y="369881"/>
                      <a:pt x="1039150" y="359089"/>
                      <a:pt x="1022961" y="342900"/>
                    </a:cubicBezTo>
                    <a:cubicBezTo>
                      <a:pt x="948665" y="268604"/>
                      <a:pt x="1044045" y="357960"/>
                      <a:pt x="956286" y="295275"/>
                    </a:cubicBezTo>
                    <a:cubicBezTo>
                      <a:pt x="893856" y="250682"/>
                      <a:pt x="960433" y="277607"/>
                      <a:pt x="899136" y="257175"/>
                    </a:cubicBezTo>
                    <a:cubicBezTo>
                      <a:pt x="892786" y="247650"/>
                      <a:pt x="889794" y="234667"/>
                      <a:pt x="880086" y="228600"/>
                    </a:cubicBezTo>
                    <a:cubicBezTo>
                      <a:pt x="863058" y="217957"/>
                      <a:pt x="839644" y="220689"/>
                      <a:pt x="822936" y="209550"/>
                    </a:cubicBezTo>
                    <a:lnTo>
                      <a:pt x="765786" y="171450"/>
                    </a:lnTo>
                    <a:lnTo>
                      <a:pt x="680061" y="114300"/>
                    </a:lnTo>
                    <a:lnTo>
                      <a:pt x="651486" y="95250"/>
                    </a:lnTo>
                    <a:cubicBezTo>
                      <a:pt x="641961" y="88900"/>
                      <a:pt x="633771" y="79820"/>
                      <a:pt x="622911" y="76200"/>
                    </a:cubicBezTo>
                    <a:lnTo>
                      <a:pt x="508611" y="38100"/>
                    </a:lnTo>
                    <a:lnTo>
                      <a:pt x="480036" y="28575"/>
                    </a:lnTo>
                    <a:cubicBezTo>
                      <a:pt x="470511" y="25400"/>
                      <a:pt x="461306" y="21019"/>
                      <a:pt x="451461" y="19050"/>
                    </a:cubicBezTo>
                    <a:cubicBezTo>
                      <a:pt x="378735" y="4505"/>
                      <a:pt x="419900" y="11533"/>
                      <a:pt x="327636" y="0"/>
                    </a:cubicBezTo>
                    <a:cubicBezTo>
                      <a:pt x="267311" y="3175"/>
                      <a:pt x="206639" y="2328"/>
                      <a:pt x="146661" y="9525"/>
                    </a:cubicBezTo>
                    <a:cubicBezTo>
                      <a:pt x="126724" y="11917"/>
                      <a:pt x="89511" y="28575"/>
                      <a:pt x="89511" y="28575"/>
                    </a:cubicBezTo>
                    <a:cubicBezTo>
                      <a:pt x="37615" y="184262"/>
                      <a:pt x="82745" y="39553"/>
                      <a:pt x="70461" y="457200"/>
                    </a:cubicBezTo>
                    <a:cubicBezTo>
                      <a:pt x="56105" y="945298"/>
                      <a:pt x="77962" y="579893"/>
                      <a:pt x="51411" y="752475"/>
                    </a:cubicBezTo>
                    <a:cubicBezTo>
                      <a:pt x="47519" y="777775"/>
                      <a:pt x="47439" y="803687"/>
                      <a:pt x="41886" y="828675"/>
                    </a:cubicBezTo>
                    <a:cubicBezTo>
                      <a:pt x="34695" y="861034"/>
                      <a:pt x="22836" y="892175"/>
                      <a:pt x="13311" y="923925"/>
                    </a:cubicBezTo>
                    <a:cubicBezTo>
                      <a:pt x="10136" y="946150"/>
                      <a:pt x="3786" y="968149"/>
                      <a:pt x="3786" y="990600"/>
                    </a:cubicBezTo>
                    <a:cubicBezTo>
                      <a:pt x="3786" y="1355688"/>
                      <a:pt x="8406" y="1226441"/>
                      <a:pt x="22836" y="1457325"/>
                    </a:cubicBezTo>
                    <a:cubicBezTo>
                      <a:pt x="33486" y="1627731"/>
                      <a:pt x="35433" y="1724310"/>
                      <a:pt x="41886" y="1905000"/>
                    </a:cubicBezTo>
                    <a:cubicBezTo>
                      <a:pt x="38711" y="1987550"/>
                      <a:pt x="44044" y="2070869"/>
                      <a:pt x="32361" y="2152650"/>
                    </a:cubicBezTo>
                    <a:cubicBezTo>
                      <a:pt x="18820" y="2247434"/>
                      <a:pt x="-20347" y="2099301"/>
                      <a:pt x="13311" y="2200275"/>
                    </a:cubicBezTo>
                    <a:cubicBezTo>
                      <a:pt x="38711" y="2197100"/>
                      <a:pt x="64211" y="2194642"/>
                      <a:pt x="89511" y="2190750"/>
                    </a:cubicBezTo>
                    <a:cubicBezTo>
                      <a:pt x="105512" y="2188288"/>
                      <a:pt x="121193" y="2184038"/>
                      <a:pt x="137136" y="2181225"/>
                    </a:cubicBezTo>
                    <a:lnTo>
                      <a:pt x="251436" y="2162175"/>
                    </a:lnTo>
                    <a:cubicBezTo>
                      <a:pt x="270486" y="2159000"/>
                      <a:pt x="289467" y="2155381"/>
                      <a:pt x="308586" y="2152650"/>
                    </a:cubicBezTo>
                    <a:cubicBezTo>
                      <a:pt x="353036" y="2146300"/>
                      <a:pt x="397907" y="2142406"/>
                      <a:pt x="441936" y="2133600"/>
                    </a:cubicBezTo>
                    <a:cubicBezTo>
                      <a:pt x="457811" y="2130425"/>
                      <a:pt x="473855" y="2128002"/>
                      <a:pt x="489561" y="2124075"/>
                    </a:cubicBezTo>
                    <a:cubicBezTo>
                      <a:pt x="499301" y="2121640"/>
                      <a:pt x="508258" y="2116346"/>
                      <a:pt x="518136" y="2114550"/>
                    </a:cubicBezTo>
                    <a:cubicBezTo>
                      <a:pt x="543321" y="2109971"/>
                      <a:pt x="568936" y="2108200"/>
                      <a:pt x="594336" y="2105025"/>
                    </a:cubicBezTo>
                    <a:cubicBezTo>
                      <a:pt x="626157" y="2094418"/>
                      <a:pt x="625131" y="2093948"/>
                      <a:pt x="661011" y="2085975"/>
                    </a:cubicBezTo>
                    <a:cubicBezTo>
                      <a:pt x="676815" y="2082463"/>
                      <a:pt x="693017" y="2080710"/>
                      <a:pt x="708636" y="2076450"/>
                    </a:cubicBezTo>
                    <a:cubicBezTo>
                      <a:pt x="728009" y="2071166"/>
                      <a:pt x="749078" y="2068539"/>
                      <a:pt x="765786" y="2057400"/>
                    </a:cubicBezTo>
                    <a:cubicBezTo>
                      <a:pt x="802715" y="2032781"/>
                      <a:pt x="783501" y="2041970"/>
                      <a:pt x="822936" y="2028825"/>
                    </a:cubicBezTo>
                    <a:cubicBezTo>
                      <a:pt x="832461" y="2019300"/>
                      <a:pt x="839736" y="2006792"/>
                      <a:pt x="851511" y="2000250"/>
                    </a:cubicBezTo>
                    <a:cubicBezTo>
                      <a:pt x="869064" y="1990498"/>
                      <a:pt x="888970" y="1985138"/>
                      <a:pt x="908661" y="1981200"/>
                    </a:cubicBezTo>
                    <a:cubicBezTo>
                      <a:pt x="924536" y="1978025"/>
                      <a:pt x="940317" y="1974337"/>
                      <a:pt x="956286" y="1971675"/>
                    </a:cubicBezTo>
                    <a:cubicBezTo>
                      <a:pt x="978431" y="1967984"/>
                      <a:pt x="1000872" y="1966166"/>
                      <a:pt x="1022961" y="1962150"/>
                    </a:cubicBezTo>
                    <a:cubicBezTo>
                      <a:pt x="1058277" y="1955729"/>
                      <a:pt x="1058248" y="1952516"/>
                      <a:pt x="1089636" y="1943100"/>
                    </a:cubicBezTo>
                    <a:cubicBezTo>
                      <a:pt x="1111776" y="1936458"/>
                      <a:pt x="1133887" y="1929656"/>
                      <a:pt x="1156311" y="1924050"/>
                    </a:cubicBezTo>
                    <a:cubicBezTo>
                      <a:pt x="1182735" y="1917444"/>
                      <a:pt x="1245873" y="1905264"/>
                      <a:pt x="1280136" y="1895475"/>
                    </a:cubicBezTo>
                    <a:cubicBezTo>
                      <a:pt x="1289790" y="1892717"/>
                      <a:pt x="1299057" y="1888708"/>
                      <a:pt x="1308711" y="1885950"/>
                    </a:cubicBezTo>
                    <a:cubicBezTo>
                      <a:pt x="1321298" y="1882354"/>
                      <a:pt x="1334224" y="1880021"/>
                      <a:pt x="1346811" y="1876425"/>
                    </a:cubicBezTo>
                    <a:cubicBezTo>
                      <a:pt x="1356465" y="1873667"/>
                      <a:pt x="1365391" y="1867852"/>
                      <a:pt x="1375386" y="1866900"/>
                    </a:cubicBezTo>
                    <a:cubicBezTo>
                      <a:pt x="1432366" y="1861473"/>
                      <a:pt x="1489686" y="1860550"/>
                      <a:pt x="1546836" y="1857375"/>
                    </a:cubicBezTo>
                    <a:cubicBezTo>
                      <a:pt x="1565886" y="1854200"/>
                      <a:pt x="1584806" y="1850107"/>
                      <a:pt x="1603986" y="1847850"/>
                    </a:cubicBezTo>
                    <a:cubicBezTo>
                      <a:pt x="1638815" y="1843752"/>
                      <a:pt x="1674000" y="1842960"/>
                      <a:pt x="1708761" y="1838325"/>
                    </a:cubicBezTo>
                    <a:cubicBezTo>
                      <a:pt x="1721737" y="1836595"/>
                      <a:pt x="1733994" y="1831212"/>
                      <a:pt x="1746861" y="1828800"/>
                    </a:cubicBezTo>
                    <a:cubicBezTo>
                      <a:pt x="1784825" y="1821682"/>
                      <a:pt x="1823061" y="1816100"/>
                      <a:pt x="1861161" y="1809750"/>
                    </a:cubicBezTo>
                    <a:cubicBezTo>
                      <a:pt x="1880211" y="1806575"/>
                      <a:pt x="1899575" y="1804909"/>
                      <a:pt x="1918311" y="1800225"/>
                    </a:cubicBezTo>
                    <a:cubicBezTo>
                      <a:pt x="1966151" y="1788265"/>
                      <a:pt x="1943992" y="1794840"/>
                      <a:pt x="1984986" y="1781175"/>
                    </a:cubicBezTo>
                    <a:cubicBezTo>
                      <a:pt x="2001041" y="1757093"/>
                      <a:pt x="2007927" y="1752193"/>
                      <a:pt x="2013561" y="1724025"/>
                    </a:cubicBezTo>
                    <a:cubicBezTo>
                      <a:pt x="2014806" y="1717798"/>
                      <a:pt x="2013561" y="1676400"/>
                      <a:pt x="2013561" y="166687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7" name="Freeform: Shape 10">
                <a:extLst>
                  <a:ext uri="{FF2B5EF4-FFF2-40B4-BE49-F238E27FC236}">
                    <a16:creationId xmlns:a16="http://schemas.microsoft.com/office/drawing/2014/main" id="{55A1B280-F420-B6D0-842D-500C64E79906}"/>
                  </a:ext>
                </a:extLst>
              </p:cNvPr>
              <p:cNvSpPr/>
              <p:nvPr/>
            </p:nvSpPr>
            <p:spPr>
              <a:xfrm>
                <a:off x="1450235" y="1845737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Freeform: Shape 8">
                <a:extLst>
                  <a:ext uri="{FF2B5EF4-FFF2-40B4-BE49-F238E27FC236}">
                    <a16:creationId xmlns:a16="http://schemas.microsoft.com/office/drawing/2014/main" id="{043071A4-EF12-DD2F-53D1-156D656E5354}"/>
                  </a:ext>
                </a:extLst>
              </p:cNvPr>
              <p:cNvSpPr/>
              <p:nvPr/>
            </p:nvSpPr>
            <p:spPr>
              <a:xfrm>
                <a:off x="1011721" y="2228496"/>
                <a:ext cx="1160749" cy="1848189"/>
              </a:xfrm>
              <a:custGeom>
                <a:avLst/>
                <a:gdLst>
                  <a:gd name="connsiteX0" fmla="*/ 1143475 w 1160749"/>
                  <a:gd name="connsiteY0" fmla="*/ 733425 h 1848189"/>
                  <a:gd name="connsiteX1" fmla="*/ 1105375 w 1160749"/>
                  <a:gd name="connsiteY1" fmla="*/ 628650 h 1848189"/>
                  <a:gd name="connsiteX2" fmla="*/ 1095850 w 1160749"/>
                  <a:gd name="connsiteY2" fmla="*/ 600075 h 1848189"/>
                  <a:gd name="connsiteX3" fmla="*/ 1086325 w 1160749"/>
                  <a:gd name="connsiteY3" fmla="*/ 571500 h 1848189"/>
                  <a:gd name="connsiteX4" fmla="*/ 1067275 w 1160749"/>
                  <a:gd name="connsiteY4" fmla="*/ 542925 h 1848189"/>
                  <a:gd name="connsiteX5" fmla="*/ 1057750 w 1160749"/>
                  <a:gd name="connsiteY5" fmla="*/ 514350 h 1848189"/>
                  <a:gd name="connsiteX6" fmla="*/ 991075 w 1160749"/>
                  <a:gd name="connsiteY6" fmla="*/ 438150 h 1848189"/>
                  <a:gd name="connsiteX7" fmla="*/ 914875 w 1160749"/>
                  <a:gd name="connsiteY7" fmla="*/ 352425 h 1848189"/>
                  <a:gd name="connsiteX8" fmla="*/ 886300 w 1160749"/>
                  <a:gd name="connsiteY8" fmla="*/ 323850 h 1848189"/>
                  <a:gd name="connsiteX9" fmla="*/ 848200 w 1160749"/>
                  <a:gd name="connsiteY9" fmla="*/ 314325 h 1848189"/>
                  <a:gd name="connsiteX10" fmla="*/ 810100 w 1160749"/>
                  <a:gd name="connsiteY10" fmla="*/ 266700 h 1848189"/>
                  <a:gd name="connsiteX11" fmla="*/ 724375 w 1160749"/>
                  <a:gd name="connsiteY11" fmla="*/ 200025 h 1848189"/>
                  <a:gd name="connsiteX12" fmla="*/ 676750 w 1160749"/>
                  <a:gd name="connsiteY12" fmla="*/ 161925 h 1848189"/>
                  <a:gd name="connsiteX13" fmla="*/ 657700 w 1160749"/>
                  <a:gd name="connsiteY13" fmla="*/ 133350 h 1848189"/>
                  <a:gd name="connsiteX14" fmla="*/ 600550 w 1160749"/>
                  <a:gd name="connsiteY14" fmla="*/ 95250 h 1848189"/>
                  <a:gd name="connsiteX15" fmla="*/ 571975 w 1160749"/>
                  <a:gd name="connsiteY15" fmla="*/ 66675 h 1848189"/>
                  <a:gd name="connsiteX16" fmla="*/ 543400 w 1160749"/>
                  <a:gd name="connsiteY16" fmla="*/ 57150 h 1848189"/>
                  <a:gd name="connsiteX17" fmla="*/ 467200 w 1160749"/>
                  <a:gd name="connsiteY17" fmla="*/ 9525 h 1848189"/>
                  <a:gd name="connsiteX18" fmla="*/ 438625 w 1160749"/>
                  <a:gd name="connsiteY18" fmla="*/ 0 h 1848189"/>
                  <a:gd name="connsiteX19" fmla="*/ 400525 w 1160749"/>
                  <a:gd name="connsiteY19" fmla="*/ 38100 h 1848189"/>
                  <a:gd name="connsiteX20" fmla="*/ 371950 w 1160749"/>
                  <a:gd name="connsiteY20" fmla="*/ 47625 h 1848189"/>
                  <a:gd name="connsiteX21" fmla="*/ 343375 w 1160749"/>
                  <a:gd name="connsiteY21" fmla="*/ 66675 h 1848189"/>
                  <a:gd name="connsiteX22" fmla="*/ 305275 w 1160749"/>
                  <a:gd name="connsiteY22" fmla="*/ 123825 h 1848189"/>
                  <a:gd name="connsiteX23" fmla="*/ 286225 w 1160749"/>
                  <a:gd name="connsiteY23" fmla="*/ 152400 h 1848189"/>
                  <a:gd name="connsiteX24" fmla="*/ 257650 w 1160749"/>
                  <a:gd name="connsiteY24" fmla="*/ 171450 h 1848189"/>
                  <a:gd name="connsiteX25" fmla="*/ 238600 w 1160749"/>
                  <a:gd name="connsiteY25" fmla="*/ 200025 h 1848189"/>
                  <a:gd name="connsiteX26" fmla="*/ 229075 w 1160749"/>
                  <a:gd name="connsiteY26" fmla="*/ 228600 h 1848189"/>
                  <a:gd name="connsiteX27" fmla="*/ 190975 w 1160749"/>
                  <a:gd name="connsiteY27" fmla="*/ 285750 h 1848189"/>
                  <a:gd name="connsiteX28" fmla="*/ 171925 w 1160749"/>
                  <a:gd name="connsiteY28" fmla="*/ 314325 h 1848189"/>
                  <a:gd name="connsiteX29" fmla="*/ 162400 w 1160749"/>
                  <a:gd name="connsiteY29" fmla="*/ 342900 h 1848189"/>
                  <a:gd name="connsiteX30" fmla="*/ 143350 w 1160749"/>
                  <a:gd name="connsiteY30" fmla="*/ 457200 h 1848189"/>
                  <a:gd name="connsiteX31" fmla="*/ 124300 w 1160749"/>
                  <a:gd name="connsiteY31" fmla="*/ 514350 h 1848189"/>
                  <a:gd name="connsiteX32" fmla="*/ 95725 w 1160749"/>
                  <a:gd name="connsiteY32" fmla="*/ 609600 h 1848189"/>
                  <a:gd name="connsiteX33" fmla="*/ 86200 w 1160749"/>
                  <a:gd name="connsiteY33" fmla="*/ 638175 h 1848189"/>
                  <a:gd name="connsiteX34" fmla="*/ 76675 w 1160749"/>
                  <a:gd name="connsiteY34" fmla="*/ 666750 h 1848189"/>
                  <a:gd name="connsiteX35" fmla="*/ 67150 w 1160749"/>
                  <a:gd name="connsiteY35" fmla="*/ 714375 h 1848189"/>
                  <a:gd name="connsiteX36" fmla="*/ 38575 w 1160749"/>
                  <a:gd name="connsiteY36" fmla="*/ 809625 h 1848189"/>
                  <a:gd name="connsiteX37" fmla="*/ 29050 w 1160749"/>
                  <a:gd name="connsiteY37" fmla="*/ 838200 h 1848189"/>
                  <a:gd name="connsiteX38" fmla="*/ 10000 w 1160749"/>
                  <a:gd name="connsiteY38" fmla="*/ 914400 h 1848189"/>
                  <a:gd name="connsiteX39" fmla="*/ 10000 w 1160749"/>
                  <a:gd name="connsiteY39" fmla="*/ 1257300 h 1848189"/>
                  <a:gd name="connsiteX40" fmla="*/ 48100 w 1160749"/>
                  <a:gd name="connsiteY40" fmla="*/ 1314450 h 1848189"/>
                  <a:gd name="connsiteX41" fmla="*/ 95725 w 1160749"/>
                  <a:gd name="connsiteY41" fmla="*/ 1371600 h 1848189"/>
                  <a:gd name="connsiteX42" fmla="*/ 124300 w 1160749"/>
                  <a:gd name="connsiteY42" fmla="*/ 1409700 h 1848189"/>
                  <a:gd name="connsiteX43" fmla="*/ 152875 w 1160749"/>
                  <a:gd name="connsiteY43" fmla="*/ 1428750 h 1848189"/>
                  <a:gd name="connsiteX44" fmla="*/ 210025 w 1160749"/>
                  <a:gd name="connsiteY44" fmla="*/ 1476375 h 1848189"/>
                  <a:gd name="connsiteX45" fmla="*/ 248125 w 1160749"/>
                  <a:gd name="connsiteY45" fmla="*/ 1533525 h 1848189"/>
                  <a:gd name="connsiteX46" fmla="*/ 267175 w 1160749"/>
                  <a:gd name="connsiteY46" fmla="*/ 1562100 h 1848189"/>
                  <a:gd name="connsiteX47" fmla="*/ 276700 w 1160749"/>
                  <a:gd name="connsiteY47" fmla="*/ 1590675 h 1848189"/>
                  <a:gd name="connsiteX48" fmla="*/ 305275 w 1160749"/>
                  <a:gd name="connsiteY48" fmla="*/ 1609725 h 1848189"/>
                  <a:gd name="connsiteX49" fmla="*/ 324325 w 1160749"/>
                  <a:gd name="connsiteY49" fmla="*/ 1638300 h 1848189"/>
                  <a:gd name="connsiteX50" fmla="*/ 352900 w 1160749"/>
                  <a:gd name="connsiteY50" fmla="*/ 1657350 h 1848189"/>
                  <a:gd name="connsiteX51" fmla="*/ 391000 w 1160749"/>
                  <a:gd name="connsiteY51" fmla="*/ 1695450 h 1848189"/>
                  <a:gd name="connsiteX52" fmla="*/ 410050 w 1160749"/>
                  <a:gd name="connsiteY52" fmla="*/ 1724025 h 1848189"/>
                  <a:gd name="connsiteX53" fmla="*/ 438625 w 1160749"/>
                  <a:gd name="connsiteY53" fmla="*/ 1733550 h 1848189"/>
                  <a:gd name="connsiteX54" fmla="*/ 467200 w 1160749"/>
                  <a:gd name="connsiteY54" fmla="*/ 1752600 h 1848189"/>
                  <a:gd name="connsiteX55" fmla="*/ 495775 w 1160749"/>
                  <a:gd name="connsiteY55" fmla="*/ 1762125 h 1848189"/>
                  <a:gd name="connsiteX56" fmla="*/ 524350 w 1160749"/>
                  <a:gd name="connsiteY56" fmla="*/ 1781175 h 1848189"/>
                  <a:gd name="connsiteX57" fmla="*/ 619600 w 1160749"/>
                  <a:gd name="connsiteY57" fmla="*/ 1790700 h 1848189"/>
                  <a:gd name="connsiteX58" fmla="*/ 676750 w 1160749"/>
                  <a:gd name="connsiteY58" fmla="*/ 1809750 h 1848189"/>
                  <a:gd name="connsiteX59" fmla="*/ 714850 w 1160749"/>
                  <a:gd name="connsiteY59" fmla="*/ 1819275 h 1848189"/>
                  <a:gd name="connsiteX60" fmla="*/ 772000 w 1160749"/>
                  <a:gd name="connsiteY60" fmla="*/ 1838325 h 1848189"/>
                  <a:gd name="connsiteX61" fmla="*/ 829150 w 1160749"/>
                  <a:gd name="connsiteY61" fmla="*/ 1847850 h 1848189"/>
                  <a:gd name="connsiteX62" fmla="*/ 1019650 w 1160749"/>
                  <a:gd name="connsiteY62" fmla="*/ 1828800 h 1848189"/>
                  <a:gd name="connsiteX63" fmla="*/ 1048225 w 1160749"/>
                  <a:gd name="connsiteY63" fmla="*/ 1809750 h 1848189"/>
                  <a:gd name="connsiteX64" fmla="*/ 1067275 w 1160749"/>
                  <a:gd name="connsiteY64" fmla="*/ 1466850 h 1848189"/>
                  <a:gd name="connsiteX65" fmla="*/ 1086325 w 1160749"/>
                  <a:gd name="connsiteY65" fmla="*/ 1333500 h 1848189"/>
                  <a:gd name="connsiteX66" fmla="*/ 1095850 w 1160749"/>
                  <a:gd name="connsiteY66" fmla="*/ 1257300 h 1848189"/>
                  <a:gd name="connsiteX67" fmla="*/ 1124425 w 1160749"/>
                  <a:gd name="connsiteY67" fmla="*/ 1114425 h 1848189"/>
                  <a:gd name="connsiteX68" fmla="*/ 1133950 w 1160749"/>
                  <a:gd name="connsiteY68" fmla="*/ 1038225 h 1848189"/>
                  <a:gd name="connsiteX69" fmla="*/ 1153000 w 1160749"/>
                  <a:gd name="connsiteY69" fmla="*/ 962025 h 1848189"/>
                  <a:gd name="connsiteX70" fmla="*/ 1143475 w 1160749"/>
                  <a:gd name="connsiteY70" fmla="*/ 733425 h 1848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160749" h="1848189">
                    <a:moveTo>
                      <a:pt x="1143475" y="733425"/>
                    </a:moveTo>
                    <a:cubicBezTo>
                      <a:pt x="1116967" y="667156"/>
                      <a:pt x="1129832" y="702020"/>
                      <a:pt x="1105375" y="628650"/>
                    </a:cubicBezTo>
                    <a:lnTo>
                      <a:pt x="1095850" y="600075"/>
                    </a:lnTo>
                    <a:cubicBezTo>
                      <a:pt x="1092675" y="590550"/>
                      <a:pt x="1091894" y="579854"/>
                      <a:pt x="1086325" y="571500"/>
                    </a:cubicBezTo>
                    <a:cubicBezTo>
                      <a:pt x="1079975" y="561975"/>
                      <a:pt x="1072395" y="553164"/>
                      <a:pt x="1067275" y="542925"/>
                    </a:cubicBezTo>
                    <a:cubicBezTo>
                      <a:pt x="1062785" y="533945"/>
                      <a:pt x="1062626" y="523127"/>
                      <a:pt x="1057750" y="514350"/>
                    </a:cubicBezTo>
                    <a:cubicBezTo>
                      <a:pt x="1025066" y="455519"/>
                      <a:pt x="1032817" y="465978"/>
                      <a:pt x="991075" y="438150"/>
                    </a:cubicBezTo>
                    <a:cubicBezTo>
                      <a:pt x="957081" y="387159"/>
                      <a:pt x="980120" y="417670"/>
                      <a:pt x="914875" y="352425"/>
                    </a:cubicBezTo>
                    <a:cubicBezTo>
                      <a:pt x="905350" y="342900"/>
                      <a:pt x="899368" y="327117"/>
                      <a:pt x="886300" y="323850"/>
                    </a:cubicBezTo>
                    <a:lnTo>
                      <a:pt x="848200" y="314325"/>
                    </a:lnTo>
                    <a:cubicBezTo>
                      <a:pt x="831646" y="264662"/>
                      <a:pt x="850916" y="302981"/>
                      <a:pt x="810100" y="266700"/>
                    </a:cubicBezTo>
                    <a:cubicBezTo>
                      <a:pt x="733001" y="198167"/>
                      <a:pt x="783297" y="219666"/>
                      <a:pt x="724375" y="200025"/>
                    </a:cubicBezTo>
                    <a:cubicBezTo>
                      <a:pt x="669780" y="118133"/>
                      <a:pt x="742475" y="214505"/>
                      <a:pt x="676750" y="161925"/>
                    </a:cubicBezTo>
                    <a:cubicBezTo>
                      <a:pt x="667811" y="154774"/>
                      <a:pt x="666315" y="140888"/>
                      <a:pt x="657700" y="133350"/>
                    </a:cubicBezTo>
                    <a:cubicBezTo>
                      <a:pt x="640470" y="118273"/>
                      <a:pt x="616739" y="111439"/>
                      <a:pt x="600550" y="95250"/>
                    </a:cubicBezTo>
                    <a:cubicBezTo>
                      <a:pt x="591025" y="85725"/>
                      <a:pt x="583183" y="74147"/>
                      <a:pt x="571975" y="66675"/>
                    </a:cubicBezTo>
                    <a:cubicBezTo>
                      <a:pt x="563621" y="61106"/>
                      <a:pt x="552925" y="60325"/>
                      <a:pt x="543400" y="57150"/>
                    </a:cubicBezTo>
                    <a:cubicBezTo>
                      <a:pt x="513211" y="11867"/>
                      <a:pt x="535210" y="32195"/>
                      <a:pt x="467200" y="9525"/>
                    </a:cubicBezTo>
                    <a:lnTo>
                      <a:pt x="438625" y="0"/>
                    </a:lnTo>
                    <a:cubicBezTo>
                      <a:pt x="362425" y="25400"/>
                      <a:pt x="451325" y="-12700"/>
                      <a:pt x="400525" y="38100"/>
                    </a:cubicBezTo>
                    <a:cubicBezTo>
                      <a:pt x="393425" y="45200"/>
                      <a:pt x="380930" y="43135"/>
                      <a:pt x="371950" y="47625"/>
                    </a:cubicBezTo>
                    <a:cubicBezTo>
                      <a:pt x="361711" y="52745"/>
                      <a:pt x="352900" y="60325"/>
                      <a:pt x="343375" y="66675"/>
                    </a:cubicBezTo>
                    <a:lnTo>
                      <a:pt x="305275" y="123825"/>
                    </a:lnTo>
                    <a:cubicBezTo>
                      <a:pt x="298925" y="133350"/>
                      <a:pt x="295750" y="146050"/>
                      <a:pt x="286225" y="152400"/>
                    </a:cubicBezTo>
                    <a:lnTo>
                      <a:pt x="257650" y="171450"/>
                    </a:lnTo>
                    <a:cubicBezTo>
                      <a:pt x="251300" y="180975"/>
                      <a:pt x="243720" y="189786"/>
                      <a:pt x="238600" y="200025"/>
                    </a:cubicBezTo>
                    <a:cubicBezTo>
                      <a:pt x="234110" y="209005"/>
                      <a:pt x="233951" y="219823"/>
                      <a:pt x="229075" y="228600"/>
                    </a:cubicBezTo>
                    <a:cubicBezTo>
                      <a:pt x="217956" y="248614"/>
                      <a:pt x="203675" y="266700"/>
                      <a:pt x="190975" y="285750"/>
                    </a:cubicBezTo>
                    <a:cubicBezTo>
                      <a:pt x="184625" y="295275"/>
                      <a:pt x="175545" y="303465"/>
                      <a:pt x="171925" y="314325"/>
                    </a:cubicBezTo>
                    <a:lnTo>
                      <a:pt x="162400" y="342900"/>
                    </a:lnTo>
                    <a:cubicBezTo>
                      <a:pt x="158311" y="371521"/>
                      <a:pt x="151707" y="426559"/>
                      <a:pt x="143350" y="457200"/>
                    </a:cubicBezTo>
                    <a:cubicBezTo>
                      <a:pt x="138066" y="476573"/>
                      <a:pt x="129170" y="494869"/>
                      <a:pt x="124300" y="514350"/>
                    </a:cubicBezTo>
                    <a:cubicBezTo>
                      <a:pt x="109905" y="571931"/>
                      <a:pt x="118915" y="540031"/>
                      <a:pt x="95725" y="609600"/>
                    </a:cubicBezTo>
                    <a:lnTo>
                      <a:pt x="86200" y="638175"/>
                    </a:lnTo>
                    <a:cubicBezTo>
                      <a:pt x="83025" y="647700"/>
                      <a:pt x="78644" y="656905"/>
                      <a:pt x="76675" y="666750"/>
                    </a:cubicBezTo>
                    <a:cubicBezTo>
                      <a:pt x="73500" y="682625"/>
                      <a:pt x="70662" y="698571"/>
                      <a:pt x="67150" y="714375"/>
                    </a:cubicBezTo>
                    <a:cubicBezTo>
                      <a:pt x="57553" y="757561"/>
                      <a:pt x="54404" y="762137"/>
                      <a:pt x="38575" y="809625"/>
                    </a:cubicBezTo>
                    <a:cubicBezTo>
                      <a:pt x="35400" y="819150"/>
                      <a:pt x="31485" y="828460"/>
                      <a:pt x="29050" y="838200"/>
                    </a:cubicBezTo>
                    <a:lnTo>
                      <a:pt x="10000" y="914400"/>
                    </a:lnTo>
                    <a:cubicBezTo>
                      <a:pt x="5307" y="1003564"/>
                      <a:pt x="-9941" y="1165572"/>
                      <a:pt x="10000" y="1257300"/>
                    </a:cubicBezTo>
                    <a:cubicBezTo>
                      <a:pt x="14864" y="1279673"/>
                      <a:pt x="35400" y="1295400"/>
                      <a:pt x="48100" y="1314450"/>
                    </a:cubicBezTo>
                    <a:cubicBezTo>
                      <a:pt x="90204" y="1377605"/>
                      <a:pt x="40720" y="1307428"/>
                      <a:pt x="95725" y="1371600"/>
                    </a:cubicBezTo>
                    <a:cubicBezTo>
                      <a:pt x="106056" y="1383653"/>
                      <a:pt x="113075" y="1398475"/>
                      <a:pt x="124300" y="1409700"/>
                    </a:cubicBezTo>
                    <a:cubicBezTo>
                      <a:pt x="132395" y="1417795"/>
                      <a:pt x="144081" y="1421421"/>
                      <a:pt x="152875" y="1428750"/>
                    </a:cubicBezTo>
                    <a:cubicBezTo>
                      <a:pt x="226214" y="1489866"/>
                      <a:pt x="139079" y="1429077"/>
                      <a:pt x="210025" y="1476375"/>
                    </a:cubicBezTo>
                    <a:cubicBezTo>
                      <a:pt x="226764" y="1526593"/>
                      <a:pt x="208487" y="1485959"/>
                      <a:pt x="248125" y="1533525"/>
                    </a:cubicBezTo>
                    <a:cubicBezTo>
                      <a:pt x="255454" y="1542319"/>
                      <a:pt x="262055" y="1551861"/>
                      <a:pt x="267175" y="1562100"/>
                    </a:cubicBezTo>
                    <a:cubicBezTo>
                      <a:pt x="271665" y="1571080"/>
                      <a:pt x="270428" y="1582835"/>
                      <a:pt x="276700" y="1590675"/>
                    </a:cubicBezTo>
                    <a:cubicBezTo>
                      <a:pt x="283851" y="1599614"/>
                      <a:pt x="295750" y="1603375"/>
                      <a:pt x="305275" y="1609725"/>
                    </a:cubicBezTo>
                    <a:cubicBezTo>
                      <a:pt x="311625" y="1619250"/>
                      <a:pt x="316230" y="1630205"/>
                      <a:pt x="324325" y="1638300"/>
                    </a:cubicBezTo>
                    <a:cubicBezTo>
                      <a:pt x="332420" y="1646395"/>
                      <a:pt x="345749" y="1648411"/>
                      <a:pt x="352900" y="1657350"/>
                    </a:cubicBezTo>
                    <a:cubicBezTo>
                      <a:pt x="389845" y="1703532"/>
                      <a:pt x="328655" y="1674668"/>
                      <a:pt x="391000" y="1695450"/>
                    </a:cubicBezTo>
                    <a:cubicBezTo>
                      <a:pt x="397350" y="1704975"/>
                      <a:pt x="401111" y="1716874"/>
                      <a:pt x="410050" y="1724025"/>
                    </a:cubicBezTo>
                    <a:cubicBezTo>
                      <a:pt x="417890" y="1730297"/>
                      <a:pt x="429645" y="1729060"/>
                      <a:pt x="438625" y="1733550"/>
                    </a:cubicBezTo>
                    <a:cubicBezTo>
                      <a:pt x="448864" y="1738670"/>
                      <a:pt x="456961" y="1747480"/>
                      <a:pt x="467200" y="1752600"/>
                    </a:cubicBezTo>
                    <a:cubicBezTo>
                      <a:pt x="476180" y="1757090"/>
                      <a:pt x="486795" y="1757635"/>
                      <a:pt x="495775" y="1762125"/>
                    </a:cubicBezTo>
                    <a:cubicBezTo>
                      <a:pt x="506014" y="1767245"/>
                      <a:pt x="513196" y="1778601"/>
                      <a:pt x="524350" y="1781175"/>
                    </a:cubicBezTo>
                    <a:cubicBezTo>
                      <a:pt x="555441" y="1788350"/>
                      <a:pt x="587850" y="1787525"/>
                      <a:pt x="619600" y="1790700"/>
                    </a:cubicBezTo>
                    <a:cubicBezTo>
                      <a:pt x="638650" y="1797050"/>
                      <a:pt x="657269" y="1804880"/>
                      <a:pt x="676750" y="1809750"/>
                    </a:cubicBezTo>
                    <a:cubicBezTo>
                      <a:pt x="689450" y="1812925"/>
                      <a:pt x="702311" y="1815513"/>
                      <a:pt x="714850" y="1819275"/>
                    </a:cubicBezTo>
                    <a:cubicBezTo>
                      <a:pt x="734084" y="1825045"/>
                      <a:pt x="752193" y="1835024"/>
                      <a:pt x="772000" y="1838325"/>
                    </a:cubicBezTo>
                    <a:lnTo>
                      <a:pt x="829150" y="1847850"/>
                    </a:lnTo>
                    <a:cubicBezTo>
                      <a:pt x="838613" y="1847293"/>
                      <a:pt x="969954" y="1853648"/>
                      <a:pt x="1019650" y="1828800"/>
                    </a:cubicBezTo>
                    <a:cubicBezTo>
                      <a:pt x="1029889" y="1823680"/>
                      <a:pt x="1038700" y="1816100"/>
                      <a:pt x="1048225" y="1809750"/>
                    </a:cubicBezTo>
                    <a:cubicBezTo>
                      <a:pt x="1070399" y="1610187"/>
                      <a:pt x="1047211" y="1838026"/>
                      <a:pt x="1067275" y="1466850"/>
                    </a:cubicBezTo>
                    <a:cubicBezTo>
                      <a:pt x="1077473" y="1278194"/>
                      <a:pt x="1069320" y="1435533"/>
                      <a:pt x="1086325" y="1333500"/>
                    </a:cubicBezTo>
                    <a:cubicBezTo>
                      <a:pt x="1090533" y="1308251"/>
                      <a:pt x="1092467" y="1282673"/>
                      <a:pt x="1095850" y="1257300"/>
                    </a:cubicBezTo>
                    <a:cubicBezTo>
                      <a:pt x="1118951" y="1084043"/>
                      <a:pt x="1088416" y="1306474"/>
                      <a:pt x="1124425" y="1114425"/>
                    </a:cubicBezTo>
                    <a:cubicBezTo>
                      <a:pt x="1129142" y="1089266"/>
                      <a:pt x="1129233" y="1063384"/>
                      <a:pt x="1133950" y="1038225"/>
                    </a:cubicBezTo>
                    <a:cubicBezTo>
                      <a:pt x="1138775" y="1012492"/>
                      <a:pt x="1153000" y="962025"/>
                      <a:pt x="1153000" y="962025"/>
                    </a:cubicBezTo>
                    <a:cubicBezTo>
                      <a:pt x="1166000" y="832023"/>
                      <a:pt x="1162525" y="898683"/>
                      <a:pt x="1143475" y="733425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D0E3DF7-9154-4F07-8A59-8FCC62A8E1B9}"/>
                </a:ext>
              </a:extLst>
            </p:cNvPr>
            <p:cNvGrpSpPr/>
            <p:nvPr/>
          </p:nvGrpSpPr>
          <p:grpSpPr>
            <a:xfrm>
              <a:off x="1093522" y="1976643"/>
              <a:ext cx="2893695" cy="1604971"/>
              <a:chOff x="1471301" y="2067515"/>
              <a:chExt cx="2893695" cy="1604971"/>
            </a:xfrm>
          </p:grpSpPr>
          <p:sp>
            <p:nvSpPr>
              <p:cNvPr id="58" name="Freeform: Shape 3">
                <a:extLst>
                  <a:ext uri="{FF2B5EF4-FFF2-40B4-BE49-F238E27FC236}">
                    <a16:creationId xmlns:a16="http://schemas.microsoft.com/office/drawing/2014/main" id="{73E57873-8B47-2AF4-C09B-3256A94C9842}"/>
                  </a:ext>
                </a:extLst>
              </p:cNvPr>
              <p:cNvSpPr/>
              <p:nvPr/>
            </p:nvSpPr>
            <p:spPr>
              <a:xfrm>
                <a:off x="1926596" y="2067515"/>
                <a:ext cx="466725" cy="876300"/>
              </a:xfrm>
              <a:custGeom>
                <a:avLst/>
                <a:gdLst>
                  <a:gd name="connsiteX0" fmla="*/ 466725 w 466725"/>
                  <a:gd name="connsiteY0" fmla="*/ 876300 h 876300"/>
                  <a:gd name="connsiteX1" fmla="*/ 400050 w 466725"/>
                  <a:gd name="connsiteY1" fmla="*/ 590550 h 876300"/>
                  <a:gd name="connsiteX2" fmla="*/ 390525 w 466725"/>
                  <a:gd name="connsiteY2" fmla="*/ 409575 h 876300"/>
                  <a:gd name="connsiteX3" fmla="*/ 371475 w 466725"/>
                  <a:gd name="connsiteY3" fmla="*/ 314325 h 876300"/>
                  <a:gd name="connsiteX4" fmla="*/ 352425 w 466725"/>
                  <a:gd name="connsiteY4" fmla="*/ 266700 h 876300"/>
                  <a:gd name="connsiteX5" fmla="*/ 342900 w 466725"/>
                  <a:gd name="connsiteY5" fmla="*/ 238125 h 876300"/>
                  <a:gd name="connsiteX6" fmla="*/ 304800 w 466725"/>
                  <a:gd name="connsiteY6" fmla="*/ 180975 h 876300"/>
                  <a:gd name="connsiteX7" fmla="*/ 285750 w 466725"/>
                  <a:gd name="connsiteY7" fmla="*/ 152400 h 876300"/>
                  <a:gd name="connsiteX8" fmla="*/ 266700 w 466725"/>
                  <a:gd name="connsiteY8" fmla="*/ 123825 h 876300"/>
                  <a:gd name="connsiteX9" fmla="*/ 238125 w 466725"/>
                  <a:gd name="connsiteY9" fmla="*/ 114300 h 876300"/>
                  <a:gd name="connsiteX10" fmla="*/ 209550 w 466725"/>
                  <a:gd name="connsiteY10" fmla="*/ 85725 h 876300"/>
                  <a:gd name="connsiteX11" fmla="*/ 152400 w 466725"/>
                  <a:gd name="connsiteY11" fmla="*/ 66675 h 876300"/>
                  <a:gd name="connsiteX12" fmla="*/ 123825 w 466725"/>
                  <a:gd name="connsiteY12" fmla="*/ 57150 h 876300"/>
                  <a:gd name="connsiteX13" fmla="*/ 66675 w 466725"/>
                  <a:gd name="connsiteY13" fmla="*/ 19050 h 876300"/>
                  <a:gd name="connsiteX14" fmla="*/ 38100 w 466725"/>
                  <a:gd name="connsiteY14" fmla="*/ 9525 h 876300"/>
                  <a:gd name="connsiteX15" fmla="*/ 0 w 466725"/>
                  <a:gd name="connsiteY15" fmla="*/ 0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6725" h="876300">
                    <a:moveTo>
                      <a:pt x="466725" y="876300"/>
                    </a:moveTo>
                    <a:cubicBezTo>
                      <a:pt x="444500" y="781050"/>
                      <a:pt x="415810" y="687080"/>
                      <a:pt x="400050" y="590550"/>
                    </a:cubicBezTo>
                    <a:cubicBezTo>
                      <a:pt x="390316" y="530931"/>
                      <a:pt x="395342" y="469791"/>
                      <a:pt x="390525" y="409575"/>
                    </a:cubicBezTo>
                    <a:cubicBezTo>
                      <a:pt x="389044" y="391063"/>
                      <a:pt x="378773" y="336218"/>
                      <a:pt x="371475" y="314325"/>
                    </a:cubicBezTo>
                    <a:cubicBezTo>
                      <a:pt x="366068" y="298105"/>
                      <a:pt x="358428" y="282709"/>
                      <a:pt x="352425" y="266700"/>
                    </a:cubicBezTo>
                    <a:cubicBezTo>
                      <a:pt x="348900" y="257299"/>
                      <a:pt x="347776" y="246902"/>
                      <a:pt x="342900" y="238125"/>
                    </a:cubicBezTo>
                    <a:cubicBezTo>
                      <a:pt x="331781" y="218111"/>
                      <a:pt x="317500" y="200025"/>
                      <a:pt x="304800" y="180975"/>
                    </a:cubicBezTo>
                    <a:lnTo>
                      <a:pt x="285750" y="152400"/>
                    </a:lnTo>
                    <a:cubicBezTo>
                      <a:pt x="279400" y="142875"/>
                      <a:pt x="277560" y="127445"/>
                      <a:pt x="266700" y="123825"/>
                    </a:cubicBezTo>
                    <a:lnTo>
                      <a:pt x="238125" y="114300"/>
                    </a:lnTo>
                    <a:cubicBezTo>
                      <a:pt x="228600" y="104775"/>
                      <a:pt x="221325" y="92267"/>
                      <a:pt x="209550" y="85725"/>
                    </a:cubicBezTo>
                    <a:cubicBezTo>
                      <a:pt x="191997" y="75973"/>
                      <a:pt x="171450" y="73025"/>
                      <a:pt x="152400" y="66675"/>
                    </a:cubicBezTo>
                    <a:cubicBezTo>
                      <a:pt x="142875" y="63500"/>
                      <a:pt x="132179" y="62719"/>
                      <a:pt x="123825" y="57150"/>
                    </a:cubicBezTo>
                    <a:cubicBezTo>
                      <a:pt x="104775" y="44450"/>
                      <a:pt x="88395" y="26290"/>
                      <a:pt x="66675" y="19050"/>
                    </a:cubicBezTo>
                    <a:cubicBezTo>
                      <a:pt x="57150" y="15875"/>
                      <a:pt x="47754" y="12283"/>
                      <a:pt x="38100" y="9525"/>
                    </a:cubicBezTo>
                    <a:cubicBezTo>
                      <a:pt x="25513" y="5929"/>
                      <a:pt x="0" y="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Freeform: Shape 4">
                <a:extLst>
                  <a:ext uri="{FF2B5EF4-FFF2-40B4-BE49-F238E27FC236}">
                    <a16:creationId xmlns:a16="http://schemas.microsoft.com/office/drawing/2014/main" id="{ACE111AB-D354-0B16-F4D4-50A160A533C2}"/>
                  </a:ext>
                </a:extLst>
              </p:cNvPr>
              <p:cNvSpPr/>
              <p:nvPr/>
            </p:nvSpPr>
            <p:spPr>
              <a:xfrm>
                <a:off x="2538101" y="3224514"/>
                <a:ext cx="438150" cy="447972"/>
              </a:xfrm>
              <a:custGeom>
                <a:avLst/>
                <a:gdLst>
                  <a:gd name="connsiteX0" fmla="*/ 0 w 438150"/>
                  <a:gd name="connsiteY0" fmla="*/ 447973 h 447973"/>
                  <a:gd name="connsiteX1" fmla="*/ 171450 w 438150"/>
                  <a:gd name="connsiteY1" fmla="*/ 286048 h 447973"/>
                  <a:gd name="connsiteX2" fmla="*/ 190500 w 438150"/>
                  <a:gd name="connsiteY2" fmla="*/ 257473 h 447973"/>
                  <a:gd name="connsiteX3" fmla="*/ 247650 w 438150"/>
                  <a:gd name="connsiteY3" fmla="*/ 219373 h 447973"/>
                  <a:gd name="connsiteX4" fmla="*/ 295275 w 438150"/>
                  <a:gd name="connsiteY4" fmla="*/ 162223 h 447973"/>
                  <a:gd name="connsiteX5" fmla="*/ 323850 w 438150"/>
                  <a:gd name="connsiteY5" fmla="*/ 143173 h 447973"/>
                  <a:gd name="connsiteX6" fmla="*/ 400050 w 438150"/>
                  <a:gd name="connsiteY6" fmla="*/ 28873 h 447973"/>
                  <a:gd name="connsiteX7" fmla="*/ 438150 w 438150"/>
                  <a:gd name="connsiteY7" fmla="*/ 298 h 44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150" h="447973">
                    <a:moveTo>
                      <a:pt x="0" y="447973"/>
                    </a:moveTo>
                    <a:cubicBezTo>
                      <a:pt x="57150" y="393998"/>
                      <a:pt x="127845" y="351455"/>
                      <a:pt x="171450" y="286048"/>
                    </a:cubicBezTo>
                    <a:cubicBezTo>
                      <a:pt x="177800" y="276523"/>
                      <a:pt x="181885" y="265011"/>
                      <a:pt x="190500" y="257473"/>
                    </a:cubicBezTo>
                    <a:cubicBezTo>
                      <a:pt x="207730" y="242396"/>
                      <a:pt x="247650" y="219373"/>
                      <a:pt x="247650" y="219373"/>
                    </a:cubicBezTo>
                    <a:cubicBezTo>
                      <a:pt x="266381" y="191276"/>
                      <a:pt x="267773" y="185142"/>
                      <a:pt x="295275" y="162223"/>
                    </a:cubicBezTo>
                    <a:cubicBezTo>
                      <a:pt x="304069" y="154894"/>
                      <a:pt x="314325" y="149523"/>
                      <a:pt x="323850" y="143173"/>
                    </a:cubicBezTo>
                    <a:lnTo>
                      <a:pt x="400050" y="28873"/>
                    </a:lnTo>
                    <a:cubicBezTo>
                      <a:pt x="422622" y="-4986"/>
                      <a:pt x="407652" y="298"/>
                      <a:pt x="438150" y="29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Freeform: Shape 12">
                <a:extLst>
                  <a:ext uri="{FF2B5EF4-FFF2-40B4-BE49-F238E27FC236}">
                    <a16:creationId xmlns:a16="http://schemas.microsoft.com/office/drawing/2014/main" id="{B770740F-4824-1EE7-9A7E-F6AB8A31DCAA}"/>
                  </a:ext>
                </a:extLst>
              </p:cNvPr>
              <p:cNvSpPr/>
              <p:nvPr/>
            </p:nvSpPr>
            <p:spPr>
              <a:xfrm>
                <a:off x="1471301" y="2980718"/>
                <a:ext cx="678180" cy="350773"/>
              </a:xfrm>
              <a:custGeom>
                <a:avLst/>
                <a:gdLst>
                  <a:gd name="connsiteX0" fmla="*/ 0 w 678180"/>
                  <a:gd name="connsiteY0" fmla="*/ 350773 h 350773"/>
                  <a:gd name="connsiteX1" fmla="*/ 38100 w 678180"/>
                  <a:gd name="connsiteY1" fmla="*/ 327913 h 350773"/>
                  <a:gd name="connsiteX2" fmla="*/ 53340 w 678180"/>
                  <a:gd name="connsiteY2" fmla="*/ 305053 h 350773"/>
                  <a:gd name="connsiteX3" fmla="*/ 76200 w 678180"/>
                  <a:gd name="connsiteY3" fmla="*/ 289813 h 350773"/>
                  <a:gd name="connsiteX4" fmla="*/ 114300 w 678180"/>
                  <a:gd name="connsiteY4" fmla="*/ 221233 h 350773"/>
                  <a:gd name="connsiteX5" fmla="*/ 137160 w 678180"/>
                  <a:gd name="connsiteY5" fmla="*/ 205993 h 350773"/>
                  <a:gd name="connsiteX6" fmla="*/ 152400 w 678180"/>
                  <a:gd name="connsiteY6" fmla="*/ 183133 h 350773"/>
                  <a:gd name="connsiteX7" fmla="*/ 198120 w 678180"/>
                  <a:gd name="connsiteY7" fmla="*/ 160273 h 350773"/>
                  <a:gd name="connsiteX8" fmla="*/ 220980 w 678180"/>
                  <a:gd name="connsiteY8" fmla="*/ 145033 h 350773"/>
                  <a:gd name="connsiteX9" fmla="*/ 243840 w 678180"/>
                  <a:gd name="connsiteY9" fmla="*/ 137413 h 350773"/>
                  <a:gd name="connsiteX10" fmla="*/ 266700 w 678180"/>
                  <a:gd name="connsiteY10" fmla="*/ 122173 h 350773"/>
                  <a:gd name="connsiteX11" fmla="*/ 342900 w 678180"/>
                  <a:gd name="connsiteY11" fmla="*/ 91693 h 350773"/>
                  <a:gd name="connsiteX12" fmla="*/ 365760 w 678180"/>
                  <a:gd name="connsiteY12" fmla="*/ 76453 h 350773"/>
                  <a:gd name="connsiteX13" fmla="*/ 434340 w 678180"/>
                  <a:gd name="connsiteY13" fmla="*/ 53593 h 350773"/>
                  <a:gd name="connsiteX14" fmla="*/ 457200 w 678180"/>
                  <a:gd name="connsiteY14" fmla="*/ 45973 h 350773"/>
                  <a:gd name="connsiteX15" fmla="*/ 480060 w 678180"/>
                  <a:gd name="connsiteY15" fmla="*/ 38353 h 350773"/>
                  <a:gd name="connsiteX16" fmla="*/ 525780 w 678180"/>
                  <a:gd name="connsiteY16" fmla="*/ 15493 h 350773"/>
                  <a:gd name="connsiteX17" fmla="*/ 632460 w 678180"/>
                  <a:gd name="connsiteY17" fmla="*/ 7873 h 350773"/>
                  <a:gd name="connsiteX18" fmla="*/ 678180 w 678180"/>
                  <a:gd name="connsiteY18" fmla="*/ 253 h 350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8180" h="350773">
                    <a:moveTo>
                      <a:pt x="0" y="350773"/>
                    </a:moveTo>
                    <a:cubicBezTo>
                      <a:pt x="12700" y="343153"/>
                      <a:pt x="26855" y="337552"/>
                      <a:pt x="38100" y="327913"/>
                    </a:cubicBezTo>
                    <a:cubicBezTo>
                      <a:pt x="45053" y="321953"/>
                      <a:pt x="46864" y="311529"/>
                      <a:pt x="53340" y="305053"/>
                    </a:cubicBezTo>
                    <a:cubicBezTo>
                      <a:pt x="59816" y="298577"/>
                      <a:pt x="68580" y="294893"/>
                      <a:pt x="76200" y="289813"/>
                    </a:cubicBezTo>
                    <a:cubicBezTo>
                      <a:pt x="84141" y="265991"/>
                      <a:pt x="91841" y="236205"/>
                      <a:pt x="114300" y="221233"/>
                    </a:cubicBezTo>
                    <a:lnTo>
                      <a:pt x="137160" y="205993"/>
                    </a:lnTo>
                    <a:cubicBezTo>
                      <a:pt x="142240" y="198373"/>
                      <a:pt x="145924" y="189609"/>
                      <a:pt x="152400" y="183133"/>
                    </a:cubicBezTo>
                    <a:cubicBezTo>
                      <a:pt x="174238" y="161295"/>
                      <a:pt x="173330" y="172668"/>
                      <a:pt x="198120" y="160273"/>
                    </a:cubicBezTo>
                    <a:cubicBezTo>
                      <a:pt x="206311" y="156177"/>
                      <a:pt x="212789" y="149129"/>
                      <a:pt x="220980" y="145033"/>
                    </a:cubicBezTo>
                    <a:cubicBezTo>
                      <a:pt x="228164" y="141441"/>
                      <a:pt x="236656" y="141005"/>
                      <a:pt x="243840" y="137413"/>
                    </a:cubicBezTo>
                    <a:cubicBezTo>
                      <a:pt x="252031" y="133317"/>
                      <a:pt x="258694" y="126621"/>
                      <a:pt x="266700" y="122173"/>
                    </a:cubicBezTo>
                    <a:cubicBezTo>
                      <a:pt x="311771" y="97133"/>
                      <a:pt x="302046" y="101907"/>
                      <a:pt x="342900" y="91693"/>
                    </a:cubicBezTo>
                    <a:cubicBezTo>
                      <a:pt x="350520" y="86613"/>
                      <a:pt x="357391" y="80172"/>
                      <a:pt x="365760" y="76453"/>
                    </a:cubicBezTo>
                    <a:lnTo>
                      <a:pt x="434340" y="53593"/>
                    </a:lnTo>
                    <a:lnTo>
                      <a:pt x="457200" y="45973"/>
                    </a:lnTo>
                    <a:cubicBezTo>
                      <a:pt x="464820" y="43433"/>
                      <a:pt x="473377" y="42808"/>
                      <a:pt x="480060" y="38353"/>
                    </a:cubicBezTo>
                    <a:cubicBezTo>
                      <a:pt x="495472" y="28078"/>
                      <a:pt x="506626" y="17746"/>
                      <a:pt x="525780" y="15493"/>
                    </a:cubicBezTo>
                    <a:cubicBezTo>
                      <a:pt x="561186" y="11328"/>
                      <a:pt x="596900" y="10413"/>
                      <a:pt x="632460" y="7873"/>
                    </a:cubicBezTo>
                    <a:cubicBezTo>
                      <a:pt x="662549" y="-2157"/>
                      <a:pt x="647288" y="253"/>
                      <a:pt x="678180" y="25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Freeform: Shape 14">
                <a:extLst>
                  <a:ext uri="{FF2B5EF4-FFF2-40B4-BE49-F238E27FC236}">
                    <a16:creationId xmlns:a16="http://schemas.microsoft.com/office/drawing/2014/main" id="{E05959F3-34BF-E7C5-B8FF-078916666A62}"/>
                  </a:ext>
                </a:extLst>
              </p:cNvPr>
              <p:cNvSpPr/>
              <p:nvPr/>
            </p:nvSpPr>
            <p:spPr>
              <a:xfrm>
                <a:off x="2888621" y="3118131"/>
                <a:ext cx="1417320" cy="450527"/>
              </a:xfrm>
              <a:custGeom>
                <a:avLst/>
                <a:gdLst>
                  <a:gd name="connsiteX0" fmla="*/ 0 w 1417320"/>
                  <a:gd name="connsiteY0" fmla="*/ 0 h 450527"/>
                  <a:gd name="connsiteX1" fmla="*/ 76200 w 1417320"/>
                  <a:gd name="connsiteY1" fmla="*/ 106680 h 450527"/>
                  <a:gd name="connsiteX2" fmla="*/ 99060 w 1417320"/>
                  <a:gd name="connsiteY2" fmla="*/ 114300 h 450527"/>
                  <a:gd name="connsiteX3" fmla="*/ 121920 w 1417320"/>
                  <a:gd name="connsiteY3" fmla="*/ 129540 h 450527"/>
                  <a:gd name="connsiteX4" fmla="*/ 167640 w 1417320"/>
                  <a:gd name="connsiteY4" fmla="*/ 144780 h 450527"/>
                  <a:gd name="connsiteX5" fmla="*/ 190500 w 1417320"/>
                  <a:gd name="connsiteY5" fmla="*/ 152400 h 450527"/>
                  <a:gd name="connsiteX6" fmla="*/ 274320 w 1417320"/>
                  <a:gd name="connsiteY6" fmla="*/ 175260 h 450527"/>
                  <a:gd name="connsiteX7" fmla="*/ 297180 w 1417320"/>
                  <a:gd name="connsiteY7" fmla="*/ 182880 h 450527"/>
                  <a:gd name="connsiteX8" fmla="*/ 320040 w 1417320"/>
                  <a:gd name="connsiteY8" fmla="*/ 190500 h 450527"/>
                  <a:gd name="connsiteX9" fmla="*/ 342900 w 1417320"/>
                  <a:gd name="connsiteY9" fmla="*/ 205740 h 450527"/>
                  <a:gd name="connsiteX10" fmla="*/ 388620 w 1417320"/>
                  <a:gd name="connsiteY10" fmla="*/ 220980 h 450527"/>
                  <a:gd name="connsiteX11" fmla="*/ 457200 w 1417320"/>
                  <a:gd name="connsiteY11" fmla="*/ 266700 h 450527"/>
                  <a:gd name="connsiteX12" fmla="*/ 480060 w 1417320"/>
                  <a:gd name="connsiteY12" fmla="*/ 281940 h 450527"/>
                  <a:gd name="connsiteX13" fmla="*/ 502920 w 1417320"/>
                  <a:gd name="connsiteY13" fmla="*/ 289560 h 450527"/>
                  <a:gd name="connsiteX14" fmla="*/ 525780 w 1417320"/>
                  <a:gd name="connsiteY14" fmla="*/ 304800 h 450527"/>
                  <a:gd name="connsiteX15" fmla="*/ 548640 w 1417320"/>
                  <a:gd name="connsiteY15" fmla="*/ 312420 h 450527"/>
                  <a:gd name="connsiteX16" fmla="*/ 624840 w 1417320"/>
                  <a:gd name="connsiteY16" fmla="*/ 327660 h 450527"/>
                  <a:gd name="connsiteX17" fmla="*/ 731520 w 1417320"/>
                  <a:gd name="connsiteY17" fmla="*/ 358140 h 450527"/>
                  <a:gd name="connsiteX18" fmla="*/ 822960 w 1417320"/>
                  <a:gd name="connsiteY18" fmla="*/ 365760 h 450527"/>
                  <a:gd name="connsiteX19" fmla="*/ 883920 w 1417320"/>
                  <a:gd name="connsiteY19" fmla="*/ 373380 h 450527"/>
                  <a:gd name="connsiteX20" fmla="*/ 960120 w 1417320"/>
                  <a:gd name="connsiteY20" fmla="*/ 381000 h 450527"/>
                  <a:gd name="connsiteX21" fmla="*/ 1036320 w 1417320"/>
                  <a:gd name="connsiteY21" fmla="*/ 403860 h 450527"/>
                  <a:gd name="connsiteX22" fmla="*/ 1059180 w 1417320"/>
                  <a:gd name="connsiteY22" fmla="*/ 419100 h 450527"/>
                  <a:gd name="connsiteX23" fmla="*/ 1173480 w 1417320"/>
                  <a:gd name="connsiteY23" fmla="*/ 434340 h 450527"/>
                  <a:gd name="connsiteX24" fmla="*/ 1226820 w 1417320"/>
                  <a:gd name="connsiteY24" fmla="*/ 441960 h 450527"/>
                  <a:gd name="connsiteX25" fmla="*/ 1257300 w 1417320"/>
                  <a:gd name="connsiteY25" fmla="*/ 449580 h 450527"/>
                  <a:gd name="connsiteX26" fmla="*/ 1417320 w 1417320"/>
                  <a:gd name="connsiteY26" fmla="*/ 449580 h 450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17320" h="450527">
                    <a:moveTo>
                      <a:pt x="0" y="0"/>
                    </a:moveTo>
                    <a:cubicBezTo>
                      <a:pt x="25400" y="35560"/>
                      <a:pt x="47580" y="73657"/>
                      <a:pt x="76200" y="106680"/>
                    </a:cubicBezTo>
                    <a:cubicBezTo>
                      <a:pt x="81461" y="112750"/>
                      <a:pt x="91876" y="110708"/>
                      <a:pt x="99060" y="114300"/>
                    </a:cubicBezTo>
                    <a:cubicBezTo>
                      <a:pt x="107251" y="118396"/>
                      <a:pt x="113551" y="125821"/>
                      <a:pt x="121920" y="129540"/>
                    </a:cubicBezTo>
                    <a:cubicBezTo>
                      <a:pt x="136600" y="136064"/>
                      <a:pt x="152400" y="139700"/>
                      <a:pt x="167640" y="144780"/>
                    </a:cubicBezTo>
                    <a:cubicBezTo>
                      <a:pt x="175260" y="147320"/>
                      <a:pt x="182624" y="150825"/>
                      <a:pt x="190500" y="152400"/>
                    </a:cubicBezTo>
                    <a:cubicBezTo>
                      <a:pt x="244352" y="163170"/>
                      <a:pt x="216313" y="155924"/>
                      <a:pt x="274320" y="175260"/>
                    </a:cubicBezTo>
                    <a:lnTo>
                      <a:pt x="297180" y="182880"/>
                    </a:lnTo>
                    <a:cubicBezTo>
                      <a:pt x="304800" y="185420"/>
                      <a:pt x="313357" y="186045"/>
                      <a:pt x="320040" y="190500"/>
                    </a:cubicBezTo>
                    <a:cubicBezTo>
                      <a:pt x="327660" y="195580"/>
                      <a:pt x="334531" y="202021"/>
                      <a:pt x="342900" y="205740"/>
                    </a:cubicBezTo>
                    <a:cubicBezTo>
                      <a:pt x="357580" y="212264"/>
                      <a:pt x="375254" y="212069"/>
                      <a:pt x="388620" y="220980"/>
                    </a:cubicBezTo>
                    <a:lnTo>
                      <a:pt x="457200" y="266700"/>
                    </a:lnTo>
                    <a:cubicBezTo>
                      <a:pt x="464820" y="271780"/>
                      <a:pt x="471372" y="279044"/>
                      <a:pt x="480060" y="281940"/>
                    </a:cubicBezTo>
                    <a:cubicBezTo>
                      <a:pt x="487680" y="284480"/>
                      <a:pt x="495736" y="285968"/>
                      <a:pt x="502920" y="289560"/>
                    </a:cubicBezTo>
                    <a:cubicBezTo>
                      <a:pt x="511111" y="293656"/>
                      <a:pt x="517589" y="300704"/>
                      <a:pt x="525780" y="304800"/>
                    </a:cubicBezTo>
                    <a:cubicBezTo>
                      <a:pt x="532964" y="308392"/>
                      <a:pt x="540814" y="310614"/>
                      <a:pt x="548640" y="312420"/>
                    </a:cubicBezTo>
                    <a:cubicBezTo>
                      <a:pt x="573880" y="318245"/>
                      <a:pt x="600266" y="319469"/>
                      <a:pt x="624840" y="327660"/>
                    </a:cubicBezTo>
                    <a:cubicBezTo>
                      <a:pt x="651292" y="336477"/>
                      <a:pt x="706005" y="356014"/>
                      <a:pt x="731520" y="358140"/>
                    </a:cubicBezTo>
                    <a:lnTo>
                      <a:pt x="822960" y="365760"/>
                    </a:lnTo>
                    <a:cubicBezTo>
                      <a:pt x="843337" y="367798"/>
                      <a:pt x="863567" y="371119"/>
                      <a:pt x="883920" y="373380"/>
                    </a:cubicBezTo>
                    <a:cubicBezTo>
                      <a:pt x="909291" y="376199"/>
                      <a:pt x="934720" y="378460"/>
                      <a:pt x="960120" y="381000"/>
                    </a:cubicBezTo>
                    <a:cubicBezTo>
                      <a:pt x="1015775" y="399552"/>
                      <a:pt x="990255" y="392344"/>
                      <a:pt x="1036320" y="403860"/>
                    </a:cubicBezTo>
                    <a:cubicBezTo>
                      <a:pt x="1043940" y="408940"/>
                      <a:pt x="1050762" y="415492"/>
                      <a:pt x="1059180" y="419100"/>
                    </a:cubicBezTo>
                    <a:cubicBezTo>
                      <a:pt x="1086662" y="430878"/>
                      <a:pt x="1160176" y="432862"/>
                      <a:pt x="1173480" y="434340"/>
                    </a:cubicBezTo>
                    <a:cubicBezTo>
                      <a:pt x="1191331" y="436323"/>
                      <a:pt x="1209149" y="438747"/>
                      <a:pt x="1226820" y="441960"/>
                    </a:cubicBezTo>
                    <a:cubicBezTo>
                      <a:pt x="1237124" y="443833"/>
                      <a:pt x="1246836" y="449161"/>
                      <a:pt x="1257300" y="449580"/>
                    </a:cubicBezTo>
                    <a:cubicBezTo>
                      <a:pt x="1310597" y="451712"/>
                      <a:pt x="1363980" y="449580"/>
                      <a:pt x="1417320" y="44958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Multiplication Sign 61">
                <a:extLst>
                  <a:ext uri="{FF2B5EF4-FFF2-40B4-BE49-F238E27FC236}">
                    <a16:creationId xmlns:a16="http://schemas.microsoft.com/office/drawing/2014/main" id="{25BE4B24-FE9A-ABCF-FBF9-4FB98E9313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9958" y="2871921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Multiplication Sign 62">
                <a:extLst>
                  <a:ext uri="{FF2B5EF4-FFF2-40B4-BE49-F238E27FC236}">
                    <a16:creationId xmlns:a16="http://schemas.microsoft.com/office/drawing/2014/main" id="{02F80BD4-49B1-2C0A-A00F-B1B25D52D1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4320" y="303386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Multiplication Sign 63">
                <a:extLst>
                  <a:ext uri="{FF2B5EF4-FFF2-40B4-BE49-F238E27FC236}">
                    <a16:creationId xmlns:a16="http://schemas.microsoft.com/office/drawing/2014/main" id="{D33D8E1E-14A6-A218-DBC5-562F4D02D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84996" y="345979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Freeform: Shape 13">
                <a:extLst>
                  <a:ext uri="{FF2B5EF4-FFF2-40B4-BE49-F238E27FC236}">
                    <a16:creationId xmlns:a16="http://schemas.microsoft.com/office/drawing/2014/main" id="{1134D8F2-2888-7F53-61E8-EA836AEF8D39}"/>
                  </a:ext>
                </a:extLst>
              </p:cNvPr>
              <p:cNvSpPr/>
              <p:nvPr/>
            </p:nvSpPr>
            <p:spPr>
              <a:xfrm>
                <a:off x="2149481" y="2935251"/>
                <a:ext cx="740407" cy="190503"/>
              </a:xfrm>
              <a:custGeom>
                <a:avLst/>
                <a:gdLst>
                  <a:gd name="connsiteX0" fmla="*/ 0 w 740407"/>
                  <a:gd name="connsiteY0" fmla="*/ 45720 h 190503"/>
                  <a:gd name="connsiteX1" fmla="*/ 60960 w 740407"/>
                  <a:gd name="connsiteY1" fmla="*/ 30480 h 190503"/>
                  <a:gd name="connsiteX2" fmla="*/ 83820 w 740407"/>
                  <a:gd name="connsiteY2" fmla="*/ 15240 h 190503"/>
                  <a:gd name="connsiteX3" fmla="*/ 129540 w 740407"/>
                  <a:gd name="connsiteY3" fmla="*/ 0 h 190503"/>
                  <a:gd name="connsiteX4" fmla="*/ 274320 w 740407"/>
                  <a:gd name="connsiteY4" fmla="*/ 15240 h 190503"/>
                  <a:gd name="connsiteX5" fmla="*/ 320040 w 740407"/>
                  <a:gd name="connsiteY5" fmla="*/ 30480 h 190503"/>
                  <a:gd name="connsiteX6" fmla="*/ 342900 w 740407"/>
                  <a:gd name="connsiteY6" fmla="*/ 38100 h 190503"/>
                  <a:gd name="connsiteX7" fmla="*/ 365760 w 740407"/>
                  <a:gd name="connsiteY7" fmla="*/ 53340 h 190503"/>
                  <a:gd name="connsiteX8" fmla="*/ 411480 w 740407"/>
                  <a:gd name="connsiteY8" fmla="*/ 68580 h 190503"/>
                  <a:gd name="connsiteX9" fmla="*/ 457200 w 740407"/>
                  <a:gd name="connsiteY9" fmla="*/ 99060 h 190503"/>
                  <a:gd name="connsiteX10" fmla="*/ 480060 w 740407"/>
                  <a:gd name="connsiteY10" fmla="*/ 106680 h 190503"/>
                  <a:gd name="connsiteX11" fmla="*/ 510540 w 740407"/>
                  <a:gd name="connsiteY11" fmla="*/ 121920 h 190503"/>
                  <a:gd name="connsiteX12" fmla="*/ 571500 w 740407"/>
                  <a:gd name="connsiteY12" fmla="*/ 137160 h 190503"/>
                  <a:gd name="connsiteX13" fmla="*/ 617220 w 740407"/>
                  <a:gd name="connsiteY13" fmla="*/ 152400 h 190503"/>
                  <a:gd name="connsiteX14" fmla="*/ 640080 w 740407"/>
                  <a:gd name="connsiteY14" fmla="*/ 160020 h 190503"/>
                  <a:gd name="connsiteX15" fmla="*/ 670560 w 740407"/>
                  <a:gd name="connsiteY15" fmla="*/ 167640 h 190503"/>
                  <a:gd name="connsiteX16" fmla="*/ 693420 w 740407"/>
                  <a:gd name="connsiteY16" fmla="*/ 182880 h 190503"/>
                  <a:gd name="connsiteX17" fmla="*/ 731520 w 740407"/>
                  <a:gd name="connsiteY17" fmla="*/ 190500 h 19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40407" h="190503">
                    <a:moveTo>
                      <a:pt x="0" y="45720"/>
                    </a:moveTo>
                    <a:cubicBezTo>
                      <a:pt x="14491" y="42822"/>
                      <a:pt x="45339" y="38290"/>
                      <a:pt x="60960" y="30480"/>
                    </a:cubicBezTo>
                    <a:cubicBezTo>
                      <a:pt x="69151" y="26384"/>
                      <a:pt x="75451" y="18959"/>
                      <a:pt x="83820" y="15240"/>
                    </a:cubicBezTo>
                    <a:cubicBezTo>
                      <a:pt x="98500" y="8716"/>
                      <a:pt x="129540" y="0"/>
                      <a:pt x="129540" y="0"/>
                    </a:cubicBezTo>
                    <a:cubicBezTo>
                      <a:pt x="201532" y="4799"/>
                      <a:pt x="221265" y="-676"/>
                      <a:pt x="274320" y="15240"/>
                    </a:cubicBezTo>
                    <a:cubicBezTo>
                      <a:pt x="289707" y="19856"/>
                      <a:pt x="304800" y="25400"/>
                      <a:pt x="320040" y="30480"/>
                    </a:cubicBezTo>
                    <a:cubicBezTo>
                      <a:pt x="327660" y="33020"/>
                      <a:pt x="336217" y="33645"/>
                      <a:pt x="342900" y="38100"/>
                    </a:cubicBezTo>
                    <a:cubicBezTo>
                      <a:pt x="350520" y="43180"/>
                      <a:pt x="357391" y="49621"/>
                      <a:pt x="365760" y="53340"/>
                    </a:cubicBezTo>
                    <a:cubicBezTo>
                      <a:pt x="380440" y="59864"/>
                      <a:pt x="398114" y="59669"/>
                      <a:pt x="411480" y="68580"/>
                    </a:cubicBezTo>
                    <a:cubicBezTo>
                      <a:pt x="426720" y="78740"/>
                      <a:pt x="439824" y="93268"/>
                      <a:pt x="457200" y="99060"/>
                    </a:cubicBezTo>
                    <a:cubicBezTo>
                      <a:pt x="464820" y="101600"/>
                      <a:pt x="472677" y="103516"/>
                      <a:pt x="480060" y="106680"/>
                    </a:cubicBezTo>
                    <a:cubicBezTo>
                      <a:pt x="490501" y="111155"/>
                      <a:pt x="499764" y="118328"/>
                      <a:pt x="510540" y="121920"/>
                    </a:cubicBezTo>
                    <a:cubicBezTo>
                      <a:pt x="530411" y="128544"/>
                      <a:pt x="551629" y="130536"/>
                      <a:pt x="571500" y="137160"/>
                    </a:cubicBezTo>
                    <a:lnTo>
                      <a:pt x="617220" y="152400"/>
                    </a:lnTo>
                    <a:cubicBezTo>
                      <a:pt x="624840" y="154940"/>
                      <a:pt x="632288" y="158072"/>
                      <a:pt x="640080" y="160020"/>
                    </a:cubicBezTo>
                    <a:lnTo>
                      <a:pt x="670560" y="167640"/>
                    </a:lnTo>
                    <a:cubicBezTo>
                      <a:pt x="678180" y="172720"/>
                      <a:pt x="684732" y="179984"/>
                      <a:pt x="693420" y="182880"/>
                    </a:cubicBezTo>
                    <a:cubicBezTo>
                      <a:pt x="717533" y="190918"/>
                      <a:pt x="758554" y="190500"/>
                      <a:pt x="731520" y="1905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10F3E6-8641-C5F7-E22B-06280A12A92E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E710C6-1CEC-890D-1BAB-A3C285CA082F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71" name="Left Bracket 70">
              <a:extLst>
                <a:ext uri="{FF2B5EF4-FFF2-40B4-BE49-F238E27FC236}">
                  <a16:creationId xmlns:a16="http://schemas.microsoft.com/office/drawing/2014/main" id="{59902724-186B-4BDA-4498-3F250B0136AB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2" name="Picture 71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0552DEAB-0455-1433-0A42-2371C4DB2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1F7432E-91B4-20D2-DA30-8BE475FE1B17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4" name="Rectangle: Rounded Corners 73">
            <a:hlinkClick r:id="rId6" action="ppaction://hlinksldjump"/>
            <a:extLst>
              <a:ext uri="{FF2B5EF4-FFF2-40B4-BE49-F238E27FC236}">
                <a16:creationId xmlns:a16="http://schemas.microsoft.com/office/drawing/2014/main" id="{B679973C-B88F-64E8-8771-325C5590D36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75" name="Rectangle: Rounded Corners 74">
            <a:hlinkClick r:id="rId7" action="ppaction://hlinksldjump"/>
            <a:extLst>
              <a:ext uri="{FF2B5EF4-FFF2-40B4-BE49-F238E27FC236}">
                <a16:creationId xmlns:a16="http://schemas.microsoft.com/office/drawing/2014/main" id="{D3ADFDA7-1E21-24AC-BD75-EE99E16F0586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76" name="Rectangle: Rounded Corners 75">
            <a:hlinkClick r:id="rId8" action="ppaction://hlinksldjump"/>
            <a:extLst>
              <a:ext uri="{FF2B5EF4-FFF2-40B4-BE49-F238E27FC236}">
                <a16:creationId xmlns:a16="http://schemas.microsoft.com/office/drawing/2014/main" id="{255F36C6-5E0A-D029-77B8-8536AEC85421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77" name="Rectangle: Rounded Corners 76">
            <a:hlinkClick r:id="rId9" action="ppaction://hlinksldjump"/>
            <a:extLst>
              <a:ext uri="{FF2B5EF4-FFF2-40B4-BE49-F238E27FC236}">
                <a16:creationId xmlns:a16="http://schemas.microsoft.com/office/drawing/2014/main" id="{DECEC5F1-5511-C702-F1E8-6361DC48B729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7CD684-BFD2-AE9B-2B92-1861E19FD820}"/>
              </a:ext>
            </a:extLst>
          </p:cNvPr>
          <p:cNvSpPr txBox="1"/>
          <p:nvPr/>
        </p:nvSpPr>
        <p:spPr>
          <a:xfrm>
            <a:off x="590321" y="966488"/>
            <a:ext cx="10076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calibración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E944CD-3068-1E50-705C-AF9C94346526}"/>
              </a:ext>
            </a:extLst>
          </p:cNvPr>
          <p:cNvSpPr txBox="1"/>
          <p:nvPr/>
        </p:nvSpPr>
        <p:spPr>
          <a:xfrm>
            <a:off x="590320" y="1315471"/>
            <a:ext cx="1105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2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de aprendizaje profundo</a:t>
            </a:r>
          </a:p>
        </p:txBody>
      </p:sp>
    </p:spTree>
    <p:extLst>
      <p:ext uri="{BB962C8B-B14F-4D97-AF65-F5344CB8AC3E}">
        <p14:creationId xmlns:p14="http://schemas.microsoft.com/office/powerpoint/2010/main" val="172070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7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3E65-5700-FA38-A9E1-BCD5F83D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825B7-14FA-B9A4-5632-F4ABAD23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61C5E-B3AC-0E0B-CA76-C0705E03CE8F}"/>
              </a:ext>
            </a:extLst>
          </p:cNvPr>
          <p:cNvSpPr/>
          <p:nvPr/>
        </p:nvSpPr>
        <p:spPr>
          <a:xfrm>
            <a:off x="948469" y="4328234"/>
            <a:ext cx="6382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Otros métodos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: funciones lineales, redes neuronales (SOM)…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4207FF-2B60-8F8D-8847-8E971FF6096C}"/>
              </a:ext>
            </a:extLst>
          </p:cNvPr>
          <p:cNvGrpSpPr/>
          <p:nvPr/>
        </p:nvGrpSpPr>
        <p:grpSpPr>
          <a:xfrm>
            <a:off x="3120698" y="2920471"/>
            <a:ext cx="1023549" cy="1297267"/>
            <a:chOff x="2842788" y="2812891"/>
            <a:chExt cx="1023549" cy="1297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513B33A-07ED-06BB-6DFF-301317503BB1}"/>
                    </a:ext>
                  </a:extLst>
                </p:cNvPr>
                <p:cNvSpPr txBox="1"/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A96553-95CE-468E-88E1-5C6850352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819"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1C419FB-B62F-A6E0-C66A-0A16881B451D}"/>
                    </a:ext>
                  </a:extLst>
                </p:cNvPr>
                <p:cNvSpPr txBox="1"/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AE724D5-9115-43B6-B946-F8D79F2BD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B0E47A7-3203-62D8-0DB0-0BF47D182BE1}"/>
                    </a:ext>
                  </a:extLst>
                </p:cNvPr>
                <p:cNvSpPr txBox="1"/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3779329-BF9E-4CCC-A049-90101604A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51FFB7A-419C-5A10-F947-780A9DC6AC46}"/>
                    </a:ext>
                  </a:extLst>
                </p:cNvPr>
                <p:cNvSpPr txBox="1"/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rgbClr val="2CDBB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rgbClr val="2CDBBD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rgbClr val="2CDBB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s-ES" b="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d>
                      </m:oMath>
                    </m:oMathPara>
                  </a14:m>
                  <a:endParaRPr lang="en-GB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51FFB7A-419C-5A10-F947-780A9DC6A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383" b="-1739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4C457FF-7E64-03C4-3334-B92F94CD01F5}"/>
              </a:ext>
            </a:extLst>
          </p:cNvPr>
          <p:cNvGrpSpPr/>
          <p:nvPr/>
        </p:nvGrpSpPr>
        <p:grpSpPr>
          <a:xfrm>
            <a:off x="5282905" y="2540950"/>
            <a:ext cx="1260002" cy="1724009"/>
            <a:chOff x="5004995" y="2433370"/>
            <a:chExt cx="1260002" cy="172400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36E545-54D3-6343-7FED-04BF0EC9A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4997" y="2897379"/>
              <a:ext cx="1260000" cy="12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Multiplication Sign 10">
              <a:extLst>
                <a:ext uri="{FF2B5EF4-FFF2-40B4-BE49-F238E27FC236}">
                  <a16:creationId xmlns:a16="http://schemas.microsoft.com/office/drawing/2014/main" id="{987BABD6-2D05-0897-9711-721A53E43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66673" y="373250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Multiplication Sign 11">
              <a:extLst>
                <a:ext uri="{FF2B5EF4-FFF2-40B4-BE49-F238E27FC236}">
                  <a16:creationId xmlns:a16="http://schemas.microsoft.com/office/drawing/2014/main" id="{9F3BF072-F10F-03FB-EAF5-BE1CFA2AD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9169" y="3547044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661BED96-DC7B-B48D-85AF-2E0FE6ACCD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7312" y="295139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Multiplication Sign 13">
              <a:extLst>
                <a:ext uri="{FF2B5EF4-FFF2-40B4-BE49-F238E27FC236}">
                  <a16:creationId xmlns:a16="http://schemas.microsoft.com/office/drawing/2014/main" id="{1DAF480C-ADB2-AD18-350E-12D68DEF06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5998" y="3454358"/>
              <a:ext cx="180000" cy="180000"/>
            </a:xfrm>
            <a:prstGeom prst="mathMultiply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9C4F7D3-A3D9-3CDC-C4E3-D1CC652C96DC}"/>
                    </a:ext>
                  </a:extLst>
                </p:cNvPr>
                <p:cNvSpPr txBox="1"/>
                <p:nvPr/>
              </p:nvSpPr>
              <p:spPr>
                <a:xfrm>
                  <a:off x="5284238" y="2884298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9C4F7D3-A3D9-3CDC-C4E3-D1CC652C9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238" y="2884298"/>
                  <a:ext cx="18000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36667" r="-30000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C783C6C-434E-CA2C-4EDE-B58691F9AB27}"/>
                    </a:ext>
                  </a:extLst>
                </p:cNvPr>
                <p:cNvSpPr txBox="1"/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46BAC01-37A9-4BDD-94C1-93F8BAB68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36667" r="-33333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5A9CAB0-31E6-01F0-F050-5B955CA397C4}"/>
                    </a:ext>
                  </a:extLst>
                </p:cNvPr>
                <p:cNvSpPr txBox="1"/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B490E25-7BB9-4320-8A56-543D3694B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36667" r="-33333" b="-121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D27518-AC44-9EBF-5BC6-6AA9E2341237}"/>
                    </a:ext>
                  </a:extLst>
                </p:cNvPr>
                <p:cNvSpPr txBox="1"/>
                <p:nvPr/>
              </p:nvSpPr>
              <p:spPr>
                <a:xfrm>
                  <a:off x="5682339" y="3271316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rgbClr val="2CDBB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6D27518-AC44-9EBF-5BC6-6AA9E2341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39" y="3271316"/>
                  <a:ext cx="180000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41379" r="-20690" b="-146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8E4C54-E935-1B6D-A5D7-34E71F81CCD4}"/>
                </a:ext>
              </a:extLst>
            </p:cNvPr>
            <p:cNvSpPr txBox="1"/>
            <p:nvPr/>
          </p:nvSpPr>
          <p:spPr>
            <a:xfrm>
              <a:off x="5004995" y="2433370"/>
              <a:ext cx="1260001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s-ES" sz="15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Espacio de atributos</a:t>
              </a:r>
              <a:endParaRPr lang="en-GB" sz="15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EFCBBD-7E91-B954-3661-FC2D59FFA877}"/>
              </a:ext>
            </a:extLst>
          </p:cNvPr>
          <p:cNvCxnSpPr>
            <a:cxnSpLocks/>
          </p:cNvCxnSpPr>
          <p:nvPr/>
        </p:nvCxnSpPr>
        <p:spPr>
          <a:xfrm>
            <a:off x="4507870" y="356623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9606B8-C610-98BC-396A-5BD5E24402F6}"/>
              </a:ext>
            </a:extLst>
          </p:cNvPr>
          <p:cNvCxnSpPr>
            <a:cxnSpLocks/>
          </p:cNvCxnSpPr>
          <p:nvPr/>
        </p:nvCxnSpPr>
        <p:spPr>
          <a:xfrm>
            <a:off x="6858739" y="359260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ECE397-ABD0-AADC-18EE-AE5E5C68CE05}"/>
                  </a:ext>
                </a:extLst>
              </p:cNvPr>
              <p:cNvSpPr txBox="1"/>
              <p:nvPr/>
            </p:nvSpPr>
            <p:spPr>
              <a:xfrm>
                <a:off x="7414475" y="3445444"/>
                <a:ext cx="9581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2CDBB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rgbClr val="2CDBBD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rgbClr val="2CDBB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solidFill>
                                <a:srgbClr val="2CDBB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rgbClr val="2CDBBD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ECE397-ABD0-AADC-18EE-AE5E5C68C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475" y="3445444"/>
                <a:ext cx="958147" cy="276999"/>
              </a:xfrm>
              <a:prstGeom prst="rect">
                <a:avLst/>
              </a:prstGeom>
              <a:blipFill>
                <a:blip r:embed="rId10"/>
                <a:stretch>
                  <a:fillRect l="-5096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ACD1E0-1E62-83FA-DF7A-57BF88831E32}"/>
                  </a:ext>
                </a:extLst>
              </p:cNvPr>
              <p:cNvSpPr txBox="1"/>
              <p:nvPr/>
            </p:nvSpPr>
            <p:spPr>
              <a:xfrm>
                <a:off x="2367870" y="4877531"/>
                <a:ext cx="658770" cy="1056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ACD1E0-1E62-83FA-DF7A-57BF88831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870" y="4877531"/>
                <a:ext cx="658770" cy="10565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DA4634-2B9A-C655-F5D5-D7E292E04CE7}"/>
                  </a:ext>
                </a:extLst>
              </p:cNvPr>
              <p:cNvSpPr txBox="1"/>
              <p:nvPr/>
            </p:nvSpPr>
            <p:spPr>
              <a:xfrm>
                <a:off x="6472971" y="4893935"/>
                <a:ext cx="658770" cy="1058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DA4634-2B9A-C655-F5D5-D7E292E04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971" y="4893935"/>
                <a:ext cx="658770" cy="10588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77E407E-5772-B8A5-F476-1018B152320F}"/>
                  </a:ext>
                </a:extLst>
              </p:cNvPr>
              <p:cNvSpPr txBox="1"/>
              <p:nvPr/>
            </p:nvSpPr>
            <p:spPr>
              <a:xfrm>
                <a:off x="5173259" y="4765855"/>
                <a:ext cx="65107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77E407E-5772-B8A5-F476-1018B1523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59" y="4765855"/>
                <a:ext cx="651076" cy="13150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1E2C514-48E0-A6EC-C690-7F879E8FEA71}"/>
              </a:ext>
            </a:extLst>
          </p:cNvPr>
          <p:cNvGrpSpPr/>
          <p:nvPr/>
        </p:nvGrpSpPr>
        <p:grpSpPr>
          <a:xfrm>
            <a:off x="3632472" y="4949944"/>
            <a:ext cx="795522" cy="952040"/>
            <a:chOff x="2842788" y="4879032"/>
            <a:chExt cx="795522" cy="9520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089EEF2-DBC8-AD26-FF35-403C9862D3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4879032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E5079C5-DCF0-EFE2-224B-652058B9B1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146854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50108C3-5E07-3C7F-64B6-531487E48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419250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499859D-9800-B291-E945-2AAE0A2D3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687072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8F6A285-6FE4-517E-51B2-8FDBD8D044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4980291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7EA9338-77CF-690A-E1DF-373F066A96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248113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0C20D68-60E3-340E-C932-973DB0D0E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520509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AEA0B80-9D1D-698C-C552-DAF3925D02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124291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EB45998-2332-9601-E5EE-853EB7791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392113"/>
              <a:ext cx="144000" cy="144000"/>
            </a:xfrm>
            <a:prstGeom prst="ellipse">
              <a:avLst/>
            </a:prstGeom>
            <a:solidFill>
              <a:srgbClr val="EAFBF8"/>
            </a:solidFill>
            <a:ln>
              <a:solidFill>
                <a:srgbClr val="009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A61960-43E0-35B9-026B-F6B9E532E193}"/>
                </a:ext>
              </a:extLst>
            </p:cNvPr>
            <p:cNvCxnSpPr>
              <a:cxnSpLocks/>
              <a:stCxn id="27" idx="6"/>
              <a:endCxn id="32" idx="2"/>
            </p:cNvCxnSpPr>
            <p:nvPr/>
          </p:nvCxnSpPr>
          <p:spPr>
            <a:xfrm>
              <a:off x="2986788" y="4951032"/>
              <a:ext cx="181761" cy="3690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85F9F06-47D5-1369-3497-08A27C665009}"/>
                </a:ext>
              </a:extLst>
            </p:cNvPr>
            <p:cNvCxnSpPr>
              <a:cxnSpLocks/>
              <a:stCxn id="27" idx="6"/>
              <a:endCxn id="31" idx="2"/>
            </p:cNvCxnSpPr>
            <p:nvPr/>
          </p:nvCxnSpPr>
          <p:spPr>
            <a:xfrm>
              <a:off x="2986788" y="4951032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DB99F8D-0044-CF74-8810-899982FD9DD1}"/>
                </a:ext>
              </a:extLst>
            </p:cNvPr>
            <p:cNvCxnSpPr>
              <a:cxnSpLocks/>
              <a:stCxn id="27" idx="6"/>
              <a:endCxn id="33" idx="2"/>
            </p:cNvCxnSpPr>
            <p:nvPr/>
          </p:nvCxnSpPr>
          <p:spPr>
            <a:xfrm>
              <a:off x="2986788" y="4951032"/>
              <a:ext cx="181761" cy="64147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BE52814-3F2F-94D5-DFD4-20E0738DA1D6}"/>
                </a:ext>
              </a:extLst>
            </p:cNvPr>
            <p:cNvCxnSpPr>
              <a:cxnSpLocks/>
              <a:stCxn id="28" idx="6"/>
              <a:endCxn id="31" idx="2"/>
            </p:cNvCxnSpPr>
            <p:nvPr/>
          </p:nvCxnSpPr>
          <p:spPr>
            <a:xfrm flipV="1">
              <a:off x="2986788" y="5052291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F795B7E-3BC1-CD5C-E40A-5E071EAA4F8A}"/>
                </a:ext>
              </a:extLst>
            </p:cNvPr>
            <p:cNvCxnSpPr>
              <a:cxnSpLocks/>
              <a:stCxn id="28" idx="6"/>
              <a:endCxn id="32" idx="2"/>
            </p:cNvCxnSpPr>
            <p:nvPr/>
          </p:nvCxnSpPr>
          <p:spPr>
            <a:xfrm>
              <a:off x="2986788" y="5218854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5C6CE-B839-226D-2988-4FC2524BB31B}"/>
                </a:ext>
              </a:extLst>
            </p:cNvPr>
            <p:cNvCxnSpPr>
              <a:cxnSpLocks/>
              <a:stCxn id="28" idx="6"/>
              <a:endCxn id="33" idx="2"/>
            </p:cNvCxnSpPr>
            <p:nvPr/>
          </p:nvCxnSpPr>
          <p:spPr>
            <a:xfrm>
              <a:off x="2986788" y="5218854"/>
              <a:ext cx="181761" cy="373655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2B4AB9-9124-96AB-E137-C4A17F902CC5}"/>
                </a:ext>
              </a:extLst>
            </p:cNvPr>
            <p:cNvCxnSpPr>
              <a:cxnSpLocks/>
              <a:stCxn id="29" idx="6"/>
              <a:endCxn id="33" idx="2"/>
            </p:cNvCxnSpPr>
            <p:nvPr/>
          </p:nvCxnSpPr>
          <p:spPr>
            <a:xfrm>
              <a:off x="2986788" y="5491250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592D058-BA34-8246-6394-F416555053B0}"/>
                </a:ext>
              </a:extLst>
            </p:cNvPr>
            <p:cNvCxnSpPr>
              <a:cxnSpLocks/>
              <a:stCxn id="29" idx="6"/>
              <a:endCxn id="32" idx="2"/>
            </p:cNvCxnSpPr>
            <p:nvPr/>
          </p:nvCxnSpPr>
          <p:spPr>
            <a:xfrm flipV="1">
              <a:off x="2986788" y="5320113"/>
              <a:ext cx="181761" cy="17113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057A61C-BBCC-B678-71CE-E59CF61633E4}"/>
                </a:ext>
              </a:extLst>
            </p:cNvPr>
            <p:cNvCxnSpPr>
              <a:cxnSpLocks/>
              <a:stCxn id="29" idx="6"/>
              <a:endCxn id="31" idx="2"/>
            </p:cNvCxnSpPr>
            <p:nvPr/>
          </p:nvCxnSpPr>
          <p:spPr>
            <a:xfrm flipV="1">
              <a:off x="2986788" y="5052291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E2B652F-B8C2-9AF6-A05A-812C0E37C71A}"/>
                </a:ext>
              </a:extLst>
            </p:cNvPr>
            <p:cNvCxnSpPr>
              <a:cxnSpLocks/>
              <a:stCxn id="30" idx="6"/>
              <a:endCxn id="33" idx="2"/>
            </p:cNvCxnSpPr>
            <p:nvPr/>
          </p:nvCxnSpPr>
          <p:spPr>
            <a:xfrm flipV="1">
              <a:off x="2986788" y="5592509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EA1312F-3743-6ECA-DD07-2A017D22FE61}"/>
                </a:ext>
              </a:extLst>
            </p:cNvPr>
            <p:cNvCxnSpPr>
              <a:cxnSpLocks/>
              <a:stCxn id="30" idx="6"/>
              <a:endCxn id="32" idx="2"/>
            </p:cNvCxnSpPr>
            <p:nvPr/>
          </p:nvCxnSpPr>
          <p:spPr>
            <a:xfrm flipV="1">
              <a:off x="2986788" y="5320113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911930C-4D9D-AB5D-861D-419F5F116A7A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 flipV="1">
              <a:off x="2986788" y="5052291"/>
              <a:ext cx="181761" cy="7067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F84CE3-B1EC-D4F4-CA3C-0218AD427A32}"/>
                </a:ext>
              </a:extLst>
            </p:cNvPr>
            <p:cNvCxnSpPr>
              <a:cxnSpLocks/>
              <a:stCxn id="31" idx="6"/>
              <a:endCxn id="34" idx="2"/>
            </p:cNvCxnSpPr>
            <p:nvPr/>
          </p:nvCxnSpPr>
          <p:spPr>
            <a:xfrm>
              <a:off x="3312549" y="5052291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0BE0F0B-C4B8-246B-87C4-BCE50878F812}"/>
                </a:ext>
              </a:extLst>
            </p:cNvPr>
            <p:cNvCxnSpPr>
              <a:cxnSpLocks/>
              <a:stCxn id="31" idx="6"/>
              <a:endCxn id="35" idx="2"/>
            </p:cNvCxnSpPr>
            <p:nvPr/>
          </p:nvCxnSpPr>
          <p:spPr>
            <a:xfrm>
              <a:off x="3312549" y="5052291"/>
              <a:ext cx="181761" cy="411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59F4BB5-1EC3-4BF0-D9F3-D3D0506488A9}"/>
                </a:ext>
              </a:extLst>
            </p:cNvPr>
            <p:cNvCxnSpPr>
              <a:cxnSpLocks/>
              <a:stCxn id="32" idx="6"/>
              <a:endCxn id="34" idx="2"/>
            </p:cNvCxnSpPr>
            <p:nvPr/>
          </p:nvCxnSpPr>
          <p:spPr>
            <a:xfrm flipV="1">
              <a:off x="3312549" y="5196291"/>
              <a:ext cx="181761" cy="123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ABBBAA-34E2-EB9B-F094-3400EB69A3E9}"/>
                </a:ext>
              </a:extLst>
            </p:cNvPr>
            <p:cNvCxnSpPr>
              <a:cxnSpLocks/>
              <a:stCxn id="32" idx="6"/>
              <a:endCxn id="35" idx="2"/>
            </p:cNvCxnSpPr>
            <p:nvPr/>
          </p:nvCxnSpPr>
          <p:spPr>
            <a:xfrm>
              <a:off x="3312549" y="5320113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5AED33E-9D1D-FE7F-C798-A429546768ED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 flipV="1">
              <a:off x="3312549" y="5196291"/>
              <a:ext cx="181761" cy="39621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460A580-0D1B-BD47-F6DC-91E0864B80FF}"/>
                </a:ext>
              </a:extLst>
            </p:cNvPr>
            <p:cNvCxnSpPr>
              <a:cxnSpLocks/>
              <a:stCxn id="33" idx="6"/>
              <a:endCxn id="35" idx="2"/>
            </p:cNvCxnSpPr>
            <p:nvPr/>
          </p:nvCxnSpPr>
          <p:spPr>
            <a:xfrm flipV="1">
              <a:off x="3312549" y="5464113"/>
              <a:ext cx="181761" cy="12839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5B19ABE-3F68-E6D8-2CD1-760973BDA699}"/>
              </a:ext>
            </a:extLst>
          </p:cNvPr>
          <p:cNvCxnSpPr>
            <a:cxnSpLocks/>
          </p:cNvCxnSpPr>
          <p:nvPr/>
        </p:nvCxnSpPr>
        <p:spPr>
          <a:xfrm>
            <a:off x="3095351" y="5359448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168DE82-E85A-83C5-8027-9D6E0BFC4F2C}"/>
              </a:ext>
            </a:extLst>
          </p:cNvPr>
          <p:cNvCxnSpPr>
            <a:cxnSpLocks/>
          </p:cNvCxnSpPr>
          <p:nvPr/>
        </p:nvCxnSpPr>
        <p:spPr>
          <a:xfrm>
            <a:off x="4653991" y="5356164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75EE61-402F-1D4F-6565-981A59CA5134}"/>
              </a:ext>
            </a:extLst>
          </p:cNvPr>
          <p:cNvCxnSpPr>
            <a:cxnSpLocks/>
          </p:cNvCxnSpPr>
          <p:nvPr/>
        </p:nvCxnSpPr>
        <p:spPr>
          <a:xfrm>
            <a:off x="5932607" y="535373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ADE55F2-A2F7-50EF-FBCB-A802E67D6FC4}"/>
              </a:ext>
            </a:extLst>
          </p:cNvPr>
          <p:cNvSpPr txBox="1"/>
          <p:nvPr/>
        </p:nvSpPr>
        <p:spPr>
          <a:xfrm rot="21302449">
            <a:off x="7736778" y="4805538"/>
            <a:ext cx="184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9684"/>
                </a:solidFill>
                <a:latin typeface="Segoe Print" panose="02000600000000000000" pitchFamily="2" charset="0"/>
              </a:rPr>
              <a:t>Problema </a:t>
            </a:r>
          </a:p>
          <a:p>
            <a:pPr algn="ctr"/>
            <a:r>
              <a:rPr lang="es-ES" dirty="0">
                <a:solidFill>
                  <a:srgbClr val="009684"/>
                </a:solidFill>
                <a:latin typeface="Segoe Print" panose="02000600000000000000" pitchFamily="2" charset="0"/>
              </a:rPr>
              <a:t>de la equifinalidad</a:t>
            </a:r>
            <a:endParaRPr lang="en-GB" dirty="0">
              <a:solidFill>
                <a:srgbClr val="009684"/>
              </a:solidFill>
              <a:latin typeface="Segoe Print" panose="02000600000000000000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173D27-4E69-A9E8-6438-F04B03573C29}"/>
              </a:ext>
            </a:extLst>
          </p:cNvPr>
          <p:cNvSpPr txBox="1"/>
          <p:nvPr/>
        </p:nvSpPr>
        <p:spPr>
          <a:xfrm>
            <a:off x="948469" y="2184811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GloFAS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los parámetros se transfieren a partir de la proximidad geográfica y climática.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87B44E-DC76-832C-0472-7747C54F2E8F}"/>
              </a:ext>
            </a:extLst>
          </p:cNvPr>
          <p:cNvSpPr txBox="1"/>
          <p:nvPr/>
        </p:nvSpPr>
        <p:spPr>
          <a:xfrm>
            <a:off x="590320" y="1022474"/>
            <a:ext cx="1105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regionalización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4D625E-8AF9-F849-BFF7-C472023CD68E}"/>
              </a:ext>
            </a:extLst>
          </p:cNvPr>
          <p:cNvSpPr txBox="1"/>
          <p:nvPr/>
        </p:nvSpPr>
        <p:spPr>
          <a:xfrm>
            <a:off x="590320" y="1793431"/>
            <a:ext cx="868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Se transfieren los parámetros de cuencas similares que fueron previamente calibradas.</a:t>
            </a:r>
            <a:endParaRPr lang="en-GB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8E39D8B-78C7-8266-C6B0-8D55DC6D60E4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CB4F3EC-846B-40E6-F1F2-DD461246E205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64" name="Left Bracket 63">
              <a:extLst>
                <a:ext uri="{FF2B5EF4-FFF2-40B4-BE49-F238E27FC236}">
                  <a16:creationId xmlns:a16="http://schemas.microsoft.com/office/drawing/2014/main" id="{EDC340DE-752A-126D-D259-A44DC8FBE99A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5" name="Picture 64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C53E8FBA-9878-F19B-745A-89930F42E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FC772D7-73E4-F09F-A3DF-BF516E2252FC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Rectangle: Rounded Corners 66">
            <a:hlinkClick r:id="rId15" action="ppaction://hlinksldjump"/>
            <a:extLst>
              <a:ext uri="{FF2B5EF4-FFF2-40B4-BE49-F238E27FC236}">
                <a16:creationId xmlns:a16="http://schemas.microsoft.com/office/drawing/2014/main" id="{A5F8E765-F2F4-1956-CDB0-28606A929E4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68" name="Rectangle: Rounded Corners 67">
            <a:hlinkClick r:id="rId16" action="ppaction://hlinksldjump"/>
            <a:extLst>
              <a:ext uri="{FF2B5EF4-FFF2-40B4-BE49-F238E27FC236}">
                <a16:creationId xmlns:a16="http://schemas.microsoft.com/office/drawing/2014/main" id="{49DB022D-8071-DEEF-CEDE-57ABF99F74F2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69" name="Rectangle: Rounded Corners 68">
            <a:hlinkClick r:id="rId17" action="ppaction://hlinksldjump"/>
            <a:extLst>
              <a:ext uri="{FF2B5EF4-FFF2-40B4-BE49-F238E27FC236}">
                <a16:creationId xmlns:a16="http://schemas.microsoft.com/office/drawing/2014/main" id="{C020BC54-70B3-7A2C-E7C8-5CF0A94F14D3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70" name="Rectangle: Rounded Corners 69">
            <a:hlinkClick r:id="rId18" action="ppaction://hlinksldjump"/>
            <a:extLst>
              <a:ext uri="{FF2B5EF4-FFF2-40B4-BE49-F238E27FC236}">
                <a16:creationId xmlns:a16="http://schemas.microsoft.com/office/drawing/2014/main" id="{4DC3559D-FD16-B012-898C-FE26AC801C8C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74C3E0-B43F-BEFB-BD26-6544FE0AB9A8}"/>
              </a:ext>
            </a:extLst>
          </p:cNvPr>
          <p:cNvSpPr txBox="1"/>
          <p:nvPr/>
        </p:nvSpPr>
        <p:spPr>
          <a:xfrm>
            <a:off x="590320" y="1371457"/>
            <a:ext cx="1105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2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basados en procesos</a:t>
            </a:r>
          </a:p>
        </p:txBody>
      </p:sp>
    </p:spTree>
    <p:extLst>
      <p:ext uri="{BB962C8B-B14F-4D97-AF65-F5344CB8AC3E}">
        <p14:creationId xmlns:p14="http://schemas.microsoft.com/office/powerpoint/2010/main" val="7507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/>
      <p:bldP spid="23" grpId="0"/>
      <p:bldP spid="24" grpId="0"/>
      <p:bldP spid="25" grpId="0"/>
      <p:bldP spid="57" grpId="0"/>
      <p:bldP spid="58" grpId="0"/>
      <p:bldP spid="60" grpId="0"/>
      <p:bldP spid="61" grpId="0"/>
      <p:bldP spid="7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9922-8601-BC35-1914-FD17E78A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712C9-B859-36AF-4590-B729CF59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31A40-D14F-E897-3D6D-6D019317191D}"/>
              </a:ext>
            </a:extLst>
          </p:cNvPr>
          <p:cNvSpPr txBox="1"/>
          <p:nvPr/>
        </p:nvSpPr>
        <p:spPr>
          <a:xfrm>
            <a:off x="590320" y="1905833"/>
            <a:ext cx="810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hay regionalización 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de los parámetros del modelo puesto que no son uno de los datos de entrada del modelo.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CBA7D6-CF82-D32B-0EA9-8E2628F0D6C8}"/>
              </a:ext>
            </a:extLst>
          </p:cNvPr>
          <p:cNvSpPr/>
          <p:nvPr/>
        </p:nvSpPr>
        <p:spPr>
          <a:xfrm>
            <a:off x="590320" y="342703"/>
            <a:ext cx="11052000" cy="540000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88823B-3F78-7268-B062-13ED29623264}"/>
              </a:ext>
            </a:extLst>
          </p:cNvPr>
          <p:cNvGrpSpPr/>
          <p:nvPr/>
        </p:nvGrpSpPr>
        <p:grpSpPr>
          <a:xfrm>
            <a:off x="696000" y="6297907"/>
            <a:ext cx="10800000" cy="418443"/>
            <a:chOff x="696000" y="6297907"/>
            <a:chExt cx="10800000" cy="418443"/>
          </a:xfrm>
        </p:grpSpPr>
        <p:sp>
          <p:nvSpPr>
            <p:cNvPr id="25" name="Left Bracket 24">
              <a:extLst>
                <a:ext uri="{FF2B5EF4-FFF2-40B4-BE49-F238E27FC236}">
                  <a16:creationId xmlns:a16="http://schemas.microsoft.com/office/drawing/2014/main" id="{394150F7-833E-8FDE-D796-9D3EDD57C2DA}"/>
                </a:ext>
              </a:extLst>
            </p:cNvPr>
            <p:cNvSpPr/>
            <p:nvPr/>
          </p:nvSpPr>
          <p:spPr>
            <a:xfrm rot="5400000">
              <a:off x="6006000" y="987907"/>
              <a:ext cx="180000" cy="10800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6" name="Picture 25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671D5027-DC31-C4E1-8E1A-F40DDBECD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829C45-A71E-B73E-BDCD-96F6624F4F88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Rectangle: Rounded Corners 27">
            <a:hlinkClick r:id="rId3" action="ppaction://hlinksldjump"/>
            <a:extLst>
              <a:ext uri="{FF2B5EF4-FFF2-40B4-BE49-F238E27FC236}">
                <a16:creationId xmlns:a16="http://schemas.microsoft.com/office/drawing/2014/main" id="{70C15859-03F8-7B59-42EC-8FD05747F669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v1</a:t>
            </a:r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37982CBB-D371-774C-1BBB-8277DE083872}"/>
              </a:ext>
            </a:extLst>
          </p:cNvPr>
          <p:cNvSpPr/>
          <p:nvPr/>
        </p:nvSpPr>
        <p:spPr>
          <a:xfrm>
            <a:off x="662238" y="377992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</p:txBody>
      </p:sp>
      <p:sp>
        <p:nvSpPr>
          <p:cNvPr id="30" name="Rectangle: Rounded Corners 29">
            <a:hlinkClick r:id="rId5" action="ppaction://hlinksldjump"/>
            <a:extLst>
              <a:ext uri="{FF2B5EF4-FFF2-40B4-BE49-F238E27FC236}">
                <a16:creationId xmlns:a16="http://schemas.microsoft.com/office/drawing/2014/main" id="{0602B985-8E44-0EF3-3996-4513C4FE150E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CAMELS y BEAVERS</a:t>
            </a:r>
          </a:p>
        </p:txBody>
      </p: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40B22B1C-74F6-0055-5A5E-F584C35B46B7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s-E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DL en Hidrología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D6EE465-01DE-F060-7C9F-E977D4653F9D}"/>
              </a:ext>
            </a:extLst>
          </p:cNvPr>
          <p:cNvGrpSpPr/>
          <p:nvPr/>
        </p:nvGrpSpPr>
        <p:grpSpPr>
          <a:xfrm>
            <a:off x="3489587" y="2812221"/>
            <a:ext cx="5121013" cy="2984638"/>
            <a:chOff x="3489587" y="3026829"/>
            <a:chExt cx="5121013" cy="298463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1C22C2D-C720-EED5-2796-7230956492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0493" y="3868371"/>
              <a:ext cx="1296000" cy="1296000"/>
              <a:chOff x="3161352" y="1577119"/>
              <a:chExt cx="2076758" cy="2076757"/>
            </a:xfrm>
          </p:grpSpPr>
          <p:sp>
            <p:nvSpPr>
              <p:cNvPr id="33" name="Oval 32">
                <a:hlinkClick r:id="rId7"/>
                <a:extLst>
                  <a:ext uri="{FF2B5EF4-FFF2-40B4-BE49-F238E27FC236}">
                    <a16:creationId xmlns:a16="http://schemas.microsoft.com/office/drawing/2014/main" id="{AFE3C1E5-E90C-A4FC-2D04-37066510C4AB}"/>
                  </a:ext>
                </a:extLst>
              </p:cNvPr>
              <p:cNvSpPr/>
              <p:nvPr/>
            </p:nvSpPr>
            <p:spPr>
              <a:xfrm>
                <a:off x="3161352" y="1577119"/>
                <a:ext cx="2076758" cy="2076757"/>
              </a:xfrm>
              <a:prstGeom prst="ellipse">
                <a:avLst/>
              </a:prstGeom>
              <a:solidFill>
                <a:srgbClr val="009684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Oval 4">
                <a:extLst>
                  <a:ext uri="{FF2B5EF4-FFF2-40B4-BE49-F238E27FC236}">
                    <a16:creationId xmlns:a16="http://schemas.microsoft.com/office/drawing/2014/main" id="{B2DB3FE9-3DC6-4F4C-8A3F-D21D048C2005}"/>
                  </a:ext>
                </a:extLst>
              </p:cNvPr>
              <p:cNvSpPr txBox="1"/>
              <p:nvPr/>
            </p:nvSpPr>
            <p:spPr>
              <a:xfrm>
                <a:off x="3161352" y="1881253"/>
                <a:ext cx="2003579" cy="146848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1466850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GB" sz="2000" kern="1200" dirty="0" err="1"/>
                  <a:t>modelo</a:t>
                </a:r>
                <a:endParaRPr lang="en-GB" sz="1600" kern="12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49776B-91B4-FE79-FF98-B3589C2D0B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89587" y="3026829"/>
              <a:ext cx="1296000" cy="1296000"/>
              <a:chOff x="366752" y="1816577"/>
              <a:chExt cx="1491473" cy="1491473"/>
            </a:xfrm>
          </p:grpSpPr>
          <p:sp>
            <p:nvSpPr>
              <p:cNvPr id="36" name="Oval 3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35237CE-5D9C-43C0-AA15-E91DF363CCCF}"/>
                  </a:ext>
                </a:extLst>
              </p:cNvPr>
              <p:cNvSpPr/>
              <p:nvPr/>
            </p:nvSpPr>
            <p:spPr>
              <a:xfrm>
                <a:off x="366752" y="1816577"/>
                <a:ext cx="1491473" cy="1491473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7" name="Oval 4">
                <a:extLst>
                  <a:ext uri="{FF2B5EF4-FFF2-40B4-BE49-F238E27FC236}">
                    <a16:creationId xmlns:a16="http://schemas.microsoft.com/office/drawing/2014/main" id="{F51206D4-D8D9-6F25-5FB5-AA34C1AFCE1A}"/>
                  </a:ext>
                </a:extLst>
              </p:cNvPr>
              <p:cNvSpPr txBox="1"/>
              <p:nvPr/>
            </p:nvSpPr>
            <p:spPr>
              <a:xfrm>
                <a:off x="366752" y="2034998"/>
                <a:ext cx="1491473" cy="105463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970" tIns="13970" rIns="13970" bIns="13970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GB" dirty="0" err="1"/>
                  <a:t>p</a:t>
                </a:r>
                <a:r>
                  <a:rPr lang="en-GB" kern="1200" dirty="0" err="1"/>
                  <a:t>ropiedades</a:t>
                </a:r>
                <a:r>
                  <a:rPr lang="en-GB" kern="1200" dirty="0"/>
                  <a:t> </a:t>
                </a:r>
                <a:r>
                  <a:rPr lang="en-GB" kern="1200" dirty="0" err="1"/>
                  <a:t>físicas</a:t>
                </a:r>
                <a:endParaRPr lang="en-GB" kern="12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7AF6307-4308-0D9D-C05E-2D099A2E9A3F}"/>
                </a:ext>
              </a:extLst>
            </p:cNvPr>
            <p:cNvGrpSpPr/>
            <p:nvPr/>
          </p:nvGrpSpPr>
          <p:grpSpPr>
            <a:xfrm>
              <a:off x="3489587" y="4715467"/>
              <a:ext cx="1296000" cy="1296000"/>
              <a:chOff x="3489587" y="4715467"/>
              <a:chExt cx="1296000" cy="1296000"/>
            </a:xfrm>
          </p:grpSpPr>
          <p:sp>
            <p:nvSpPr>
              <p:cNvPr id="39" name="Oval 3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9B9FDD2E-CA4A-5957-C663-01A2B80716B0}"/>
                  </a:ext>
                </a:extLst>
              </p:cNvPr>
              <p:cNvSpPr/>
              <p:nvPr/>
            </p:nvSpPr>
            <p:spPr>
              <a:xfrm>
                <a:off x="3489587" y="4715467"/>
                <a:ext cx="1296000" cy="1296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Oval 4">
                <a:extLst>
                  <a:ext uri="{FF2B5EF4-FFF2-40B4-BE49-F238E27FC236}">
                    <a16:creationId xmlns:a16="http://schemas.microsoft.com/office/drawing/2014/main" id="{6F97FF07-897C-C4B7-D754-D30F761C43A9}"/>
                  </a:ext>
                </a:extLst>
              </p:cNvPr>
              <p:cNvSpPr txBox="1"/>
              <p:nvPr/>
            </p:nvSpPr>
            <p:spPr>
              <a:xfrm>
                <a:off x="3489587" y="4909009"/>
                <a:ext cx="1296000" cy="91641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970" tIns="13970" rIns="13970" bIns="13970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GB" sz="1600" kern="1200" dirty="0" err="1"/>
                  <a:t>meteorología</a:t>
                </a:r>
                <a:endParaRPr lang="en-GB" sz="1600" kern="12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6FCE666-4FCC-29E1-9BEB-09E782457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4600" y="3868371"/>
              <a:ext cx="1296000" cy="1296000"/>
            </a:xfrm>
            <a:prstGeom prst="ellipse">
              <a:avLst/>
            </a:prstGeom>
            <a:solidFill>
              <a:srgbClr val="2CDBB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dirty="0"/>
                <a:t>caudal</a:t>
              </a:r>
              <a:endParaRPr lang="en-GB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D783BE9-2589-779E-6AD3-B7A96FD68E35}"/>
                </a:ext>
              </a:extLst>
            </p:cNvPr>
            <p:cNvCxnSpPr>
              <a:cxnSpLocks/>
              <a:stCxn id="36" idx="5"/>
              <a:endCxn id="34" idx="1"/>
            </p:cNvCxnSpPr>
            <p:nvPr/>
          </p:nvCxnSpPr>
          <p:spPr>
            <a:xfrm>
              <a:off x="4595792" y="4133034"/>
              <a:ext cx="674701" cy="38333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BDB02F6-042A-A41D-9052-F0EDEB7F6A8A}"/>
                </a:ext>
              </a:extLst>
            </p:cNvPr>
            <p:cNvCxnSpPr>
              <a:cxnSpLocks/>
              <a:stCxn id="39" idx="7"/>
              <a:endCxn id="34" idx="1"/>
            </p:cNvCxnSpPr>
            <p:nvPr/>
          </p:nvCxnSpPr>
          <p:spPr>
            <a:xfrm flipV="1">
              <a:off x="4595792" y="4516371"/>
              <a:ext cx="674701" cy="38889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7D8E794-B63F-11B1-168A-58BB6348204C}"/>
                </a:ext>
              </a:extLst>
            </p:cNvPr>
            <p:cNvCxnSpPr>
              <a:stCxn id="33" idx="6"/>
              <a:endCxn id="41" idx="2"/>
            </p:cNvCxnSpPr>
            <p:nvPr/>
          </p:nvCxnSpPr>
          <p:spPr>
            <a:xfrm>
              <a:off x="6566493" y="4516371"/>
              <a:ext cx="748107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41FAD39-857B-223A-C321-B34E5B53ADF2}"/>
              </a:ext>
            </a:extLst>
          </p:cNvPr>
          <p:cNvSpPr txBox="1"/>
          <p:nvPr/>
        </p:nvSpPr>
        <p:spPr>
          <a:xfrm>
            <a:off x="590320" y="1022474"/>
            <a:ext cx="1105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regionalización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solidFill>
                  <a:srgbClr val="009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3D88CF-389E-BA04-12F2-8987A0CB87B6}"/>
              </a:ext>
            </a:extLst>
          </p:cNvPr>
          <p:cNvSpPr txBox="1"/>
          <p:nvPr/>
        </p:nvSpPr>
        <p:spPr>
          <a:xfrm>
            <a:off x="590320" y="1474098"/>
            <a:ext cx="1105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2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de aprendizaje profundo</a:t>
            </a:r>
          </a:p>
        </p:txBody>
      </p:sp>
    </p:spTree>
    <p:extLst>
      <p:ext uri="{BB962C8B-B14F-4D97-AF65-F5344CB8AC3E}">
        <p14:creationId xmlns:p14="http://schemas.microsoft.com/office/powerpoint/2010/main" val="303745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BB2C62-6DAC-9557-1E96-17823E4D4EB0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8B069-302D-DA6F-2258-0939D0547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6DBE4A-E71C-2953-E446-2546153C74E9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s-ES" sz="3200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¡Gracias!</a:t>
            </a:r>
          </a:p>
        </p:txBody>
      </p:sp>
      <p:pic>
        <p:nvPicPr>
          <p:cNvPr id="17" name="Picture 16" descr="An aerial view of a land and water&#10;&#10;AI-generated content may be incorrect.">
            <a:extLst>
              <a:ext uri="{FF2B5EF4-FFF2-40B4-BE49-F238E27FC236}">
                <a16:creationId xmlns:a16="http://schemas.microsoft.com/office/drawing/2014/main" id="{B43159D7-F33B-F848-A99E-8A38B314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268E81-C1DC-CFA7-AD61-389B5595AA7C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5D37A-014B-9020-F1E6-819FC9D8069D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42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7943</TotalTime>
  <Words>1157</Words>
  <Application>Microsoft Office PowerPoint</Application>
  <PresentationFormat>Widescreen</PresentationFormat>
  <Paragraphs>333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Calibri light</vt:lpstr>
      <vt:lpstr>Cambria Math</vt:lpstr>
      <vt:lpstr>Segoe Print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CASADO RODRIGUEZ Jesus (JRC-ISPRA)</dc:creator>
  <cp:lastModifiedBy>Jesus Casado</cp:lastModifiedBy>
  <cp:revision>171</cp:revision>
  <dcterms:created xsi:type="dcterms:W3CDTF">2023-11-06T14:14:49Z</dcterms:created>
  <dcterms:modified xsi:type="dcterms:W3CDTF">2026-06-03T13:18:24Z</dcterms:modified>
</cp:coreProperties>
</file>